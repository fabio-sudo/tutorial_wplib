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852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2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61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53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134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21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0299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7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0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41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6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93058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85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0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357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4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62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355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7475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006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614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18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98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00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2462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94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084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57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F55F4E05-4467-49BF-B3F5-BFAF9B6F094E}" type="datetimeFigureOut">
              <a:rPr lang="pt-BR" smtClean="0"/>
              <a:t>17/09/2026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5D1D9F8-7950-42A5-8942-B8E915FBA1B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005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  <p:sldLayoutId id="2147483775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68C10-001C-8885-1C75-0FAA27652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Pigeon</a:t>
            </a:r>
            <a:r>
              <a:rPr lang="pt-BR" dirty="0"/>
              <a:t>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2A0E7-589B-D11A-615C-D64F70125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36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DBCADA-9D4A-7C67-A80E-767BDD8C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5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C02DC-AA42-9FE5-7AC5-1A679462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Pigeon</a:t>
            </a:r>
            <a:r>
              <a:rPr lang="pt-BR" b="1" dirty="0"/>
              <a:t> 2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8B7AAC-53C2-A849-34F2-7DDB39F31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b="1" dirty="0" err="1"/>
              <a:t>Yaw</a:t>
            </a:r>
            <a:r>
              <a:rPr lang="pt-BR" dirty="0"/>
              <a:t> → é o mais importante para o </a:t>
            </a:r>
            <a:r>
              <a:rPr lang="pt-BR" dirty="0" err="1"/>
              <a:t>Swerve</a:t>
            </a:r>
            <a:r>
              <a:rPr lang="pt-BR" dirty="0"/>
              <a:t>. Mostra a rotação do robô no plano. </a:t>
            </a:r>
          </a:p>
          <a:p>
            <a:pPr lvl="0"/>
            <a:r>
              <a:rPr lang="pt-BR" b="1" dirty="0"/>
              <a:t>World Angular Rate Z</a:t>
            </a:r>
            <a:r>
              <a:rPr lang="pt-BR" dirty="0"/>
              <a:t> → mostra a velocidade de giro do robô em torno do eixo vertical. </a:t>
            </a:r>
          </a:p>
          <a:p>
            <a:pPr lvl="0"/>
            <a:r>
              <a:rPr lang="pt-BR" b="1" dirty="0" err="1"/>
              <a:t>Pitch</a:t>
            </a:r>
            <a:r>
              <a:rPr lang="pt-BR" dirty="0"/>
              <a:t> → inclinação para frente/trás. </a:t>
            </a:r>
          </a:p>
          <a:p>
            <a:pPr lvl="0"/>
            <a:r>
              <a:rPr lang="pt-BR" b="1" dirty="0" err="1"/>
              <a:t>Roll</a:t>
            </a:r>
            <a:r>
              <a:rPr lang="pt-BR" dirty="0"/>
              <a:t> → inclinação lateral. </a:t>
            </a:r>
          </a:p>
          <a:p>
            <a:pPr lvl="0"/>
            <a:r>
              <a:rPr lang="pt-BR" b="1" dirty="0" err="1"/>
              <a:t>Faults</a:t>
            </a:r>
            <a:r>
              <a:rPr lang="pt-BR" dirty="0"/>
              <a:t> → depois confira se não há falha ativa.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946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E2DE71FD-A933-A0C7-1DFA-A0921F9DA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1120"/>
            <a:ext cx="11887200" cy="6512559"/>
          </a:xfrm>
        </p:spPr>
        <p:txBody>
          <a:bodyPr>
            <a:normAutofit fontScale="62500" lnSpcReduction="20000"/>
          </a:bodyPr>
          <a:lstStyle/>
          <a:p>
            <a:r>
              <a:rPr lang="pt-BR" b="1" dirty="0"/>
              <a:t>Teste 1 — </a:t>
            </a:r>
            <a:r>
              <a:rPr lang="pt-BR" b="1" dirty="0" err="1"/>
              <a:t>Yaw</a:t>
            </a:r>
            <a:endParaRPr lang="pt-BR" b="1" dirty="0"/>
          </a:p>
          <a:p>
            <a:r>
              <a:rPr lang="pt-BR" dirty="0"/>
              <a:t>O </a:t>
            </a:r>
            <a:r>
              <a:rPr lang="pt-BR" b="1" dirty="0" err="1"/>
              <a:t>Yaw</a:t>
            </a:r>
            <a:r>
              <a:rPr lang="pt-BR" dirty="0"/>
              <a:t> representa a rotação do robô em torno do próprio eixo vertical.</a:t>
            </a:r>
          </a:p>
          <a:p>
            <a:r>
              <a:rPr lang="pt-BR" dirty="0"/>
              <a:t>Comece com o robô em uma posição inicial, observando se o </a:t>
            </a:r>
            <a:r>
              <a:rPr lang="pt-BR" b="1" dirty="0" err="1"/>
              <a:t>Yaw</a:t>
            </a:r>
            <a:r>
              <a:rPr lang="pt-BR" b="1" dirty="0"/>
              <a:t> está próximo de 0°</a:t>
            </a:r>
            <a:r>
              <a:rPr lang="pt-BR" dirty="0"/>
              <a:t>. Depois, gire fisicamente o chassi aproximadamente </a:t>
            </a:r>
            <a:r>
              <a:rPr lang="pt-BR" b="1" dirty="0"/>
              <a:t>90°</a:t>
            </a:r>
            <a:r>
              <a:rPr lang="pt-BR" dirty="0"/>
              <a:t>.</a:t>
            </a:r>
          </a:p>
          <a:p>
            <a:r>
              <a:rPr lang="pt-BR" dirty="0"/>
              <a:t>O esperado é que o valor do </a:t>
            </a:r>
            <a:r>
              <a:rPr lang="pt-BR" dirty="0" err="1"/>
              <a:t>Yaw</a:t>
            </a:r>
            <a:r>
              <a:rPr lang="pt-BR" dirty="0"/>
              <a:t> acompanhe esse movimento, chegando próximo de </a:t>
            </a:r>
            <a:r>
              <a:rPr lang="pt-BR" b="1" dirty="0"/>
              <a:t>+90° ou -90°</a:t>
            </a:r>
            <a:r>
              <a:rPr lang="pt-BR" dirty="0"/>
              <a:t>, dependendo do sentido da rotação.</a:t>
            </a:r>
          </a:p>
          <a:p>
            <a:endParaRPr lang="pt-BR" dirty="0"/>
          </a:p>
          <a:p>
            <a:r>
              <a:rPr lang="pt-BR" b="1" dirty="0"/>
              <a:t>Teste 2 — Velocidade angular</a:t>
            </a:r>
          </a:p>
          <a:p>
            <a:r>
              <a:rPr lang="pt-BR" dirty="0"/>
              <a:t>Agora observe a velocidade angular do </a:t>
            </a:r>
            <a:r>
              <a:rPr lang="pt-BR" dirty="0" err="1"/>
              <a:t>Pigeon</a:t>
            </a:r>
            <a:r>
              <a:rPr lang="pt-BR" dirty="0"/>
              <a:t> 2 enquanto gira o robô.</a:t>
            </a:r>
          </a:p>
          <a:p>
            <a:pPr lvl="0"/>
            <a:r>
              <a:rPr lang="pt-BR" dirty="0"/>
              <a:t>Com o robô parado, o valor do eixo </a:t>
            </a:r>
            <a:r>
              <a:rPr lang="pt-BR" b="1" dirty="0"/>
              <a:t>Z deve ficar próximo de 0 °/s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Enquanto o robô estiver girando, o valor de </a:t>
            </a:r>
            <a:r>
              <a:rPr lang="pt-BR" b="1" dirty="0"/>
              <a:t>Z deve aumentar ou diminuir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Ao parar novamente o robô, o valor deve retornar para aproximadamente </a:t>
            </a:r>
            <a:r>
              <a:rPr lang="pt-BR" b="1" dirty="0"/>
              <a:t>0 °/s</a:t>
            </a:r>
            <a:r>
              <a:rPr lang="pt-BR" dirty="0"/>
              <a:t>. </a:t>
            </a:r>
          </a:p>
          <a:p>
            <a:r>
              <a:rPr lang="pt-BR" dirty="0"/>
              <a:t>Esse teste confirma que o sensor consegue detectar não apenas a posição angular, mas também a </a:t>
            </a:r>
            <a:r>
              <a:rPr lang="pt-BR" b="1" dirty="0"/>
              <a:t>velocidade de rotação do robô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b="1" dirty="0"/>
              <a:t>Teste 3 — Sentido da rotação</a:t>
            </a:r>
          </a:p>
          <a:p>
            <a:r>
              <a:rPr lang="pt-BR" dirty="0"/>
              <a:t>Gire o robô manualmente para um dos lados e observe o </a:t>
            </a:r>
            <a:r>
              <a:rPr lang="pt-BR" dirty="0" err="1"/>
              <a:t>Yaw</a:t>
            </a:r>
            <a:r>
              <a:rPr lang="pt-BR" dirty="0"/>
              <a:t>.</a:t>
            </a:r>
          </a:p>
          <a:p>
            <a:r>
              <a:rPr lang="pt-BR" dirty="0"/>
              <a:t>Em um sentido, o valor do </a:t>
            </a:r>
            <a:r>
              <a:rPr lang="pt-BR" b="1" dirty="0" err="1"/>
              <a:t>Yaw</a:t>
            </a:r>
            <a:r>
              <a:rPr lang="pt-BR" b="1" dirty="0"/>
              <a:t> deve aumentar</a:t>
            </a:r>
            <a:r>
              <a:rPr lang="pt-BR" dirty="0"/>
              <a:t>. Ao girar para o sentido contrário, o </a:t>
            </a:r>
            <a:r>
              <a:rPr lang="pt-BR" b="1" dirty="0" err="1"/>
              <a:t>Yaw</a:t>
            </a:r>
            <a:r>
              <a:rPr lang="pt-BR" b="1" dirty="0"/>
              <a:t> deve diminuir</a:t>
            </a:r>
            <a:r>
              <a:rPr lang="pt-BR" dirty="0"/>
              <a:t>.</a:t>
            </a:r>
          </a:p>
          <a:p>
            <a:r>
              <a:rPr lang="pt-BR" dirty="0"/>
              <a:t>O mais importante neste teste é verificar se o valor muda de maneira contínua e coerente com o movimento realizado.</a:t>
            </a:r>
          </a:p>
          <a:p>
            <a:endParaRPr lang="pt-BR" dirty="0"/>
          </a:p>
          <a:p>
            <a:r>
              <a:rPr lang="pt-BR" b="1" dirty="0"/>
              <a:t>Teste 4 — </a:t>
            </a:r>
            <a:r>
              <a:rPr lang="pt-BR" b="1" dirty="0" err="1"/>
              <a:t>Pitch</a:t>
            </a:r>
            <a:r>
              <a:rPr lang="pt-BR" b="1" dirty="0"/>
              <a:t> e </a:t>
            </a:r>
            <a:r>
              <a:rPr lang="pt-BR" b="1" dirty="0" err="1"/>
              <a:t>Roll</a:t>
            </a:r>
            <a:endParaRPr lang="pt-BR" b="1" dirty="0"/>
          </a:p>
          <a:p>
            <a:r>
              <a:rPr lang="pt-BR" dirty="0"/>
              <a:t>Os valores de </a:t>
            </a:r>
            <a:r>
              <a:rPr lang="pt-BR" b="1" dirty="0" err="1"/>
              <a:t>Pitch</a:t>
            </a:r>
            <a:r>
              <a:rPr lang="pt-BR" dirty="0"/>
              <a:t> e </a:t>
            </a:r>
            <a:r>
              <a:rPr lang="pt-BR" b="1" dirty="0" err="1"/>
              <a:t>Roll</a:t>
            </a:r>
            <a:r>
              <a:rPr lang="pt-BR" dirty="0"/>
              <a:t> são secundários para o nosso </a:t>
            </a:r>
            <a:r>
              <a:rPr lang="pt-BR" dirty="0" err="1"/>
              <a:t>drivetrain</a:t>
            </a:r>
            <a:r>
              <a:rPr lang="pt-BR" dirty="0"/>
              <a:t>, mas servem para verificar se o sensor está funcionando corretamente nos outros eixos.</a:t>
            </a:r>
          </a:p>
          <a:p>
            <a:r>
              <a:rPr lang="pt-BR" dirty="0"/>
              <a:t>Incline a parte da frente do robô para cima e para baixo e observe a alteração do </a:t>
            </a:r>
            <a:r>
              <a:rPr lang="pt-BR" b="1" dirty="0" err="1"/>
              <a:t>Pitch</a:t>
            </a:r>
            <a:r>
              <a:rPr lang="pt-BR" dirty="0"/>
              <a:t>.</a:t>
            </a:r>
          </a:p>
          <a:p>
            <a:r>
              <a:rPr lang="pt-BR" dirty="0"/>
              <a:t>Depois, incline o robô lateralmente e observe a alteração do </a:t>
            </a:r>
            <a:r>
              <a:rPr lang="pt-BR" b="1" dirty="0" err="1"/>
              <a:t>Roll</a:t>
            </a:r>
            <a:r>
              <a:rPr lang="pt-BR" dirty="0"/>
              <a:t>.</a:t>
            </a:r>
          </a:p>
          <a:p>
            <a:r>
              <a:rPr lang="pt-BR" dirty="0"/>
              <a:t>Se os valores variarem conforme a inclinação do chassi, significa que o </a:t>
            </a:r>
            <a:r>
              <a:rPr lang="pt-BR" b="1" dirty="0" err="1"/>
              <a:t>Pigeon</a:t>
            </a:r>
            <a:r>
              <a:rPr lang="pt-BR" b="1" dirty="0"/>
              <a:t> 2 está detectando corretamente a orientação do robô nos três eixos: </a:t>
            </a:r>
            <a:r>
              <a:rPr lang="pt-BR" b="1" dirty="0" err="1"/>
              <a:t>Yaw</a:t>
            </a:r>
            <a:r>
              <a:rPr lang="pt-BR" b="1" dirty="0"/>
              <a:t>, </a:t>
            </a:r>
            <a:r>
              <a:rPr lang="pt-BR" b="1" dirty="0" err="1"/>
              <a:t>Pitch</a:t>
            </a:r>
            <a:r>
              <a:rPr lang="pt-BR" b="1" dirty="0"/>
              <a:t> e </a:t>
            </a:r>
            <a:r>
              <a:rPr lang="pt-BR" b="1" dirty="0" err="1"/>
              <a:t>Roll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265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C6CF46-2C56-0915-EBB8-5352E9C9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6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F8CD96-B821-21F6-8615-4F08E142A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3061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e Escuro">
  <a:themeElements>
    <a:clrScheme name="Gradiente E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17</TotalTime>
  <Words>386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Arial</vt:lpstr>
      <vt:lpstr>Arial Nova Light</vt:lpstr>
      <vt:lpstr>Gradiente Escuro</vt:lpstr>
      <vt:lpstr>Pigeon 2</vt:lpstr>
      <vt:lpstr>Apresentação do PowerPoint</vt:lpstr>
      <vt:lpstr>Pigeon 2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4</cp:revision>
  <dcterms:created xsi:type="dcterms:W3CDTF">2026-09-17T15:30:00Z</dcterms:created>
  <dcterms:modified xsi:type="dcterms:W3CDTF">2026-09-17T15:47:22Z</dcterms:modified>
</cp:coreProperties>
</file>