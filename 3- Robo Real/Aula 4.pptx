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0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6B8C72-F59C-49A9-B442-584601D45D1F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5707C-077D-4E89-9A2B-B1EF2EDFAE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501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5707C-077D-4E89-9A2B-B1EF2EDFAED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512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5707C-077D-4E89-9A2B-B1EF2EDFAED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3415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EA1E-98C4-4A2E-AAC3-800E357DC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6B1FA-5AE6-4D57-B37B-4AA02160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9B66-DBC3-45EE-A6E1-DE10A6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9/24/2026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085F0-1967-4B4F-9824-58E9F2E0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EDEE5-31B5-4868-8C16-47FF43E2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‹nº›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39070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44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C78-A717-4E1F-A742-FD5AECA0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270D-CCAE-4437-A0C0-052D111D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006A-7EEE-4DB0-8F92-D34C0D46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F2ED-2B0E-44A9-8603-286CA063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801C-6B4E-40B6-9D6E-55819226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46AA-9418-4C3E-901B-8E28061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7482-2CA6-4707-976E-6FD4B57B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904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9652-DD12-479C-B639-9452CBA8C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92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C7A6-AFB1-4989-A0B4-B422D5B2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117C-B497-4647-A66B-1887750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7AF-5092-416B-B61C-F41D3C57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139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CDE0-3FEB-42A0-8BCC-7DADE7D4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BCA-A435-4779-A6FE-1520714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6792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B1923-9749-49E3-88FA-75C326E67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6792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471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85A6-A4E6-4160-BE43-8146A989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4A80-0792-4B3B-BB5A-8B2BD91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116E-7A6D-485F-9FA2-25F94D4F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ADCC-C5F2-4D90-B153-93DF558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76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59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F683-796D-458C-9B32-A385D60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F0BD-641B-4148-BCB3-2704218C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17904"/>
            <a:ext cx="5330952" cy="45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8C843-B846-4456-9720-71B7D4FF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3A03-31BD-4E7E-879A-A1C7184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9078-7D38-4851-A363-B6BC179A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5E-A25D-47AA-94EB-580A74F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6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83B4-9B31-4F73-9767-1636365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FC30-8163-47A0-A97F-3F2C3A3BE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9240" y="764032"/>
            <a:ext cx="6089904" cy="53309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1B390-0C23-466E-987C-26420A5F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CA7C-B9D0-4A72-8061-1E02AA1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FC84-C9FE-4BFA-9B4E-4516A13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A469-3EFC-4F94-8482-378582E1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88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9454-6F74-46A8-B299-4AF451BF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5CA9-A0BD-4609-9307-BAF987B26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4293-851E-4FA2-BFF2-B646A42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07F5-F26D-4A91-8D70-AB54F8B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CBD8-D942-449E-A2B8-358CD13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17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50897-0C2E-420B-9A38-A8D5C1D72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50317" y="1517904"/>
            <a:ext cx="2220731" cy="45467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B2173-32A5-4677-A08F-DAB8FD430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7904" y="1517904"/>
            <a:ext cx="6562553" cy="45467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124D-B801-4A6A-9DAF-EBC1B98F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F8DF-2544-45A5-B62B-BB7948FC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232D-131E-4BE6-8E2E-BAF5A3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1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‹nº›</a:t>
            </a:fld>
            <a:endParaRPr lang="en-US" sz="1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99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908ADE-1343-D45F-1370-133B1D2BD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7980" y="1030406"/>
            <a:ext cx="5068121" cy="3506879"/>
          </a:xfrm>
        </p:spPr>
        <p:txBody>
          <a:bodyPr anchor="ctr">
            <a:normAutofit/>
          </a:bodyPr>
          <a:lstStyle/>
          <a:p>
            <a:pPr algn="l"/>
            <a:r>
              <a:rPr lang="pt-BR" dirty="0"/>
              <a:t>Modulo.java</a:t>
            </a:r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B793CE-1BB7-E190-6447-E17F0E7E0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47980" y="4691564"/>
            <a:ext cx="5068121" cy="1136029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Calibrando modulo para evitar </a:t>
            </a:r>
            <a:r>
              <a:rPr lang="pt-BR" dirty="0" err="1"/>
              <a:t>jilter</a:t>
            </a:r>
            <a:endParaRPr lang="pt-B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F537B6-9492-1C60-3635-4EB790D28F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780" r="16134" b="2"/>
          <a:stretch>
            <a:fillRect/>
          </a:stretch>
        </p:blipFill>
        <p:spPr>
          <a:xfrm>
            <a:off x="20" y="10"/>
            <a:ext cx="540449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3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C30CF81-B18D-8E49-0B2A-CB3E77D3B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07760" cy="6858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6F943D9-BC09-C126-01C6-BA48C8F5436F}"/>
              </a:ext>
            </a:extLst>
          </p:cNvPr>
          <p:cNvSpPr txBox="1"/>
          <p:nvPr/>
        </p:nvSpPr>
        <p:spPr>
          <a:xfrm>
            <a:off x="6207760" y="791510"/>
            <a:ext cx="6096000" cy="5742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//#region Robô parado corrigir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jilter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HOLD DO STEER QUANDO O ROBÔ ESTÁ PARADO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Quando a velocidade solicitada estiver muito próxima de zero,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módulo mantém o último ângulo válido em vez de aceitar um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novo ângulo gerado pela cinemática.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Isso evita movimentos desnecessários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quando o robô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está parado.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Velocidade abaixo de 0,05 m/s = módulo considerado parado.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STOP_SPEED_THRESHOLD_MPS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Último ângulo válido solicitado ao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lastDesiredAngle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Na primeira execução usamos o ângulo REAL atual do módulo.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Isso evita que, ao ligar o robô, o módulo tente ir para 0°.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hasLastDesiredAngle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646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02D8913-DAA4-9975-ADA8-E98D3E98B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73546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534F91E-4026-36C4-0FDB-91840539FC04}"/>
              </a:ext>
            </a:extLst>
          </p:cNvPr>
          <p:cNvSpPr txBox="1"/>
          <p:nvPr/>
        </p:nvSpPr>
        <p:spPr>
          <a:xfrm>
            <a:off x="6482080" y="903270"/>
            <a:ext cx="5882640" cy="5742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    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1 - ÂNGULO ATUAL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fromRadians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turnPositionRad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1.1 - INICIALIZA O ÚLTIMO ÂNGULO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Na primeira execução, não queremos mandar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automaticamente para 0°.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Portanto, o primeiro ângulo armazenado é exatamente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ângulo REAL em que o módulo já se encontra.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hasLastDesiredAngle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lastDesiredAngle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hasLastDesiredAngle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</p:txBody>
      </p:sp>
    </p:spTree>
    <p:extLst>
      <p:ext uri="{BB962C8B-B14F-4D97-AF65-F5344CB8AC3E}">
        <p14:creationId xmlns:p14="http://schemas.microsoft.com/office/powerpoint/2010/main" val="4106336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4FFB5C9-BAC4-2B5A-1A3B-481517C72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8D5479D-DC49-C6E3-91E7-EFBDB3BB2076}"/>
              </a:ext>
            </a:extLst>
          </p:cNvPr>
          <p:cNvSpPr txBox="1"/>
          <p:nvPr/>
        </p:nvSpPr>
        <p:spPr>
          <a:xfrm>
            <a:off x="5811520" y="-402350"/>
            <a:ext cx="5872480" cy="7203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2.1 - HOLD DO ÚLTIMO ÂNGULO QUANDO PARADO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Se a velocidade desejada for praticamente zero,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NÃO usamos um novo ângulo vindo da cinemática.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Em vez disso: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= 0 m/s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     = último ângulo válido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Quando o módulo volta a se movimentar, atualizamos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normalmente o último ângulo desejado.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holdingAngle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optimizedState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speedMetersPerSecond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STOP_SPEED_THRESHOLD_MPS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holdingAngle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optimizedState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SwerveModuleState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lastDesiredAngle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lastDesiredAngle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optimizedState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Log para verificar no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AdvantageScope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HoldingLastAngle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holdingAngle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</p:txBody>
      </p:sp>
    </p:spTree>
    <p:extLst>
      <p:ext uri="{BB962C8B-B14F-4D97-AF65-F5344CB8AC3E}">
        <p14:creationId xmlns:p14="http://schemas.microsoft.com/office/powerpoint/2010/main" val="1762578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629D44D-A142-1F11-8BEF-AA73F29F2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996223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C25E353-14EF-9164-E3CD-6C602DB12D8B}"/>
              </a:ext>
            </a:extLst>
          </p:cNvPr>
          <p:cNvSpPr txBox="1"/>
          <p:nvPr/>
        </p:nvSpPr>
        <p:spPr>
          <a:xfrm>
            <a:off x="6996223" y="1744821"/>
            <a:ext cx="5516880" cy="3368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SINCRONIZA O HOLD COM O ÂNGULO DE CALIBRAÇÃO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Se a calibração mover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diretamente,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atualizamos também o último ângulo conhecido.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Assim, ao terminar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SysId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/calibração,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módulo não tenta voltar para um ângulo antigo.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lastDesiredAngle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fromRadians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normalizedAngle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hasLastDesiredAngle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14128555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VTI">
  <a:themeElements>
    <a:clrScheme name="Prismatic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42B3BD"/>
      </a:accent1>
      <a:accent2>
        <a:srgbClr val="51B851"/>
      </a:accent2>
      <a:accent3>
        <a:srgbClr val="B5A603"/>
      </a:accent3>
      <a:accent4>
        <a:srgbClr val="F58505"/>
      </a:accent4>
      <a:accent5>
        <a:srgbClr val="FA2481"/>
      </a:accent5>
      <a:accent6>
        <a:srgbClr val="9CA2AB"/>
      </a:accent6>
      <a:hlink>
        <a:srgbClr val="FA2481"/>
      </a:hlink>
      <a:folHlink>
        <a:srgbClr val="57618E"/>
      </a:folHlink>
    </a:clrScheme>
    <a:fontScheme name="Custom 166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VTI" id="{DA44D624-A564-4DE8-8446-0CD5C485C979}" vid="{8B2B1550-B69C-4156-BAEC-B2E559F94BD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566</Words>
  <Application>Microsoft Office PowerPoint</Application>
  <PresentationFormat>Widescreen</PresentationFormat>
  <Paragraphs>108</Paragraphs>
  <Slides>5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Aharoni</vt:lpstr>
      <vt:lpstr>Aptos</vt:lpstr>
      <vt:lpstr>Arial</vt:lpstr>
      <vt:lpstr>Avenir Next LT Pro</vt:lpstr>
      <vt:lpstr>Consolas</vt:lpstr>
      <vt:lpstr>PrismaticVTI</vt:lpstr>
      <vt:lpstr>Modulo.java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6</cp:revision>
  <dcterms:created xsi:type="dcterms:W3CDTF">2026-09-24T13:28:39Z</dcterms:created>
  <dcterms:modified xsi:type="dcterms:W3CDTF">2026-09-24T14:10:32Z</dcterms:modified>
</cp:coreProperties>
</file>