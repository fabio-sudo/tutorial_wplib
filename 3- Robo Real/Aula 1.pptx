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9" r:id="rId14"/>
    <p:sldId id="268" r:id="rId15"/>
    <p:sldId id="270" r:id="rId16"/>
    <p:sldId id="271" r:id="rId17"/>
    <p:sldId id="272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B72B8-BB18-6148-D1CF-9BC9E9843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8847CB-31BA-87CF-D59E-9A4F6E025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6F6144-60CA-E805-5B3A-4BF36EEC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ECE78F-4D27-3EF8-66F8-05BDFF31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E3E22C-3962-DA2B-1181-9820C4A8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04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AAC12-3AB5-5786-344E-6E94FA74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77219-20CD-79F4-70A6-CBB29C38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166C9-62B6-1AB3-DA48-0DC5EECC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0E152D-1EF4-C055-2780-52DBE1CA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139CB8-3DBD-B079-93E0-FF5CE13D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29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AB64F-209D-F002-CF9B-A980FAC5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95A94F-D00A-D4D2-080D-F2E909347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EA6DD-F5AD-078B-F707-3AA66BE8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7467ED-BBB8-401B-ABE5-64A93C47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0E5AD-53BD-B101-5190-400EA447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48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4B1E-8FC6-F9F0-6E21-D647BFAF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58D605-DC55-4653-F944-359616B82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97FB46-0C99-AF46-A4BF-289BC8BC0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AE3A20-B3DA-2DB8-0864-7950D0BF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D1500E-B8FE-9A4F-4A53-4CC89985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55CF7B-FFA7-3C15-CE14-06057FC4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43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F01B4-938E-39C5-33F6-7B08146E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4801C2-9BD5-53E3-64C4-4CBDF949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2EC584-2022-A2DD-14FA-859741974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57FB5CD-3CE9-5A5F-9850-8147E51CB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2A6A3C-6900-72B3-A642-5AD213D10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93B903-CBA4-DF73-4422-EE8ADFB1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74B99A-43D7-1B9E-2C6E-7C7A9815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58EC38-D941-2232-CB20-8143EA21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65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AF51F-B3E0-D61F-DA8E-5F1952DC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48725A-9D45-AF63-F346-DCCA6425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2EF899-6777-A5D3-30B2-F06B4191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739AA2-6987-7D6C-B03B-D6452AC9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102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2F7FEA-3EAF-7CF0-C31A-F59AA798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FD7311-D525-B2E0-D915-4D2D5174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7D2722-4312-6005-5BC0-17221D85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80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E2274-C57E-13C6-235A-6AAA760F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BFA2F8-9321-443A-A4E9-CEFA72E4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BAD581-842A-E1C9-6D3C-4E1CCCCD2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ED1DB0-6683-F858-E1EA-3865FEFB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0DC46B-3292-5DB5-ADE1-E9D31283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17BF6-6BCB-FEBA-35A4-CB8B5CDF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35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561F7-326D-5AD5-9B6D-6C601EEA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D721EA-34CE-D2B5-9DB4-BA5A1E148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4DCC71-BDEE-080C-B96F-86ABFDD1B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56663E-874C-F336-08A6-4D67C6F9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395B6C-F395-DBE1-03C4-6F19C08F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022F73-5980-AE10-C5A0-A70C4F97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45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BDDF6-3989-7858-D504-400A9FBB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49793C-E26E-AD5E-A5B2-039FE1B66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245BCE-0AF7-2BE4-D5E7-EA1652BB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203517-9C4D-F5BA-E65E-985DCBF1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42DC97-E41A-39AF-2645-847DCD1E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52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E64DA7-AA29-4814-0871-5D0312A8B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EE27CF-5A18-2C7A-6EDE-FE17AF682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33D4F-774C-8D6F-58AA-D9D61ADA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C50ED9-4082-0E7B-AE0D-4060009F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F3A99-2FFB-C850-B095-34574340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09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20BEC4A-B045-FE91-AF3D-391DCA2F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FEFBCA-2BEA-7053-DA86-92E84084F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97FC73-76A5-D9F7-4A41-3D3CFF638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8690B-0A42-400C-B3B3-3C35C6D3B773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30DC7-9D69-CCA1-2B3C-FD7E2CDF3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5A67FD-FBAA-9688-E9B1-B099730C5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A398B-C881-4B5E-85DE-8D0EEAC1DE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1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A9B14-2BDB-0E06-77DD-B6B16FAEB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Verificar dispositivos no Phoenix </a:t>
            </a:r>
            <a:r>
              <a:rPr lang="pt-BR" dirty="0" err="1"/>
              <a:t>Tuner</a:t>
            </a:r>
            <a:r>
              <a:rPr lang="pt-BR" dirty="0"/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402920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C9F50-B36E-17D1-1344-6CA4D978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Nesta primeira verificação, o objetivo é simplesmente confirmar: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6FEAB2-CA5C-E429-4EB7-753E08810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✅ dispositivo aparece </a:t>
            </a:r>
          </a:p>
          <a:p>
            <a:r>
              <a:rPr lang="pt-BR" dirty="0"/>
              <a:t>✅ CAN ID correto </a:t>
            </a:r>
          </a:p>
          <a:p>
            <a:r>
              <a:rPr lang="pt-BR" dirty="0"/>
              <a:t>✅ sem </a:t>
            </a:r>
            <a:r>
              <a:rPr lang="pt-BR" dirty="0" err="1"/>
              <a:t>IDs</a:t>
            </a:r>
            <a:r>
              <a:rPr lang="pt-BR" dirty="0"/>
              <a:t> duplicados </a:t>
            </a:r>
          </a:p>
          <a:p>
            <a:r>
              <a:rPr lang="pt-BR" dirty="0"/>
              <a:t>✅ </a:t>
            </a:r>
            <a:r>
              <a:rPr lang="pt-BR" dirty="0" err="1"/>
              <a:t>TalonFX</a:t>
            </a:r>
            <a:r>
              <a:rPr lang="pt-BR" dirty="0"/>
              <a:t> responde </a:t>
            </a:r>
          </a:p>
          <a:p>
            <a:r>
              <a:rPr lang="pt-BR" dirty="0"/>
              <a:t>✅ </a:t>
            </a:r>
            <a:r>
              <a:rPr lang="pt-BR" dirty="0" err="1"/>
              <a:t>CANcoder</a:t>
            </a:r>
            <a:r>
              <a:rPr lang="pt-BR" dirty="0"/>
              <a:t> responde </a:t>
            </a:r>
          </a:p>
          <a:p>
            <a:r>
              <a:rPr lang="pt-BR" dirty="0"/>
              <a:t>✅ </a:t>
            </a:r>
            <a:r>
              <a:rPr lang="pt-BR" dirty="0" err="1"/>
              <a:t>Pigeon</a:t>
            </a:r>
            <a:r>
              <a:rPr lang="pt-BR" dirty="0"/>
              <a:t> 2 responde</a:t>
            </a:r>
          </a:p>
        </p:txBody>
      </p:sp>
    </p:spTree>
    <p:extLst>
      <p:ext uri="{BB962C8B-B14F-4D97-AF65-F5344CB8AC3E}">
        <p14:creationId xmlns:p14="http://schemas.microsoft.com/office/powerpoint/2010/main" val="304444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019A3E-10DA-C7AA-B61B-62AD8E42D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8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926B91-B730-BF44-CD5E-43CBBB818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8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2821E5A-C188-4F04-6879-55927459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7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6D170B-AD83-B5C3-FBB6-97455AE0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9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580D8-F618-3B55-59A4-8A6CD9907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CANcoder</a:t>
            </a:r>
            <a:r>
              <a:rPr lang="pt-BR" dirty="0"/>
              <a:t> e zero mecânico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9245F5-8724-F9D1-195E-AF00182F8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Agora começa a calibração de verdade.</a:t>
            </a:r>
          </a:p>
        </p:txBody>
      </p:sp>
    </p:spTree>
    <p:extLst>
      <p:ext uri="{BB962C8B-B14F-4D97-AF65-F5344CB8AC3E}">
        <p14:creationId xmlns:p14="http://schemas.microsoft.com/office/powerpoint/2010/main" val="3809583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33086-CE9D-59BA-65B1-70AF1688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 </a:t>
            </a:r>
            <a:r>
              <a:rPr lang="pt-BR" dirty="0" err="1"/>
              <a:t>Lef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A8C0A-AB48-95C4-A4A7-6795500A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8200" cy="4351338"/>
          </a:xfrm>
        </p:spPr>
        <p:txBody>
          <a:bodyPr/>
          <a:lstStyle/>
          <a:p>
            <a:r>
              <a:rPr lang="pt-BR" dirty="0"/>
              <a:t>Drive ID 13 </a:t>
            </a:r>
            <a:r>
              <a:rPr lang="pt-BR" dirty="0" err="1"/>
              <a:t>Steer</a:t>
            </a:r>
            <a:r>
              <a:rPr lang="pt-BR" dirty="0"/>
              <a:t> </a:t>
            </a:r>
          </a:p>
          <a:p>
            <a:r>
              <a:rPr lang="pt-BR" dirty="0"/>
              <a:t>ID 11 </a:t>
            </a:r>
            <a:r>
              <a:rPr lang="pt-BR" dirty="0" err="1"/>
              <a:t>CANcoder</a:t>
            </a:r>
            <a:r>
              <a:rPr lang="pt-BR" dirty="0"/>
              <a:t> </a:t>
            </a:r>
          </a:p>
          <a:p>
            <a:r>
              <a:rPr lang="pt-BR" dirty="0"/>
              <a:t>ID 12 Offset -0.067626953125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CA2ABB-D012-5EF7-D664-DC1AD9C5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901" y="2200103"/>
            <a:ext cx="3038899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005B94-060E-AB58-BB8A-9B9B3EBC4D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F265BFF-BB7E-6B58-770D-6F3348C17DCF}"/>
              </a:ext>
            </a:extLst>
          </p:cNvPr>
          <p:cNvSpPr/>
          <p:nvPr/>
        </p:nvSpPr>
        <p:spPr>
          <a:xfrm>
            <a:off x="2617076" y="2743200"/>
            <a:ext cx="1198179" cy="10405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32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DF17B9-33E0-6A36-6D3B-EE374629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93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1B4CF-94B6-70F1-31ED-E3FC4E7A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955"/>
          </a:xfrm>
        </p:spPr>
        <p:txBody>
          <a:bodyPr/>
          <a:lstStyle/>
          <a:p>
            <a:r>
              <a:rPr lang="pt-BR" dirty="0"/>
              <a:t>Vamos testar cada um dos módulos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B0B7BE-5AC8-BB4D-4373-15F005CD4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6773224" cy="4351338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0897C6E-479B-AEF3-59A1-074AC3DB7C5C}"/>
              </a:ext>
            </a:extLst>
          </p:cNvPr>
          <p:cNvSpPr/>
          <p:nvPr/>
        </p:nvSpPr>
        <p:spPr>
          <a:xfrm>
            <a:off x="241738" y="2228193"/>
            <a:ext cx="462455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81E81CD-80BF-FA82-335F-51C8153D7B69}"/>
              </a:ext>
            </a:extLst>
          </p:cNvPr>
          <p:cNvSpPr/>
          <p:nvPr/>
        </p:nvSpPr>
        <p:spPr>
          <a:xfrm rot="9880284">
            <a:off x="5199819" y="3480593"/>
            <a:ext cx="462455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73258B5-D3F6-46CA-CF7E-E367AE9A3BB5}"/>
              </a:ext>
            </a:extLst>
          </p:cNvPr>
          <p:cNvSpPr/>
          <p:nvPr/>
        </p:nvSpPr>
        <p:spPr>
          <a:xfrm rot="9880284">
            <a:off x="3553898" y="1908587"/>
            <a:ext cx="462455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7495B28D-EEFE-E98A-E707-1D1A4F0D7257}"/>
              </a:ext>
            </a:extLst>
          </p:cNvPr>
          <p:cNvSpPr/>
          <p:nvPr/>
        </p:nvSpPr>
        <p:spPr>
          <a:xfrm rot="9880284">
            <a:off x="2527737" y="1588980"/>
            <a:ext cx="462455" cy="536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10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F7B74-258D-246A-DB9C-89D1360C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6ED9DB-B36C-7F07-5748-741B94E5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060"/>
            <a:ext cx="10515600" cy="48698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Alinhe com uma régua e verifique </a:t>
            </a:r>
          </a:p>
          <a:p>
            <a:r>
              <a:rPr lang="pt-BR" b="1" dirty="0"/>
              <a:t>Absolute Position   </a:t>
            </a:r>
          </a:p>
          <a:p>
            <a:pPr marL="0" indent="0">
              <a:buNone/>
            </a:pPr>
            <a:r>
              <a:rPr lang="pt-BR" dirty="0"/>
              <a:t>-0.003418 × 360 ≈ -1,23°</a:t>
            </a:r>
          </a:p>
          <a:p>
            <a:pPr marL="0" indent="0">
              <a:buNone/>
            </a:pPr>
            <a:r>
              <a:rPr lang="pt-BR" dirty="0"/>
              <a:t>Ou seja, com a roda novamente alinhada pela régua, o erro ficou em aproximadamente </a:t>
            </a:r>
            <a:r>
              <a:rPr lang="pt-BR" b="1" dirty="0"/>
              <a:t>1,2°</a:t>
            </a:r>
            <a:r>
              <a:rPr lang="pt-BR" dirty="0"/>
              <a:t>, o que é bem pequeno para um alinhamento manual.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Gire 90°</a:t>
            </a:r>
          </a:p>
          <a:p>
            <a:pPr marL="0" indent="0">
              <a:buNone/>
            </a:pPr>
            <a:r>
              <a:rPr lang="pt-BR" dirty="0"/>
              <a:t>0.233154 </a:t>
            </a:r>
            <a:r>
              <a:rPr lang="pt-BR" dirty="0" err="1"/>
              <a:t>rotations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Ou seja, você girou manualmente algo perto de </a:t>
            </a:r>
            <a:r>
              <a:rPr lang="pt-BR" b="1" dirty="0"/>
              <a:t>84°</a:t>
            </a:r>
            <a:r>
              <a:rPr lang="pt-BR" dirty="0"/>
              <a:t>, bem próximo dos 90° esperados. Como foi feito à mão, está totalmente aceitável para esse teste.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23692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ngrenagens de uma máquina">
            <a:extLst>
              <a:ext uri="{FF2B5EF4-FFF2-40B4-BE49-F238E27FC236}">
                <a16:creationId xmlns:a16="http://schemas.microsoft.com/office/drawing/2014/main" id="{EB4A1022-0AFB-4667-613B-6C3B8D84F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" b="700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DF160-5D2B-7273-68B7-D679AFFF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88252"/>
            <a:ext cx="10058400" cy="2412076"/>
          </a:xfr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dirty="0" err="1"/>
              <a:t>Faça</a:t>
            </a:r>
            <a:r>
              <a:rPr lang="en-US" sz="5200" b="1" dirty="0"/>
              <a:t> para </a:t>
            </a:r>
            <a:r>
              <a:rPr lang="en-US" sz="5200" b="1" dirty="0" err="1"/>
              <a:t>cada</a:t>
            </a:r>
            <a:r>
              <a:rPr lang="en-US" sz="5200" b="1" dirty="0"/>
              <a:t> um dos </a:t>
            </a:r>
            <a:r>
              <a:rPr lang="en-US" sz="5200" b="1" dirty="0" err="1"/>
              <a:t>motores</a:t>
            </a:r>
            <a:br>
              <a:rPr lang="en-US" sz="5200" b="1" dirty="0"/>
            </a:br>
            <a:r>
              <a:rPr lang="en-US" sz="2400" b="1" dirty="0"/>
              <a:t>Utilize IA para </a:t>
            </a:r>
            <a:r>
              <a:rPr lang="en-US" sz="2400" b="1" dirty="0" err="1"/>
              <a:t>verificar</a:t>
            </a:r>
            <a:r>
              <a:rPr lang="en-US" sz="2400" b="1" dirty="0"/>
              <a:t> se </a:t>
            </a:r>
            <a:r>
              <a:rPr lang="en-US" sz="2400" b="1" dirty="0" err="1"/>
              <a:t>eles</a:t>
            </a:r>
            <a:r>
              <a:rPr lang="en-US" sz="2400" b="1" dirty="0"/>
              <a:t> </a:t>
            </a:r>
            <a:r>
              <a:rPr lang="en-US" sz="2400" b="1" dirty="0" err="1"/>
              <a:t>ficaram</a:t>
            </a:r>
            <a:r>
              <a:rPr lang="en-US" sz="2400" b="1" dirty="0"/>
              <a:t> </a:t>
            </a:r>
            <a:r>
              <a:rPr lang="en-US" sz="2400" b="1" dirty="0" err="1"/>
              <a:t>coerentes</a:t>
            </a:r>
            <a:r>
              <a:rPr lang="en-US" sz="2400" b="1" dirty="0"/>
              <a:t> </a:t>
            </a:r>
            <a:r>
              <a:rPr lang="en-US" sz="2400" b="1" dirty="0" err="1"/>
              <a:t>essses</a:t>
            </a:r>
            <a:r>
              <a:rPr lang="en-US" sz="2400" b="1" dirty="0"/>
              <a:t> testes </a:t>
            </a:r>
            <a:r>
              <a:rPr lang="en-US" sz="2400" b="1" dirty="0" err="1"/>
              <a:t>são</a:t>
            </a:r>
            <a:r>
              <a:rPr lang="en-US" sz="2400" b="1" dirty="0"/>
              <a:t> manual</a:t>
            </a:r>
            <a:br>
              <a:rPr lang="en-US" sz="2400" b="1" dirty="0"/>
            </a:br>
            <a:r>
              <a:rPr lang="en-US" sz="2400" b="1" dirty="0"/>
              <a:t>utilize um </a:t>
            </a:r>
            <a:r>
              <a:rPr lang="en-US" sz="2400" b="1" dirty="0" err="1"/>
              <a:t>gabarito</a:t>
            </a:r>
            <a:r>
              <a:rPr lang="en-US" sz="2400" b="1" dirty="0"/>
              <a:t> </a:t>
            </a:r>
            <a:r>
              <a:rPr lang="en-US" sz="2400" b="1" dirty="0" err="1"/>
              <a:t>ou</a:t>
            </a:r>
            <a:r>
              <a:rPr lang="en-US" sz="2400" b="1" dirty="0"/>
              <a:t> </a:t>
            </a:r>
            <a:r>
              <a:rPr lang="en-US" sz="2400" b="1" dirty="0" err="1"/>
              <a:t>régua</a:t>
            </a:r>
            <a:endParaRPr lang="en-US" sz="5200" b="1" dirty="0"/>
          </a:p>
        </p:txBody>
      </p:sp>
    </p:spTree>
    <p:extLst>
      <p:ext uri="{BB962C8B-B14F-4D97-AF65-F5344CB8AC3E}">
        <p14:creationId xmlns:p14="http://schemas.microsoft.com/office/powerpoint/2010/main" val="55250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C37883-ED58-3494-7C98-28034A44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6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DD9A1B-23F2-4443-B0D4-00FF72D27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A69CBB-DA63-440A-B853-88D42A6F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60" y="873720"/>
            <a:ext cx="10534650" cy="4962109"/>
          </a:xfrm>
          <a:custGeom>
            <a:avLst/>
            <a:gdLst>
              <a:gd name="connsiteX0" fmla="*/ 6180200 w 10534650"/>
              <a:gd name="connsiteY0" fmla="*/ 4801197 h 4962109"/>
              <a:gd name="connsiteX1" fmla="*/ 6147637 w 10534650"/>
              <a:gd name="connsiteY1" fmla="*/ 4805291 h 4962109"/>
              <a:gd name="connsiteX2" fmla="*/ 6164640 w 10534650"/>
              <a:gd name="connsiteY2" fmla="*/ 4804893 h 4962109"/>
              <a:gd name="connsiteX3" fmla="*/ 6180200 w 10534650"/>
              <a:gd name="connsiteY3" fmla="*/ 4801197 h 4962109"/>
              <a:gd name="connsiteX4" fmla="*/ 5969537 w 10534650"/>
              <a:gd name="connsiteY4" fmla="*/ 4731750 h 4962109"/>
              <a:gd name="connsiteX5" fmla="*/ 5980870 w 10534650"/>
              <a:gd name="connsiteY5" fmla="*/ 4743324 h 4962109"/>
              <a:gd name="connsiteX6" fmla="*/ 5980870 w 10534650"/>
              <a:gd name="connsiteY6" fmla="*/ 4743323 h 4962109"/>
              <a:gd name="connsiteX7" fmla="*/ 6712815 w 10534650"/>
              <a:gd name="connsiteY7" fmla="*/ 4676908 h 4962109"/>
              <a:gd name="connsiteX8" fmla="*/ 6712815 w 10534650"/>
              <a:gd name="connsiteY8" fmla="*/ 4676909 h 4962109"/>
              <a:gd name="connsiteX9" fmla="*/ 6734605 w 10534650"/>
              <a:gd name="connsiteY9" fmla="*/ 4700281 h 4962109"/>
              <a:gd name="connsiteX10" fmla="*/ 6712815 w 10534650"/>
              <a:gd name="connsiteY10" fmla="*/ 4676908 h 4962109"/>
              <a:gd name="connsiteX11" fmla="*/ 5236566 w 10534650"/>
              <a:gd name="connsiteY11" fmla="*/ 4571169 h 4962109"/>
              <a:gd name="connsiteX12" fmla="*/ 5264294 w 10534650"/>
              <a:gd name="connsiteY12" fmla="*/ 4579674 h 4962109"/>
              <a:gd name="connsiteX13" fmla="*/ 5280204 w 10534650"/>
              <a:gd name="connsiteY13" fmla="*/ 4586908 h 4962109"/>
              <a:gd name="connsiteX14" fmla="*/ 5280336 w 10534650"/>
              <a:gd name="connsiteY14" fmla="*/ 4586967 h 4962109"/>
              <a:gd name="connsiteX15" fmla="*/ 5294396 w 10534650"/>
              <a:gd name="connsiteY15" fmla="*/ 4593609 h 4962109"/>
              <a:gd name="connsiteX16" fmla="*/ 5296104 w 10534650"/>
              <a:gd name="connsiteY16" fmla="*/ 4594130 h 4962109"/>
              <a:gd name="connsiteX17" fmla="*/ 5301566 w 10534650"/>
              <a:gd name="connsiteY17" fmla="*/ 4596610 h 4962109"/>
              <a:gd name="connsiteX18" fmla="*/ 5323749 w 10534650"/>
              <a:gd name="connsiteY18" fmla="*/ 4602562 h 4962109"/>
              <a:gd name="connsiteX19" fmla="*/ 5296104 w 10534650"/>
              <a:gd name="connsiteY19" fmla="*/ 4594130 h 4962109"/>
              <a:gd name="connsiteX20" fmla="*/ 5280336 w 10534650"/>
              <a:gd name="connsiteY20" fmla="*/ 4586967 h 4962109"/>
              <a:gd name="connsiteX21" fmla="*/ 5266003 w 10534650"/>
              <a:gd name="connsiteY21" fmla="*/ 4580197 h 4962109"/>
              <a:gd name="connsiteX22" fmla="*/ 5264294 w 10534650"/>
              <a:gd name="connsiteY22" fmla="*/ 4579674 h 4962109"/>
              <a:gd name="connsiteX23" fmla="*/ 5258823 w 10534650"/>
              <a:gd name="connsiteY23" fmla="*/ 4577184 h 4962109"/>
              <a:gd name="connsiteX24" fmla="*/ 5236566 w 10534650"/>
              <a:gd name="connsiteY24" fmla="*/ 4571169 h 4962109"/>
              <a:gd name="connsiteX25" fmla="*/ 5514391 w 10534650"/>
              <a:gd name="connsiteY25" fmla="*/ 4562409 h 4962109"/>
              <a:gd name="connsiteX26" fmla="*/ 5571581 w 10534650"/>
              <a:gd name="connsiteY26" fmla="*/ 4569638 h 4962109"/>
              <a:gd name="connsiteX27" fmla="*/ 5542458 w 10534650"/>
              <a:gd name="connsiteY27" fmla="*/ 4562909 h 4962109"/>
              <a:gd name="connsiteX28" fmla="*/ 5514391 w 10534650"/>
              <a:gd name="connsiteY28" fmla="*/ 4562409 h 4962109"/>
              <a:gd name="connsiteX29" fmla="*/ 3097094 w 10534650"/>
              <a:gd name="connsiteY29" fmla="*/ 4429045 h 4962109"/>
              <a:gd name="connsiteX30" fmla="*/ 3088347 w 10534650"/>
              <a:gd name="connsiteY30" fmla="*/ 4439791 h 4962109"/>
              <a:gd name="connsiteX31" fmla="*/ 3072652 w 10534650"/>
              <a:gd name="connsiteY31" fmla="*/ 4457084 h 4962109"/>
              <a:gd name="connsiteX32" fmla="*/ 3053825 w 10534650"/>
              <a:gd name="connsiteY32" fmla="*/ 4465207 h 4962109"/>
              <a:gd name="connsiteX33" fmla="*/ 3088348 w 10534650"/>
              <a:gd name="connsiteY33" fmla="*/ 4439791 h 4962109"/>
              <a:gd name="connsiteX34" fmla="*/ 4090071 w 10534650"/>
              <a:gd name="connsiteY34" fmla="*/ 4402823 h 4962109"/>
              <a:gd name="connsiteX35" fmla="*/ 4105672 w 10534650"/>
              <a:gd name="connsiteY35" fmla="*/ 4404644 h 4962109"/>
              <a:gd name="connsiteX36" fmla="*/ 4121173 w 10534650"/>
              <a:gd name="connsiteY36" fmla="*/ 4414076 h 4962109"/>
              <a:gd name="connsiteX37" fmla="*/ 4105673 w 10534650"/>
              <a:gd name="connsiteY37" fmla="*/ 4404644 h 4962109"/>
              <a:gd name="connsiteX38" fmla="*/ 4105672 w 10534650"/>
              <a:gd name="connsiteY38" fmla="*/ 4404644 h 4962109"/>
              <a:gd name="connsiteX39" fmla="*/ 4105672 w 10534650"/>
              <a:gd name="connsiteY39" fmla="*/ 4404644 h 4962109"/>
              <a:gd name="connsiteX40" fmla="*/ 4090071 w 10534650"/>
              <a:gd name="connsiteY40" fmla="*/ 4402823 h 4962109"/>
              <a:gd name="connsiteX41" fmla="*/ 3874703 w 10534650"/>
              <a:gd name="connsiteY41" fmla="*/ 4390456 h 4962109"/>
              <a:gd name="connsiteX42" fmla="*/ 3921126 w 10534650"/>
              <a:gd name="connsiteY42" fmla="*/ 4417222 h 4962109"/>
              <a:gd name="connsiteX43" fmla="*/ 3896594 w 10534650"/>
              <a:gd name="connsiteY43" fmla="*/ 4409211 h 4962109"/>
              <a:gd name="connsiteX44" fmla="*/ 3874703 w 10534650"/>
              <a:gd name="connsiteY44" fmla="*/ 4390456 h 4962109"/>
              <a:gd name="connsiteX45" fmla="*/ 7873706 w 10534650"/>
              <a:gd name="connsiteY45" fmla="*/ 4301238 h 4962109"/>
              <a:gd name="connsiteX46" fmla="*/ 7892206 w 10534650"/>
              <a:gd name="connsiteY46" fmla="*/ 4317039 h 4962109"/>
              <a:gd name="connsiteX47" fmla="*/ 7899880 w 10534650"/>
              <a:gd name="connsiteY47" fmla="*/ 4320773 h 4962109"/>
              <a:gd name="connsiteX48" fmla="*/ 7892205 w 10534650"/>
              <a:gd name="connsiteY48" fmla="*/ 4317038 h 4962109"/>
              <a:gd name="connsiteX49" fmla="*/ 7873706 w 10534650"/>
              <a:gd name="connsiteY49" fmla="*/ 4301238 h 4962109"/>
              <a:gd name="connsiteX50" fmla="*/ 1456506 w 10534650"/>
              <a:gd name="connsiteY50" fmla="*/ 3863438 h 4962109"/>
              <a:gd name="connsiteX51" fmla="*/ 1442667 w 10534650"/>
              <a:gd name="connsiteY51" fmla="*/ 3867764 h 4962109"/>
              <a:gd name="connsiteX52" fmla="*/ 1397372 w 10534650"/>
              <a:gd name="connsiteY52" fmla="*/ 3890362 h 4962109"/>
              <a:gd name="connsiteX53" fmla="*/ 1442668 w 10534650"/>
              <a:gd name="connsiteY53" fmla="*/ 3867764 h 4962109"/>
              <a:gd name="connsiteX54" fmla="*/ 1071905 w 10534650"/>
              <a:gd name="connsiteY54" fmla="*/ 3816123 h 4962109"/>
              <a:gd name="connsiteX55" fmla="*/ 1062478 w 10534650"/>
              <a:gd name="connsiteY55" fmla="*/ 3818725 h 4962109"/>
              <a:gd name="connsiteX56" fmla="*/ 1022563 w 10534650"/>
              <a:gd name="connsiteY56" fmla="*/ 3825445 h 4962109"/>
              <a:gd name="connsiteX57" fmla="*/ 1062480 w 10534650"/>
              <a:gd name="connsiteY57" fmla="*/ 3818725 h 4962109"/>
              <a:gd name="connsiteX58" fmla="*/ 1209869 w 10534650"/>
              <a:gd name="connsiteY58" fmla="*/ 3815014 h 4962109"/>
              <a:gd name="connsiteX59" fmla="*/ 1257364 w 10534650"/>
              <a:gd name="connsiteY59" fmla="*/ 3832567 h 4962109"/>
              <a:gd name="connsiteX60" fmla="*/ 1209869 w 10534650"/>
              <a:gd name="connsiteY60" fmla="*/ 3815014 h 4962109"/>
              <a:gd name="connsiteX61" fmla="*/ 0 w 10534650"/>
              <a:gd name="connsiteY61" fmla="*/ 0 h 4962109"/>
              <a:gd name="connsiteX62" fmla="*/ 10534650 w 10534650"/>
              <a:gd name="connsiteY62" fmla="*/ 0 h 4962109"/>
              <a:gd name="connsiteX63" fmla="*/ 10534650 w 10534650"/>
              <a:gd name="connsiteY63" fmla="*/ 3353931 h 4962109"/>
              <a:gd name="connsiteX64" fmla="*/ 10495227 w 10534650"/>
              <a:gd name="connsiteY64" fmla="*/ 3401247 h 4962109"/>
              <a:gd name="connsiteX65" fmla="*/ 10463118 w 10534650"/>
              <a:gd name="connsiteY65" fmla="*/ 3434133 h 4962109"/>
              <a:gd name="connsiteX66" fmla="*/ 10378879 w 10534650"/>
              <a:gd name="connsiteY66" fmla="*/ 3472380 h 4962109"/>
              <a:gd name="connsiteX67" fmla="*/ 10304799 w 10534650"/>
              <a:gd name="connsiteY67" fmla="*/ 3500370 h 4962109"/>
              <a:gd name="connsiteX68" fmla="*/ 10250242 w 10534650"/>
              <a:gd name="connsiteY68" fmla="*/ 3533216 h 4962109"/>
              <a:gd name="connsiteX69" fmla="*/ 10204013 w 10534650"/>
              <a:gd name="connsiteY69" fmla="*/ 3563655 h 4962109"/>
              <a:gd name="connsiteX70" fmla="*/ 10098588 w 10534650"/>
              <a:gd name="connsiteY70" fmla="*/ 3643324 h 4962109"/>
              <a:gd name="connsiteX71" fmla="*/ 9983369 w 10534650"/>
              <a:gd name="connsiteY71" fmla="*/ 3708784 h 4962109"/>
              <a:gd name="connsiteX72" fmla="*/ 9888637 w 10534650"/>
              <a:gd name="connsiteY72" fmla="*/ 3792146 h 4962109"/>
              <a:gd name="connsiteX73" fmla="*/ 9848780 w 10534650"/>
              <a:gd name="connsiteY73" fmla="*/ 3838049 h 4962109"/>
              <a:gd name="connsiteX74" fmla="*/ 9769701 w 10534650"/>
              <a:gd name="connsiteY74" fmla="*/ 3865885 h 4962109"/>
              <a:gd name="connsiteX75" fmla="*/ 9682888 w 10534650"/>
              <a:gd name="connsiteY75" fmla="*/ 3911938 h 4962109"/>
              <a:gd name="connsiteX76" fmla="*/ 9620297 w 10534650"/>
              <a:gd name="connsiteY76" fmla="*/ 3959262 h 4962109"/>
              <a:gd name="connsiteX77" fmla="*/ 9572344 w 10534650"/>
              <a:gd name="connsiteY77" fmla="*/ 3990515 h 4962109"/>
              <a:gd name="connsiteX78" fmla="*/ 9505537 w 10534650"/>
              <a:gd name="connsiteY78" fmla="*/ 4020672 h 4962109"/>
              <a:gd name="connsiteX79" fmla="*/ 9437819 w 10534650"/>
              <a:gd name="connsiteY79" fmla="*/ 4061525 h 4962109"/>
              <a:gd name="connsiteX80" fmla="*/ 9404527 w 10534650"/>
              <a:gd name="connsiteY80" fmla="*/ 4087281 h 4962109"/>
              <a:gd name="connsiteX81" fmla="*/ 9340611 w 10534650"/>
              <a:gd name="connsiteY81" fmla="*/ 4129506 h 4962109"/>
              <a:gd name="connsiteX82" fmla="*/ 9275062 w 10534650"/>
              <a:gd name="connsiteY82" fmla="*/ 4168468 h 4962109"/>
              <a:gd name="connsiteX83" fmla="*/ 9154049 w 10534650"/>
              <a:gd name="connsiteY83" fmla="*/ 4209968 h 4962109"/>
              <a:gd name="connsiteX84" fmla="*/ 9041981 w 10534650"/>
              <a:gd name="connsiteY84" fmla="*/ 4275454 h 4962109"/>
              <a:gd name="connsiteX85" fmla="*/ 8953407 w 10534650"/>
              <a:gd name="connsiteY85" fmla="*/ 4322870 h 4962109"/>
              <a:gd name="connsiteX86" fmla="*/ 8901537 w 10534650"/>
              <a:gd name="connsiteY86" fmla="*/ 4354413 h 4962109"/>
              <a:gd name="connsiteX87" fmla="*/ 8805370 w 10534650"/>
              <a:gd name="connsiteY87" fmla="*/ 4426175 h 4962109"/>
              <a:gd name="connsiteX88" fmla="*/ 8658874 w 10534650"/>
              <a:gd name="connsiteY88" fmla="*/ 4498599 h 4962109"/>
              <a:gd name="connsiteX89" fmla="*/ 8570718 w 10534650"/>
              <a:gd name="connsiteY89" fmla="*/ 4537136 h 4962109"/>
              <a:gd name="connsiteX90" fmla="*/ 8382959 w 10534650"/>
              <a:gd name="connsiteY90" fmla="*/ 4591539 h 4962109"/>
              <a:gd name="connsiteX91" fmla="*/ 8322237 w 10534650"/>
              <a:gd name="connsiteY91" fmla="*/ 4611347 h 4962109"/>
              <a:gd name="connsiteX92" fmla="*/ 8253574 w 10534650"/>
              <a:gd name="connsiteY92" fmla="*/ 4622451 h 4962109"/>
              <a:gd name="connsiteX93" fmla="*/ 8142452 w 10534650"/>
              <a:gd name="connsiteY93" fmla="*/ 4652191 h 4962109"/>
              <a:gd name="connsiteX94" fmla="*/ 7926082 w 10534650"/>
              <a:gd name="connsiteY94" fmla="*/ 4701680 h 4962109"/>
              <a:gd name="connsiteX95" fmla="*/ 7878875 w 10534650"/>
              <a:gd name="connsiteY95" fmla="*/ 4708305 h 4962109"/>
              <a:gd name="connsiteX96" fmla="*/ 7757501 w 10534650"/>
              <a:gd name="connsiteY96" fmla="*/ 4741432 h 4962109"/>
              <a:gd name="connsiteX97" fmla="*/ 7684511 w 10534650"/>
              <a:gd name="connsiteY97" fmla="*/ 4764301 h 4962109"/>
              <a:gd name="connsiteX98" fmla="*/ 7624515 w 10534650"/>
              <a:gd name="connsiteY98" fmla="*/ 4776179 h 4962109"/>
              <a:gd name="connsiteX99" fmla="*/ 7571930 w 10534650"/>
              <a:gd name="connsiteY99" fmla="*/ 4780027 h 4962109"/>
              <a:gd name="connsiteX100" fmla="*/ 7432402 w 10534650"/>
              <a:gd name="connsiteY100" fmla="*/ 4807278 h 4962109"/>
              <a:gd name="connsiteX101" fmla="*/ 7376754 w 10534650"/>
              <a:gd name="connsiteY101" fmla="*/ 4817968 h 4962109"/>
              <a:gd name="connsiteX102" fmla="*/ 7231546 w 10534650"/>
              <a:gd name="connsiteY102" fmla="*/ 4857825 h 4962109"/>
              <a:gd name="connsiteX103" fmla="*/ 7109089 w 10534650"/>
              <a:gd name="connsiteY103" fmla="*/ 4882341 h 4962109"/>
              <a:gd name="connsiteX104" fmla="*/ 7057788 w 10534650"/>
              <a:gd name="connsiteY104" fmla="*/ 4894624 h 4962109"/>
              <a:gd name="connsiteX105" fmla="*/ 6941125 w 10534650"/>
              <a:gd name="connsiteY105" fmla="*/ 4913041 h 4962109"/>
              <a:gd name="connsiteX106" fmla="*/ 6874857 w 10534650"/>
              <a:gd name="connsiteY106" fmla="*/ 4927091 h 4962109"/>
              <a:gd name="connsiteX107" fmla="*/ 6714789 w 10534650"/>
              <a:gd name="connsiteY107" fmla="*/ 4937175 h 4962109"/>
              <a:gd name="connsiteX108" fmla="*/ 6549597 w 10534650"/>
              <a:gd name="connsiteY108" fmla="*/ 4946170 h 4962109"/>
              <a:gd name="connsiteX109" fmla="*/ 6459201 w 10534650"/>
              <a:gd name="connsiteY109" fmla="*/ 4946704 h 4962109"/>
              <a:gd name="connsiteX110" fmla="*/ 6379993 w 10534650"/>
              <a:gd name="connsiteY110" fmla="*/ 4951898 h 4962109"/>
              <a:gd name="connsiteX111" fmla="*/ 6311205 w 10534650"/>
              <a:gd name="connsiteY111" fmla="*/ 4953901 h 4962109"/>
              <a:gd name="connsiteX112" fmla="*/ 6201505 w 10534650"/>
              <a:gd name="connsiteY112" fmla="*/ 4959986 h 4962109"/>
              <a:gd name="connsiteX113" fmla="*/ 6156018 w 10534650"/>
              <a:gd name="connsiteY113" fmla="*/ 4960421 h 4962109"/>
              <a:gd name="connsiteX114" fmla="*/ 6049276 w 10534650"/>
              <a:gd name="connsiteY114" fmla="*/ 4952977 h 4962109"/>
              <a:gd name="connsiteX115" fmla="*/ 6012280 w 10534650"/>
              <a:gd name="connsiteY115" fmla="*/ 4948608 h 4962109"/>
              <a:gd name="connsiteX116" fmla="*/ 5942361 w 10534650"/>
              <a:gd name="connsiteY116" fmla="*/ 4920847 h 4962109"/>
              <a:gd name="connsiteX117" fmla="*/ 5933980 w 10534650"/>
              <a:gd name="connsiteY117" fmla="*/ 4918608 h 4962109"/>
              <a:gd name="connsiteX118" fmla="*/ 5887681 w 10534650"/>
              <a:gd name="connsiteY118" fmla="*/ 4906368 h 4962109"/>
              <a:gd name="connsiteX119" fmla="*/ 5862209 w 10534650"/>
              <a:gd name="connsiteY119" fmla="*/ 4901667 h 4962109"/>
              <a:gd name="connsiteX120" fmla="*/ 5765973 w 10534650"/>
              <a:gd name="connsiteY120" fmla="*/ 4876200 h 4962109"/>
              <a:gd name="connsiteX121" fmla="*/ 5710431 w 10534650"/>
              <a:gd name="connsiteY121" fmla="*/ 4863519 h 4962109"/>
              <a:gd name="connsiteX122" fmla="*/ 5664908 w 10534650"/>
              <a:gd name="connsiteY122" fmla="*/ 4861723 h 4962109"/>
              <a:gd name="connsiteX123" fmla="*/ 5585007 w 10534650"/>
              <a:gd name="connsiteY123" fmla="*/ 4857960 h 4962109"/>
              <a:gd name="connsiteX124" fmla="*/ 5559231 w 10534650"/>
              <a:gd name="connsiteY124" fmla="*/ 4860477 h 4962109"/>
              <a:gd name="connsiteX125" fmla="*/ 5444811 w 10534650"/>
              <a:gd name="connsiteY125" fmla="*/ 4840451 h 4962109"/>
              <a:gd name="connsiteX126" fmla="*/ 5379124 w 10534650"/>
              <a:gd name="connsiteY126" fmla="*/ 4835057 h 4962109"/>
              <a:gd name="connsiteX127" fmla="*/ 5306093 w 10534650"/>
              <a:gd name="connsiteY127" fmla="*/ 4814877 h 4962109"/>
              <a:gd name="connsiteX128" fmla="*/ 5284433 w 10534650"/>
              <a:gd name="connsiteY128" fmla="*/ 4814147 h 4962109"/>
              <a:gd name="connsiteX129" fmla="*/ 5260152 w 10534650"/>
              <a:gd name="connsiteY129" fmla="*/ 4813796 h 4962109"/>
              <a:gd name="connsiteX130" fmla="*/ 5185829 w 10534650"/>
              <a:gd name="connsiteY130" fmla="*/ 4809858 h 4962109"/>
              <a:gd name="connsiteX131" fmla="*/ 5140387 w 10534650"/>
              <a:gd name="connsiteY131" fmla="*/ 4812334 h 4962109"/>
              <a:gd name="connsiteX132" fmla="*/ 5054734 w 10534650"/>
              <a:gd name="connsiteY132" fmla="*/ 4803174 h 4962109"/>
              <a:gd name="connsiteX133" fmla="*/ 5022638 w 10534650"/>
              <a:gd name="connsiteY133" fmla="*/ 4805814 h 4962109"/>
              <a:gd name="connsiteX134" fmla="*/ 4942261 w 10534650"/>
              <a:gd name="connsiteY134" fmla="*/ 4800907 h 4962109"/>
              <a:gd name="connsiteX135" fmla="*/ 4870420 w 10534650"/>
              <a:gd name="connsiteY135" fmla="*/ 4793240 h 4962109"/>
              <a:gd name="connsiteX136" fmla="*/ 4800874 w 10534650"/>
              <a:gd name="connsiteY136" fmla="*/ 4789997 h 4962109"/>
              <a:gd name="connsiteX137" fmla="*/ 4750778 w 10534650"/>
              <a:gd name="connsiteY137" fmla="*/ 4792713 h 4962109"/>
              <a:gd name="connsiteX138" fmla="*/ 4696598 w 10534650"/>
              <a:gd name="connsiteY138" fmla="*/ 4792741 h 4962109"/>
              <a:gd name="connsiteX139" fmla="*/ 4546427 w 10534650"/>
              <a:gd name="connsiteY139" fmla="*/ 4804612 h 4962109"/>
              <a:gd name="connsiteX140" fmla="*/ 4519273 w 10534650"/>
              <a:gd name="connsiteY140" fmla="*/ 4797386 h 4962109"/>
              <a:gd name="connsiteX141" fmla="*/ 4363361 w 10534650"/>
              <a:gd name="connsiteY141" fmla="*/ 4781778 h 4962109"/>
              <a:gd name="connsiteX142" fmla="*/ 4329354 w 10534650"/>
              <a:gd name="connsiteY142" fmla="*/ 4779838 h 4962109"/>
              <a:gd name="connsiteX143" fmla="*/ 4239595 w 10534650"/>
              <a:gd name="connsiteY143" fmla="*/ 4751840 h 4962109"/>
              <a:gd name="connsiteX144" fmla="*/ 4096514 w 10534650"/>
              <a:gd name="connsiteY144" fmla="*/ 4776811 h 4962109"/>
              <a:gd name="connsiteX145" fmla="*/ 3961888 w 10534650"/>
              <a:gd name="connsiteY145" fmla="*/ 4811077 h 4962109"/>
              <a:gd name="connsiteX146" fmla="*/ 3944891 w 10534650"/>
              <a:gd name="connsiteY146" fmla="*/ 4815486 h 4962109"/>
              <a:gd name="connsiteX147" fmla="*/ 3896970 w 10534650"/>
              <a:gd name="connsiteY147" fmla="*/ 4821693 h 4962109"/>
              <a:gd name="connsiteX148" fmla="*/ 3838196 w 10534650"/>
              <a:gd name="connsiteY148" fmla="*/ 4821037 h 4962109"/>
              <a:gd name="connsiteX149" fmla="*/ 3800670 w 10534650"/>
              <a:gd name="connsiteY149" fmla="*/ 4823403 h 4962109"/>
              <a:gd name="connsiteX150" fmla="*/ 3797857 w 10534650"/>
              <a:gd name="connsiteY150" fmla="*/ 4823456 h 4962109"/>
              <a:gd name="connsiteX151" fmla="*/ 3740361 w 10534650"/>
              <a:gd name="connsiteY151" fmla="*/ 4819547 h 4962109"/>
              <a:gd name="connsiteX152" fmla="*/ 3733853 w 10534650"/>
              <a:gd name="connsiteY152" fmla="*/ 4818257 h 4962109"/>
              <a:gd name="connsiteX153" fmla="*/ 3704618 w 10534650"/>
              <a:gd name="connsiteY153" fmla="*/ 4809915 h 4962109"/>
              <a:gd name="connsiteX154" fmla="*/ 3622533 w 10534650"/>
              <a:gd name="connsiteY154" fmla="*/ 4789121 h 4962109"/>
              <a:gd name="connsiteX155" fmla="*/ 3545207 w 10534650"/>
              <a:gd name="connsiteY155" fmla="*/ 4769391 h 4962109"/>
              <a:gd name="connsiteX156" fmla="*/ 3519303 w 10534650"/>
              <a:gd name="connsiteY156" fmla="*/ 4784698 h 4962109"/>
              <a:gd name="connsiteX157" fmla="*/ 3480065 w 10534650"/>
              <a:gd name="connsiteY157" fmla="*/ 4796876 h 4962109"/>
              <a:gd name="connsiteX158" fmla="*/ 3438793 w 10534650"/>
              <a:gd name="connsiteY158" fmla="*/ 4776257 h 4962109"/>
              <a:gd name="connsiteX159" fmla="*/ 3341926 w 10534650"/>
              <a:gd name="connsiteY159" fmla="*/ 4732751 h 4962109"/>
              <a:gd name="connsiteX160" fmla="*/ 3279243 w 10534650"/>
              <a:gd name="connsiteY160" fmla="*/ 4726817 h 4962109"/>
              <a:gd name="connsiteX161" fmla="*/ 3143823 w 10534650"/>
              <a:gd name="connsiteY161" fmla="*/ 4701842 h 4962109"/>
              <a:gd name="connsiteX162" fmla="*/ 3056138 w 10534650"/>
              <a:gd name="connsiteY162" fmla="*/ 4673429 h 4962109"/>
              <a:gd name="connsiteX163" fmla="*/ 2993770 w 10534650"/>
              <a:gd name="connsiteY163" fmla="*/ 4643771 h 4962109"/>
              <a:gd name="connsiteX164" fmla="*/ 2904225 w 10534650"/>
              <a:gd name="connsiteY164" fmla="*/ 4604470 h 4962109"/>
              <a:gd name="connsiteX165" fmla="*/ 2813231 w 10534650"/>
              <a:gd name="connsiteY165" fmla="*/ 4581028 h 4962109"/>
              <a:gd name="connsiteX166" fmla="*/ 2748028 w 10534650"/>
              <a:gd name="connsiteY166" fmla="*/ 4554886 h 4962109"/>
              <a:gd name="connsiteX167" fmla="*/ 2667581 w 10534650"/>
              <a:gd name="connsiteY167" fmla="*/ 4534574 h 4962109"/>
              <a:gd name="connsiteX168" fmla="*/ 2599283 w 10534650"/>
              <a:gd name="connsiteY168" fmla="*/ 4529376 h 4962109"/>
              <a:gd name="connsiteX169" fmla="*/ 2491986 w 10534650"/>
              <a:gd name="connsiteY169" fmla="*/ 4524678 h 4962109"/>
              <a:gd name="connsiteX170" fmla="*/ 2363895 w 10534650"/>
              <a:gd name="connsiteY170" fmla="*/ 4471069 h 4962109"/>
              <a:gd name="connsiteX171" fmla="*/ 2311566 w 10534650"/>
              <a:gd name="connsiteY171" fmla="*/ 4457491 h 4962109"/>
              <a:gd name="connsiteX172" fmla="*/ 2262011 w 10534650"/>
              <a:gd name="connsiteY172" fmla="*/ 4449484 h 4962109"/>
              <a:gd name="connsiteX173" fmla="*/ 2158206 w 10534650"/>
              <a:gd name="connsiteY173" fmla="*/ 4412555 h 4962109"/>
              <a:gd name="connsiteX174" fmla="*/ 2115838 w 10534650"/>
              <a:gd name="connsiteY174" fmla="*/ 4399840 h 4962109"/>
              <a:gd name="connsiteX175" fmla="*/ 2055614 w 10534650"/>
              <a:gd name="connsiteY175" fmla="*/ 4395932 h 4962109"/>
              <a:gd name="connsiteX176" fmla="*/ 1947021 w 10534650"/>
              <a:gd name="connsiteY176" fmla="*/ 4374820 h 4962109"/>
              <a:gd name="connsiteX177" fmla="*/ 1840396 w 10534650"/>
              <a:gd name="connsiteY177" fmla="*/ 4327492 h 4962109"/>
              <a:gd name="connsiteX178" fmla="*/ 1793775 w 10534650"/>
              <a:gd name="connsiteY178" fmla="*/ 4328221 h 4962109"/>
              <a:gd name="connsiteX179" fmla="*/ 1777216 w 10534650"/>
              <a:gd name="connsiteY179" fmla="*/ 4326168 h 4962109"/>
              <a:gd name="connsiteX180" fmla="*/ 1629295 w 10534650"/>
              <a:gd name="connsiteY180" fmla="*/ 4294032 h 4962109"/>
              <a:gd name="connsiteX181" fmla="*/ 1614496 w 10534650"/>
              <a:gd name="connsiteY181" fmla="*/ 4290614 h 4962109"/>
              <a:gd name="connsiteX182" fmla="*/ 1545646 w 10534650"/>
              <a:gd name="connsiteY182" fmla="*/ 4266265 h 4962109"/>
              <a:gd name="connsiteX183" fmla="*/ 1369537 w 10534650"/>
              <a:gd name="connsiteY183" fmla="*/ 4242047 h 4962109"/>
              <a:gd name="connsiteX184" fmla="*/ 1358743 w 10534650"/>
              <a:gd name="connsiteY184" fmla="*/ 4239828 h 4962109"/>
              <a:gd name="connsiteX185" fmla="*/ 1298789 w 10534650"/>
              <a:gd name="connsiteY185" fmla="*/ 4245587 h 4962109"/>
              <a:gd name="connsiteX186" fmla="*/ 1268483 w 10534650"/>
              <a:gd name="connsiteY186" fmla="*/ 4257443 h 4962109"/>
              <a:gd name="connsiteX187" fmla="*/ 1221700 w 10534650"/>
              <a:gd name="connsiteY187" fmla="*/ 4268736 h 4962109"/>
              <a:gd name="connsiteX188" fmla="*/ 1174793 w 10534650"/>
              <a:gd name="connsiteY188" fmla="*/ 4270928 h 4962109"/>
              <a:gd name="connsiteX189" fmla="*/ 1098150 w 10534650"/>
              <a:gd name="connsiteY189" fmla="*/ 4243822 h 4962109"/>
              <a:gd name="connsiteX190" fmla="*/ 1069859 w 10534650"/>
              <a:gd name="connsiteY190" fmla="*/ 4239673 h 4962109"/>
              <a:gd name="connsiteX191" fmla="*/ 1007226 w 10534650"/>
              <a:gd name="connsiteY191" fmla="*/ 4224839 h 4962109"/>
              <a:gd name="connsiteX192" fmla="*/ 951768 w 10534650"/>
              <a:gd name="connsiteY192" fmla="*/ 4221810 h 4962109"/>
              <a:gd name="connsiteX193" fmla="*/ 906114 w 10534650"/>
              <a:gd name="connsiteY193" fmla="*/ 4235593 h 4962109"/>
              <a:gd name="connsiteX194" fmla="*/ 841245 w 10534650"/>
              <a:gd name="connsiteY194" fmla="*/ 4234521 h 4962109"/>
              <a:gd name="connsiteX195" fmla="*/ 800332 w 10534650"/>
              <a:gd name="connsiteY195" fmla="*/ 4219495 h 4962109"/>
              <a:gd name="connsiteX196" fmla="*/ 791951 w 10534650"/>
              <a:gd name="connsiteY196" fmla="*/ 4217256 h 4962109"/>
              <a:gd name="connsiteX197" fmla="*/ 682847 w 10534650"/>
              <a:gd name="connsiteY197" fmla="*/ 4209095 h 4962109"/>
              <a:gd name="connsiteX198" fmla="*/ 544048 w 10534650"/>
              <a:gd name="connsiteY198" fmla="*/ 4236583 h 4962109"/>
              <a:gd name="connsiteX199" fmla="*/ 520986 w 10534650"/>
              <a:gd name="connsiteY199" fmla="*/ 4242810 h 4962109"/>
              <a:gd name="connsiteX200" fmla="*/ 410178 w 10534650"/>
              <a:gd name="connsiteY200" fmla="*/ 4248822 h 4962109"/>
              <a:gd name="connsiteX201" fmla="*/ 350333 w 10534650"/>
              <a:gd name="connsiteY201" fmla="*/ 4258484 h 4962109"/>
              <a:gd name="connsiteX202" fmla="*/ 307802 w 10534650"/>
              <a:gd name="connsiteY202" fmla="*/ 4256334 h 4962109"/>
              <a:gd name="connsiteX203" fmla="*/ 254816 w 10534650"/>
              <a:gd name="connsiteY203" fmla="*/ 4277037 h 4962109"/>
              <a:gd name="connsiteX204" fmla="*/ 237292 w 10534650"/>
              <a:gd name="connsiteY204" fmla="*/ 4286423 h 4962109"/>
              <a:gd name="connsiteX205" fmla="*/ 216734 w 10534650"/>
              <a:gd name="connsiteY205" fmla="*/ 4291334 h 4962109"/>
              <a:gd name="connsiteX206" fmla="*/ 124141 w 10534650"/>
              <a:gd name="connsiteY206" fmla="*/ 4305079 h 4962109"/>
              <a:gd name="connsiteX207" fmla="*/ 107121 w 10534650"/>
              <a:gd name="connsiteY207" fmla="*/ 4315238 h 4962109"/>
              <a:gd name="connsiteX208" fmla="*/ 95746 w 10534650"/>
              <a:gd name="connsiteY208" fmla="*/ 4321517 h 4962109"/>
              <a:gd name="connsiteX209" fmla="*/ 6292 w 10534650"/>
              <a:gd name="connsiteY209" fmla="*/ 4327311 h 4962109"/>
              <a:gd name="connsiteX210" fmla="*/ 1 w 10534650"/>
              <a:gd name="connsiteY210" fmla="*/ 4327851 h 496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0534650" h="4962109">
                <a:moveTo>
                  <a:pt x="6180200" y="4801197"/>
                </a:moveTo>
                <a:lnTo>
                  <a:pt x="6147637" y="4805291"/>
                </a:lnTo>
                <a:lnTo>
                  <a:pt x="6164640" y="4804893"/>
                </a:lnTo>
                <a:cubicBezTo>
                  <a:pt x="6170280" y="4804512"/>
                  <a:pt x="6175677" y="4803578"/>
                  <a:pt x="6180200" y="4801197"/>
                </a:cubicBezTo>
                <a:close/>
                <a:moveTo>
                  <a:pt x="5969537" y="4731750"/>
                </a:moveTo>
                <a:lnTo>
                  <a:pt x="5980870" y="4743324"/>
                </a:lnTo>
                <a:lnTo>
                  <a:pt x="5980870" y="4743323"/>
                </a:lnTo>
                <a:close/>
                <a:moveTo>
                  <a:pt x="6712815" y="4676908"/>
                </a:moveTo>
                <a:lnTo>
                  <a:pt x="6712815" y="4676909"/>
                </a:lnTo>
                <a:lnTo>
                  <a:pt x="6734605" y="4700281"/>
                </a:lnTo>
                <a:cubicBezTo>
                  <a:pt x="6728727" y="4693945"/>
                  <a:pt x="6722664" y="4687596"/>
                  <a:pt x="6712815" y="4676908"/>
                </a:cubicBezTo>
                <a:close/>
                <a:moveTo>
                  <a:pt x="5236566" y="4571169"/>
                </a:moveTo>
                <a:lnTo>
                  <a:pt x="5264294" y="4579674"/>
                </a:lnTo>
                <a:lnTo>
                  <a:pt x="5280204" y="4586908"/>
                </a:lnTo>
                <a:lnTo>
                  <a:pt x="5280336" y="4586967"/>
                </a:lnTo>
                <a:lnTo>
                  <a:pt x="5294396" y="4593609"/>
                </a:lnTo>
                <a:lnTo>
                  <a:pt x="5296104" y="4594130"/>
                </a:lnTo>
                <a:lnTo>
                  <a:pt x="5301566" y="4596610"/>
                </a:lnTo>
                <a:cubicBezTo>
                  <a:pt x="5308775" y="4599427"/>
                  <a:pt x="5316122" y="4601617"/>
                  <a:pt x="5323749" y="4602562"/>
                </a:cubicBezTo>
                <a:lnTo>
                  <a:pt x="5296104" y="4594130"/>
                </a:lnTo>
                <a:lnTo>
                  <a:pt x="5280336" y="4586967"/>
                </a:lnTo>
                <a:lnTo>
                  <a:pt x="5266003" y="4580197"/>
                </a:lnTo>
                <a:lnTo>
                  <a:pt x="5264294" y="4579674"/>
                </a:lnTo>
                <a:lnTo>
                  <a:pt x="5258823" y="4577184"/>
                </a:lnTo>
                <a:cubicBezTo>
                  <a:pt x="5251595" y="4574355"/>
                  <a:pt x="5244224" y="4572143"/>
                  <a:pt x="5236566" y="4571169"/>
                </a:cubicBezTo>
                <a:close/>
                <a:moveTo>
                  <a:pt x="5514391" y="4562409"/>
                </a:moveTo>
                <a:lnTo>
                  <a:pt x="5571581" y="4569638"/>
                </a:lnTo>
                <a:cubicBezTo>
                  <a:pt x="5561681" y="4566506"/>
                  <a:pt x="5551982" y="4564189"/>
                  <a:pt x="5542458" y="4562909"/>
                </a:cubicBezTo>
                <a:cubicBezTo>
                  <a:pt x="5532935" y="4561630"/>
                  <a:pt x="5523588" y="4561388"/>
                  <a:pt x="5514391" y="4562409"/>
                </a:cubicBezTo>
                <a:close/>
                <a:moveTo>
                  <a:pt x="3097094" y="4429045"/>
                </a:moveTo>
                <a:lnTo>
                  <a:pt x="3088347" y="4439791"/>
                </a:lnTo>
                <a:cubicBezTo>
                  <a:pt x="3083671" y="4447172"/>
                  <a:pt x="3078424" y="4452894"/>
                  <a:pt x="3072652" y="4457084"/>
                </a:cubicBezTo>
                <a:lnTo>
                  <a:pt x="3053825" y="4465207"/>
                </a:lnTo>
                <a:cubicBezTo>
                  <a:pt x="3067357" y="4462670"/>
                  <a:pt x="3078995" y="4454555"/>
                  <a:pt x="3088348" y="4439791"/>
                </a:cubicBezTo>
                <a:close/>
                <a:moveTo>
                  <a:pt x="4090071" y="4402823"/>
                </a:moveTo>
                <a:lnTo>
                  <a:pt x="4105672" y="4404644"/>
                </a:lnTo>
                <a:lnTo>
                  <a:pt x="4121173" y="4414076"/>
                </a:lnTo>
                <a:cubicBezTo>
                  <a:pt x="4116059" y="4409460"/>
                  <a:pt x="4110873" y="4406418"/>
                  <a:pt x="4105673" y="4404644"/>
                </a:cubicBezTo>
                <a:lnTo>
                  <a:pt x="4105672" y="4404644"/>
                </a:lnTo>
                <a:lnTo>
                  <a:pt x="4105672" y="4404644"/>
                </a:lnTo>
                <a:cubicBezTo>
                  <a:pt x="4100470" y="4402869"/>
                  <a:pt x="4095250" y="4402364"/>
                  <a:pt x="4090071" y="4402823"/>
                </a:cubicBezTo>
                <a:close/>
                <a:moveTo>
                  <a:pt x="3874703" y="4390456"/>
                </a:moveTo>
                <a:cubicBezTo>
                  <a:pt x="3888207" y="4407424"/>
                  <a:pt x="3904096" y="4414579"/>
                  <a:pt x="3921126" y="4417222"/>
                </a:cubicBezTo>
                <a:lnTo>
                  <a:pt x="3896594" y="4409211"/>
                </a:lnTo>
                <a:cubicBezTo>
                  <a:pt x="3888805" y="4404972"/>
                  <a:pt x="3881457" y="4398939"/>
                  <a:pt x="3874703" y="4390456"/>
                </a:cubicBezTo>
                <a:close/>
                <a:moveTo>
                  <a:pt x="7873706" y="4301238"/>
                </a:moveTo>
                <a:cubicBezTo>
                  <a:pt x="7879271" y="4306720"/>
                  <a:pt x="7885522" y="4312339"/>
                  <a:pt x="7892206" y="4317039"/>
                </a:cubicBezTo>
                <a:lnTo>
                  <a:pt x="7899880" y="4320773"/>
                </a:lnTo>
                <a:lnTo>
                  <a:pt x="7892205" y="4317038"/>
                </a:lnTo>
                <a:cubicBezTo>
                  <a:pt x="7885522" y="4312339"/>
                  <a:pt x="7879271" y="4306720"/>
                  <a:pt x="7873706" y="4301238"/>
                </a:cubicBezTo>
                <a:close/>
                <a:moveTo>
                  <a:pt x="1456506" y="3863438"/>
                </a:moveTo>
                <a:cubicBezTo>
                  <a:pt x="1451501" y="3864050"/>
                  <a:pt x="1446149" y="3865681"/>
                  <a:pt x="1442667" y="3867764"/>
                </a:cubicBezTo>
                <a:cubicBezTo>
                  <a:pt x="1425879" y="3877941"/>
                  <a:pt x="1411091" y="3885493"/>
                  <a:pt x="1397372" y="3890362"/>
                </a:cubicBezTo>
                <a:cubicBezTo>
                  <a:pt x="1411091" y="3885493"/>
                  <a:pt x="1425880" y="3877941"/>
                  <a:pt x="1442668" y="3867764"/>
                </a:cubicBezTo>
                <a:close/>
                <a:moveTo>
                  <a:pt x="1071905" y="3816123"/>
                </a:moveTo>
                <a:lnTo>
                  <a:pt x="1062478" y="3818725"/>
                </a:lnTo>
                <a:lnTo>
                  <a:pt x="1022563" y="3825445"/>
                </a:lnTo>
                <a:lnTo>
                  <a:pt x="1062480" y="3818725"/>
                </a:lnTo>
                <a:close/>
                <a:moveTo>
                  <a:pt x="1209869" y="3815014"/>
                </a:moveTo>
                <a:cubicBezTo>
                  <a:pt x="1227625" y="3817890"/>
                  <a:pt x="1245541" y="3819944"/>
                  <a:pt x="1257364" y="3832567"/>
                </a:cubicBezTo>
                <a:cubicBezTo>
                  <a:pt x="1245542" y="3819944"/>
                  <a:pt x="1227625" y="3817890"/>
                  <a:pt x="1209869" y="3815014"/>
                </a:cubicBezTo>
                <a:close/>
                <a:moveTo>
                  <a:pt x="0" y="0"/>
                </a:moveTo>
                <a:lnTo>
                  <a:pt x="10534650" y="0"/>
                </a:lnTo>
                <a:lnTo>
                  <a:pt x="10534650" y="3353931"/>
                </a:lnTo>
                <a:lnTo>
                  <a:pt x="10495227" y="3401247"/>
                </a:lnTo>
                <a:cubicBezTo>
                  <a:pt x="10485337" y="3413006"/>
                  <a:pt x="10476032" y="3427032"/>
                  <a:pt x="10463118" y="3434133"/>
                </a:cubicBezTo>
                <a:cubicBezTo>
                  <a:pt x="10436316" y="3449009"/>
                  <a:pt x="10407326" y="3460583"/>
                  <a:pt x="10378879" y="3472380"/>
                </a:cubicBezTo>
                <a:cubicBezTo>
                  <a:pt x="10354448" y="3482409"/>
                  <a:pt x="10328740" y="3489381"/>
                  <a:pt x="10304799" y="3500370"/>
                </a:cubicBezTo>
                <a:cubicBezTo>
                  <a:pt x="10285652" y="3509090"/>
                  <a:pt x="10268271" y="3521824"/>
                  <a:pt x="10250242" y="3533216"/>
                </a:cubicBezTo>
                <a:cubicBezTo>
                  <a:pt x="10234541" y="3543095"/>
                  <a:pt x="10217465" y="3551396"/>
                  <a:pt x="10204013" y="3563655"/>
                </a:cubicBezTo>
                <a:cubicBezTo>
                  <a:pt x="10171195" y="3593338"/>
                  <a:pt x="10138228" y="3622454"/>
                  <a:pt x="10098588" y="3643324"/>
                </a:cubicBezTo>
                <a:cubicBezTo>
                  <a:pt x="10059514" y="3664046"/>
                  <a:pt x="10022283" y="3687678"/>
                  <a:pt x="9983369" y="3708784"/>
                </a:cubicBezTo>
                <a:cubicBezTo>
                  <a:pt x="9945228" y="3729383"/>
                  <a:pt x="9910448" y="3752437"/>
                  <a:pt x="9888637" y="3792146"/>
                </a:cubicBezTo>
                <a:cubicBezTo>
                  <a:pt x="9878912" y="3809668"/>
                  <a:pt x="9865565" y="3828615"/>
                  <a:pt x="9848780" y="3838049"/>
                </a:cubicBezTo>
                <a:cubicBezTo>
                  <a:pt x="9824861" y="3851452"/>
                  <a:pt x="9795499" y="3854838"/>
                  <a:pt x="9769701" y="3865885"/>
                </a:cubicBezTo>
                <a:cubicBezTo>
                  <a:pt x="9739318" y="3878850"/>
                  <a:pt x="9704457" y="3889469"/>
                  <a:pt x="9682888" y="3911938"/>
                </a:cubicBezTo>
                <a:cubicBezTo>
                  <a:pt x="9663714" y="3931973"/>
                  <a:pt x="9644670" y="3947376"/>
                  <a:pt x="9620297" y="3959262"/>
                </a:cubicBezTo>
                <a:cubicBezTo>
                  <a:pt x="9603219" y="3967566"/>
                  <a:pt x="9589864" y="3983912"/>
                  <a:pt x="9572344" y="3990515"/>
                </a:cubicBezTo>
                <a:cubicBezTo>
                  <a:pt x="9549293" y="3999339"/>
                  <a:pt x="9526207" y="4005934"/>
                  <a:pt x="9505537" y="4020672"/>
                </a:cubicBezTo>
                <a:cubicBezTo>
                  <a:pt x="9484091" y="4035912"/>
                  <a:pt x="9460115" y="4047456"/>
                  <a:pt x="9437819" y="4061525"/>
                </a:cubicBezTo>
                <a:cubicBezTo>
                  <a:pt x="9425990" y="4069070"/>
                  <a:pt x="9416013" y="4079339"/>
                  <a:pt x="9404527" y="4087281"/>
                </a:cubicBezTo>
                <a:cubicBezTo>
                  <a:pt x="9383500" y="4101807"/>
                  <a:pt x="9362130" y="4115940"/>
                  <a:pt x="9340611" y="4129506"/>
                </a:cubicBezTo>
                <a:cubicBezTo>
                  <a:pt x="9319094" y="4143075"/>
                  <a:pt x="9298336" y="4159103"/>
                  <a:pt x="9275062" y="4168468"/>
                </a:cubicBezTo>
                <a:cubicBezTo>
                  <a:pt x="9235393" y="4184326"/>
                  <a:pt x="9192714" y="4192558"/>
                  <a:pt x="9154049" y="4209968"/>
                </a:cubicBezTo>
                <a:cubicBezTo>
                  <a:pt x="9114807" y="4227709"/>
                  <a:pt x="9077428" y="4250775"/>
                  <a:pt x="9041981" y="4275454"/>
                </a:cubicBezTo>
                <a:cubicBezTo>
                  <a:pt x="9013941" y="4294886"/>
                  <a:pt x="8987577" y="4314247"/>
                  <a:pt x="8953407" y="4322870"/>
                </a:cubicBezTo>
                <a:cubicBezTo>
                  <a:pt x="8934339" y="4327698"/>
                  <a:pt x="8913858" y="4339665"/>
                  <a:pt x="8901537" y="4354413"/>
                </a:cubicBezTo>
                <a:cubicBezTo>
                  <a:pt x="8874858" y="4386553"/>
                  <a:pt x="8842027" y="4408257"/>
                  <a:pt x="8805370" y="4426175"/>
                </a:cubicBezTo>
                <a:cubicBezTo>
                  <a:pt x="8756414" y="4450307"/>
                  <a:pt x="8707976" y="4475033"/>
                  <a:pt x="8658874" y="4498599"/>
                </a:cubicBezTo>
                <a:cubicBezTo>
                  <a:pt x="8629907" y="4512587"/>
                  <a:pt x="8601063" y="4527509"/>
                  <a:pt x="8570718" y="4537136"/>
                </a:cubicBezTo>
                <a:cubicBezTo>
                  <a:pt x="8508693" y="4557041"/>
                  <a:pt x="8445428" y="4573334"/>
                  <a:pt x="8382959" y="4591539"/>
                </a:cubicBezTo>
                <a:cubicBezTo>
                  <a:pt x="8362523" y="4597385"/>
                  <a:pt x="8342983" y="4606448"/>
                  <a:pt x="8322237" y="4611347"/>
                </a:cubicBezTo>
                <a:cubicBezTo>
                  <a:pt x="8299794" y="4616686"/>
                  <a:pt x="8276017" y="4617112"/>
                  <a:pt x="8253574" y="4622451"/>
                </a:cubicBezTo>
                <a:cubicBezTo>
                  <a:pt x="8216238" y="4631231"/>
                  <a:pt x="8179798" y="4643227"/>
                  <a:pt x="8142452" y="4652191"/>
                </a:cubicBezTo>
                <a:cubicBezTo>
                  <a:pt x="8070405" y="4669374"/>
                  <a:pt x="7998236" y="4685619"/>
                  <a:pt x="7926082" y="4701680"/>
                </a:cubicBezTo>
                <a:cubicBezTo>
                  <a:pt x="7910636" y="4705085"/>
                  <a:pt x="7894160" y="4704520"/>
                  <a:pt x="7878875" y="4708305"/>
                </a:cubicBezTo>
                <a:cubicBezTo>
                  <a:pt x="7838286" y="4718535"/>
                  <a:pt x="7797807" y="4729883"/>
                  <a:pt x="7757501" y="4741432"/>
                </a:cubicBezTo>
                <a:cubicBezTo>
                  <a:pt x="7733086" y="4748492"/>
                  <a:pt x="7709086" y="4757622"/>
                  <a:pt x="7684511" y="4764301"/>
                </a:cubicBezTo>
                <a:cubicBezTo>
                  <a:pt x="7664851" y="4769644"/>
                  <a:pt x="7644738" y="4773472"/>
                  <a:pt x="7624515" y="4776179"/>
                </a:cubicBezTo>
                <a:cubicBezTo>
                  <a:pt x="7607100" y="4778522"/>
                  <a:pt x="7589211" y="4776933"/>
                  <a:pt x="7571930" y="4780027"/>
                </a:cubicBezTo>
                <a:cubicBezTo>
                  <a:pt x="7525162" y="4788350"/>
                  <a:pt x="7478851" y="4798192"/>
                  <a:pt x="7432402" y="4807278"/>
                </a:cubicBezTo>
                <a:cubicBezTo>
                  <a:pt x="7413794" y="4810838"/>
                  <a:pt x="7394900" y="4813080"/>
                  <a:pt x="7376754" y="4817968"/>
                </a:cubicBezTo>
                <a:cubicBezTo>
                  <a:pt x="7328196" y="4830812"/>
                  <a:pt x="7280227" y="4845917"/>
                  <a:pt x="7231546" y="4857825"/>
                </a:cubicBezTo>
                <a:cubicBezTo>
                  <a:pt x="7191170" y="4867696"/>
                  <a:pt x="7149922" y="4873983"/>
                  <a:pt x="7109089" y="4882341"/>
                </a:cubicBezTo>
                <a:cubicBezTo>
                  <a:pt x="7091771" y="4885988"/>
                  <a:pt x="7075053" y="4891717"/>
                  <a:pt x="7057788" y="4894624"/>
                </a:cubicBezTo>
                <a:cubicBezTo>
                  <a:pt x="7019113" y="4901273"/>
                  <a:pt x="6979984" y="4906404"/>
                  <a:pt x="6941125" y="4913041"/>
                </a:cubicBezTo>
                <a:cubicBezTo>
                  <a:pt x="6918968" y="4916914"/>
                  <a:pt x="6897260" y="4925088"/>
                  <a:pt x="6874857" y="4927091"/>
                </a:cubicBezTo>
                <a:cubicBezTo>
                  <a:pt x="6821656" y="4931824"/>
                  <a:pt x="6768247" y="4934130"/>
                  <a:pt x="6714789" y="4937175"/>
                </a:cubicBezTo>
                <a:cubicBezTo>
                  <a:pt x="6659657" y="4940292"/>
                  <a:pt x="6604682" y="4943792"/>
                  <a:pt x="6549597" y="4946170"/>
                </a:cubicBezTo>
                <a:cubicBezTo>
                  <a:pt x="6519465" y="4947276"/>
                  <a:pt x="6489322" y="4945783"/>
                  <a:pt x="6459201" y="4946704"/>
                </a:cubicBezTo>
                <a:cubicBezTo>
                  <a:pt x="6432800" y="4947508"/>
                  <a:pt x="6406432" y="4950539"/>
                  <a:pt x="6379993" y="4951898"/>
                </a:cubicBezTo>
                <a:cubicBezTo>
                  <a:pt x="6357100" y="4952937"/>
                  <a:pt x="6334097" y="4952858"/>
                  <a:pt x="6311205" y="4953901"/>
                </a:cubicBezTo>
                <a:cubicBezTo>
                  <a:pt x="6274532" y="4955673"/>
                  <a:pt x="6238005" y="4958014"/>
                  <a:pt x="6201505" y="4959986"/>
                </a:cubicBezTo>
                <a:cubicBezTo>
                  <a:pt x="6186248" y="4960620"/>
                  <a:pt x="6170049" y="4964157"/>
                  <a:pt x="6156018" y="4960421"/>
                </a:cubicBezTo>
                <a:cubicBezTo>
                  <a:pt x="6120663" y="4950966"/>
                  <a:pt x="6085248" y="4950600"/>
                  <a:pt x="6049276" y="4952977"/>
                </a:cubicBezTo>
                <a:cubicBezTo>
                  <a:pt x="6036975" y="4953812"/>
                  <a:pt x="6023887" y="4952550"/>
                  <a:pt x="6012280" y="4948608"/>
                </a:cubicBezTo>
                <a:cubicBezTo>
                  <a:pt x="5988511" y="4940682"/>
                  <a:pt x="5965659" y="4930223"/>
                  <a:pt x="5942361" y="4920847"/>
                </a:cubicBezTo>
                <a:cubicBezTo>
                  <a:pt x="5939837" y="4919748"/>
                  <a:pt x="5936711" y="4919348"/>
                  <a:pt x="5933980" y="4918608"/>
                </a:cubicBezTo>
                <a:cubicBezTo>
                  <a:pt x="5918490" y="4914400"/>
                  <a:pt x="5903193" y="4910205"/>
                  <a:pt x="5887681" y="4906368"/>
                </a:cubicBezTo>
                <a:cubicBezTo>
                  <a:pt x="5879287" y="4904312"/>
                  <a:pt x="5870619" y="4903538"/>
                  <a:pt x="5862209" y="4901667"/>
                </a:cubicBezTo>
                <a:cubicBezTo>
                  <a:pt x="5829686" y="4894261"/>
                  <a:pt x="5792897" y="4900480"/>
                  <a:pt x="5765973" y="4876200"/>
                </a:cubicBezTo>
                <a:cubicBezTo>
                  <a:pt x="5748483" y="4860538"/>
                  <a:pt x="5730341" y="4862645"/>
                  <a:pt x="5710431" y="4863519"/>
                </a:cubicBezTo>
                <a:cubicBezTo>
                  <a:pt x="5695357" y="4864163"/>
                  <a:pt x="5680064" y="4862567"/>
                  <a:pt x="5664908" y="4861723"/>
                </a:cubicBezTo>
                <a:cubicBezTo>
                  <a:pt x="5638275" y="4860468"/>
                  <a:pt x="5611666" y="4858845"/>
                  <a:pt x="5585007" y="4857960"/>
                </a:cubicBezTo>
                <a:cubicBezTo>
                  <a:pt x="5576485" y="4857752"/>
                  <a:pt x="5567492" y="4861780"/>
                  <a:pt x="5559231" y="4860477"/>
                </a:cubicBezTo>
                <a:cubicBezTo>
                  <a:pt x="5521053" y="4854355"/>
                  <a:pt x="5483013" y="4846202"/>
                  <a:pt x="5444811" y="4840451"/>
                </a:cubicBezTo>
                <a:cubicBezTo>
                  <a:pt x="5423144" y="4837123"/>
                  <a:pt x="5400557" y="4839112"/>
                  <a:pt x="5379124" y="4835057"/>
                </a:cubicBezTo>
                <a:cubicBezTo>
                  <a:pt x="5354393" y="4830408"/>
                  <a:pt x="5330529" y="4821180"/>
                  <a:pt x="5306093" y="4814877"/>
                </a:cubicBezTo>
                <a:cubicBezTo>
                  <a:pt x="5299348" y="4813123"/>
                  <a:pt x="5291662" y="4814270"/>
                  <a:pt x="5284433" y="4814147"/>
                </a:cubicBezTo>
                <a:cubicBezTo>
                  <a:pt x="5276282" y="4813965"/>
                  <a:pt x="5268291" y="4814164"/>
                  <a:pt x="5260152" y="4813796"/>
                </a:cubicBezTo>
                <a:cubicBezTo>
                  <a:pt x="5235376" y="4812484"/>
                  <a:pt x="5210666" y="4810246"/>
                  <a:pt x="5185829" y="4809858"/>
                </a:cubicBezTo>
                <a:cubicBezTo>
                  <a:pt x="5170634" y="4809567"/>
                  <a:pt x="5154236" y="4816059"/>
                  <a:pt x="5140387" y="4812334"/>
                </a:cubicBezTo>
                <a:cubicBezTo>
                  <a:pt x="5112124" y="4805032"/>
                  <a:pt x="5082682" y="4815092"/>
                  <a:pt x="5054734" y="4803174"/>
                </a:cubicBezTo>
                <a:cubicBezTo>
                  <a:pt x="5046067" y="4799616"/>
                  <a:pt x="5033378" y="4806174"/>
                  <a:pt x="5022638" y="4805814"/>
                </a:cubicBezTo>
                <a:cubicBezTo>
                  <a:pt x="4995795" y="4804917"/>
                  <a:pt x="4969030" y="4802912"/>
                  <a:pt x="4942261" y="4800907"/>
                </a:cubicBezTo>
                <a:cubicBezTo>
                  <a:pt x="4918263" y="4799091"/>
                  <a:pt x="4893154" y="4799980"/>
                  <a:pt x="4870420" y="4793240"/>
                </a:cubicBezTo>
                <a:cubicBezTo>
                  <a:pt x="4846600" y="4786056"/>
                  <a:pt x="4824759" y="4785313"/>
                  <a:pt x="4800874" y="4789997"/>
                </a:cubicBezTo>
                <a:cubicBezTo>
                  <a:pt x="4784518" y="4793152"/>
                  <a:pt x="4767488" y="4792551"/>
                  <a:pt x="4750778" y="4792713"/>
                </a:cubicBezTo>
                <a:cubicBezTo>
                  <a:pt x="4732764" y="4792973"/>
                  <a:pt x="4713264" y="4787751"/>
                  <a:pt x="4696598" y="4792741"/>
                </a:cubicBezTo>
                <a:cubicBezTo>
                  <a:pt x="4646976" y="4807551"/>
                  <a:pt x="4597032" y="4808052"/>
                  <a:pt x="4546427" y="4804612"/>
                </a:cubicBezTo>
                <a:cubicBezTo>
                  <a:pt x="4537191" y="4803984"/>
                  <a:pt x="4527947" y="4800760"/>
                  <a:pt x="4519273" y="4797386"/>
                </a:cubicBezTo>
                <a:cubicBezTo>
                  <a:pt x="4468687" y="4777248"/>
                  <a:pt x="4416689" y="4775196"/>
                  <a:pt x="4363361" y="4781778"/>
                </a:cubicBezTo>
                <a:cubicBezTo>
                  <a:pt x="4352313" y="4783253"/>
                  <a:pt x="4340098" y="4782794"/>
                  <a:pt x="4329354" y="4779838"/>
                </a:cubicBezTo>
                <a:cubicBezTo>
                  <a:pt x="4299132" y="4771288"/>
                  <a:pt x="4270125" y="4758554"/>
                  <a:pt x="4239595" y="4751840"/>
                </a:cubicBezTo>
                <a:cubicBezTo>
                  <a:pt x="4189137" y="4740803"/>
                  <a:pt x="4143262" y="4763288"/>
                  <a:pt x="4096514" y="4776811"/>
                </a:cubicBezTo>
                <a:cubicBezTo>
                  <a:pt x="4052043" y="4789559"/>
                  <a:pt x="4012695" y="4822508"/>
                  <a:pt x="3961888" y="4811077"/>
                </a:cubicBezTo>
                <a:cubicBezTo>
                  <a:pt x="3956768" y="4809986"/>
                  <a:pt x="3950703" y="4814584"/>
                  <a:pt x="3944891" y="4815486"/>
                </a:cubicBezTo>
                <a:cubicBezTo>
                  <a:pt x="3928953" y="4817931"/>
                  <a:pt x="3912968" y="4821109"/>
                  <a:pt x="3896970" y="4821693"/>
                </a:cubicBezTo>
                <a:cubicBezTo>
                  <a:pt x="3877426" y="4822591"/>
                  <a:pt x="3857714" y="4820509"/>
                  <a:pt x="3838196" y="4821037"/>
                </a:cubicBezTo>
                <a:cubicBezTo>
                  <a:pt x="3825655" y="4821298"/>
                  <a:pt x="3813141" y="4822487"/>
                  <a:pt x="3800670" y="4823403"/>
                </a:cubicBezTo>
                <a:lnTo>
                  <a:pt x="3797857" y="4823456"/>
                </a:lnTo>
                <a:lnTo>
                  <a:pt x="3740361" y="4819547"/>
                </a:lnTo>
                <a:lnTo>
                  <a:pt x="3733853" y="4818257"/>
                </a:lnTo>
                <a:cubicBezTo>
                  <a:pt x="3724094" y="4815461"/>
                  <a:pt x="3714384" y="4812250"/>
                  <a:pt x="3704618" y="4809915"/>
                </a:cubicBezTo>
                <a:cubicBezTo>
                  <a:pt x="3677042" y="4803402"/>
                  <a:pt x="3646294" y="4802610"/>
                  <a:pt x="3622533" y="4789121"/>
                </a:cubicBezTo>
                <a:cubicBezTo>
                  <a:pt x="3597163" y="4774778"/>
                  <a:pt x="3572619" y="4767358"/>
                  <a:pt x="3545207" y="4769391"/>
                </a:cubicBezTo>
                <a:cubicBezTo>
                  <a:pt x="3536068" y="4770067"/>
                  <a:pt x="3523903" y="4777034"/>
                  <a:pt x="3519303" y="4784698"/>
                </a:cubicBezTo>
                <a:cubicBezTo>
                  <a:pt x="3509045" y="4801815"/>
                  <a:pt x="3496459" y="4804113"/>
                  <a:pt x="3480065" y="4796876"/>
                </a:cubicBezTo>
                <a:cubicBezTo>
                  <a:pt x="3465826" y="4790712"/>
                  <a:pt x="3448089" y="4786910"/>
                  <a:pt x="3438793" y="4776257"/>
                </a:cubicBezTo>
                <a:cubicBezTo>
                  <a:pt x="3412454" y="4746079"/>
                  <a:pt x="3376501" y="4742708"/>
                  <a:pt x="3341926" y="4732751"/>
                </a:cubicBezTo>
                <a:cubicBezTo>
                  <a:pt x="3320818" y="4726675"/>
                  <a:pt x="3300881" y="4725135"/>
                  <a:pt x="3279243" y="4726817"/>
                </a:cubicBezTo>
                <a:cubicBezTo>
                  <a:pt x="3232227" y="4730673"/>
                  <a:pt x="3187653" y="4717623"/>
                  <a:pt x="3143823" y="4701842"/>
                </a:cubicBezTo>
                <a:cubicBezTo>
                  <a:pt x="3114850" y="4691337"/>
                  <a:pt x="3084913" y="4684106"/>
                  <a:pt x="3056138" y="4673429"/>
                </a:cubicBezTo>
                <a:cubicBezTo>
                  <a:pt x="3034612" y="4665286"/>
                  <a:pt x="3013174" y="4655850"/>
                  <a:pt x="2993770" y="4643771"/>
                </a:cubicBezTo>
                <a:cubicBezTo>
                  <a:pt x="2965655" y="4626086"/>
                  <a:pt x="2941776" y="4600714"/>
                  <a:pt x="2904225" y="4604470"/>
                </a:cubicBezTo>
                <a:cubicBezTo>
                  <a:pt x="2871157" y="4607788"/>
                  <a:pt x="2842399" y="4594145"/>
                  <a:pt x="2813231" y="4581028"/>
                </a:cubicBezTo>
                <a:cubicBezTo>
                  <a:pt x="2791804" y="4571408"/>
                  <a:pt x="2770396" y="4561601"/>
                  <a:pt x="2748028" y="4554886"/>
                </a:cubicBezTo>
                <a:cubicBezTo>
                  <a:pt x="2721475" y="4546959"/>
                  <a:pt x="2690826" y="4547473"/>
                  <a:pt x="2667581" y="4534574"/>
                </a:cubicBezTo>
                <a:cubicBezTo>
                  <a:pt x="2643266" y="4521045"/>
                  <a:pt x="2621858" y="4527570"/>
                  <a:pt x="2599283" y="4529376"/>
                </a:cubicBezTo>
                <a:cubicBezTo>
                  <a:pt x="2563287" y="4532123"/>
                  <a:pt x="2527170" y="4539316"/>
                  <a:pt x="2491986" y="4524678"/>
                </a:cubicBezTo>
                <a:cubicBezTo>
                  <a:pt x="2449219" y="4506927"/>
                  <a:pt x="2406896" y="4488094"/>
                  <a:pt x="2363895" y="4471069"/>
                </a:cubicBezTo>
                <a:cubicBezTo>
                  <a:pt x="2347265" y="4464556"/>
                  <a:pt x="2329135" y="4461097"/>
                  <a:pt x="2311566" y="4457491"/>
                </a:cubicBezTo>
                <a:cubicBezTo>
                  <a:pt x="2294899" y="4454317"/>
                  <a:pt x="2274416" y="4458121"/>
                  <a:pt x="2262011" y="4449484"/>
                </a:cubicBezTo>
                <a:cubicBezTo>
                  <a:pt x="2230123" y="4427279"/>
                  <a:pt x="2196623" y="4415167"/>
                  <a:pt x="2158206" y="4412555"/>
                </a:cubicBezTo>
                <a:cubicBezTo>
                  <a:pt x="2143798" y="4411575"/>
                  <a:pt x="2130327" y="4402309"/>
                  <a:pt x="2115838" y="4399840"/>
                </a:cubicBezTo>
                <a:cubicBezTo>
                  <a:pt x="2096014" y="4396637"/>
                  <a:pt x="2073451" y="4390093"/>
                  <a:pt x="2055614" y="4395932"/>
                </a:cubicBezTo>
                <a:cubicBezTo>
                  <a:pt x="2013667" y="4409780"/>
                  <a:pt x="1981552" y="4393679"/>
                  <a:pt x="1947021" y="4374820"/>
                </a:cubicBezTo>
                <a:cubicBezTo>
                  <a:pt x="1913035" y="4356182"/>
                  <a:pt x="1876975" y="4340743"/>
                  <a:pt x="1840396" y="4327492"/>
                </a:cubicBezTo>
                <a:cubicBezTo>
                  <a:pt x="1826623" y="4322661"/>
                  <a:pt x="1809379" y="4327983"/>
                  <a:pt x="1793775" y="4328221"/>
                </a:cubicBezTo>
                <a:cubicBezTo>
                  <a:pt x="1788208" y="4328213"/>
                  <a:pt x="1782076" y="4328353"/>
                  <a:pt x="1777216" y="4326168"/>
                </a:cubicBezTo>
                <a:cubicBezTo>
                  <a:pt x="1730217" y="4305160"/>
                  <a:pt x="1682189" y="4288351"/>
                  <a:pt x="1629295" y="4294032"/>
                </a:cubicBezTo>
                <a:cubicBezTo>
                  <a:pt x="1624431" y="4294630"/>
                  <a:pt x="1619210" y="4292232"/>
                  <a:pt x="1614496" y="4290614"/>
                </a:cubicBezTo>
                <a:cubicBezTo>
                  <a:pt x="1591493" y="4282369"/>
                  <a:pt x="1569306" y="4270287"/>
                  <a:pt x="1545646" y="4266265"/>
                </a:cubicBezTo>
                <a:cubicBezTo>
                  <a:pt x="1487316" y="4256363"/>
                  <a:pt x="1428380" y="4249943"/>
                  <a:pt x="1369537" y="4242047"/>
                </a:cubicBezTo>
                <a:cubicBezTo>
                  <a:pt x="1365856" y="4241612"/>
                  <a:pt x="1361977" y="4241349"/>
                  <a:pt x="1358743" y="4239828"/>
                </a:cubicBezTo>
                <a:cubicBezTo>
                  <a:pt x="1337488" y="4230405"/>
                  <a:pt x="1318289" y="4231698"/>
                  <a:pt x="1298789" y="4245587"/>
                </a:cubicBezTo>
                <a:cubicBezTo>
                  <a:pt x="1290211" y="4251684"/>
                  <a:pt x="1278891" y="4254440"/>
                  <a:pt x="1268483" y="4257443"/>
                </a:cubicBezTo>
                <a:cubicBezTo>
                  <a:pt x="1253144" y="4261967"/>
                  <a:pt x="1237453" y="4266280"/>
                  <a:pt x="1221700" y="4268736"/>
                </a:cubicBezTo>
                <a:cubicBezTo>
                  <a:pt x="1206144" y="4271017"/>
                  <a:pt x="1189393" y="4274515"/>
                  <a:pt x="1174793" y="4270928"/>
                </a:cubicBezTo>
                <a:cubicBezTo>
                  <a:pt x="1148512" y="4264504"/>
                  <a:pt x="1123910" y="4252440"/>
                  <a:pt x="1098150" y="4243822"/>
                </a:cubicBezTo>
                <a:cubicBezTo>
                  <a:pt x="1089264" y="4240805"/>
                  <a:pt x="1079265" y="4240499"/>
                  <a:pt x="1069859" y="4239673"/>
                </a:cubicBezTo>
                <a:cubicBezTo>
                  <a:pt x="1048286" y="4237650"/>
                  <a:pt x="1025759" y="4241499"/>
                  <a:pt x="1007226" y="4224839"/>
                </a:cubicBezTo>
                <a:cubicBezTo>
                  <a:pt x="990106" y="4209202"/>
                  <a:pt x="971530" y="4212206"/>
                  <a:pt x="951768" y="4221810"/>
                </a:cubicBezTo>
                <a:cubicBezTo>
                  <a:pt x="937572" y="4228639"/>
                  <a:pt x="921644" y="4233679"/>
                  <a:pt x="906114" y="4235593"/>
                </a:cubicBezTo>
                <a:cubicBezTo>
                  <a:pt x="884782" y="4238224"/>
                  <a:pt x="863800" y="4238468"/>
                  <a:pt x="841245" y="4234521"/>
                </a:cubicBezTo>
                <a:cubicBezTo>
                  <a:pt x="825289" y="4231767"/>
                  <a:pt x="812226" y="4230137"/>
                  <a:pt x="800332" y="4219495"/>
                </a:cubicBezTo>
                <a:cubicBezTo>
                  <a:pt x="798402" y="4217879"/>
                  <a:pt x="794734" y="4217259"/>
                  <a:pt x="791951" y="4217256"/>
                </a:cubicBezTo>
                <a:cubicBezTo>
                  <a:pt x="755353" y="4217923"/>
                  <a:pt x="719451" y="4213811"/>
                  <a:pt x="682847" y="4209095"/>
                </a:cubicBezTo>
                <a:cubicBezTo>
                  <a:pt x="636323" y="4202966"/>
                  <a:pt x="586603" y="4208305"/>
                  <a:pt x="544048" y="4236583"/>
                </a:cubicBezTo>
                <a:cubicBezTo>
                  <a:pt x="537823" y="4240799"/>
                  <a:pt x="528820" y="4242229"/>
                  <a:pt x="520986" y="4242810"/>
                </a:cubicBezTo>
                <a:cubicBezTo>
                  <a:pt x="484092" y="4245125"/>
                  <a:pt x="447111" y="4245951"/>
                  <a:pt x="410178" y="4248822"/>
                </a:cubicBezTo>
                <a:cubicBezTo>
                  <a:pt x="390031" y="4250420"/>
                  <a:pt x="368985" y="4251587"/>
                  <a:pt x="350333" y="4258484"/>
                </a:cubicBezTo>
                <a:cubicBezTo>
                  <a:pt x="332065" y="4265218"/>
                  <a:pt x="317199" y="4273672"/>
                  <a:pt x="307802" y="4256334"/>
                </a:cubicBezTo>
                <a:cubicBezTo>
                  <a:pt x="288364" y="4263918"/>
                  <a:pt x="271422" y="4270190"/>
                  <a:pt x="254816" y="4277037"/>
                </a:cubicBezTo>
                <a:cubicBezTo>
                  <a:pt x="248704" y="4279592"/>
                  <a:pt x="243390" y="4284054"/>
                  <a:pt x="237292" y="4286423"/>
                </a:cubicBezTo>
                <a:cubicBezTo>
                  <a:pt x="230810" y="4288952"/>
                  <a:pt x="223666" y="4290321"/>
                  <a:pt x="216734" y="4291334"/>
                </a:cubicBezTo>
                <a:cubicBezTo>
                  <a:pt x="185806" y="4295911"/>
                  <a:pt x="154918" y="4299934"/>
                  <a:pt x="124141" y="4305079"/>
                </a:cubicBezTo>
                <a:cubicBezTo>
                  <a:pt x="118127" y="4306154"/>
                  <a:pt x="112739" y="4311724"/>
                  <a:pt x="107121" y="4315238"/>
                </a:cubicBezTo>
                <a:cubicBezTo>
                  <a:pt x="103434" y="4317587"/>
                  <a:pt x="99664" y="4321227"/>
                  <a:pt x="95746" y="4321517"/>
                </a:cubicBezTo>
                <a:cubicBezTo>
                  <a:pt x="65894" y="4323941"/>
                  <a:pt x="36179" y="4327118"/>
                  <a:pt x="6292" y="4327311"/>
                </a:cubicBezTo>
                <a:lnTo>
                  <a:pt x="1" y="4327851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D1806-27A6-90A0-3243-5E75382B4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088" y="1263652"/>
            <a:ext cx="8748712" cy="1806779"/>
          </a:xfrm>
        </p:spPr>
        <p:txBody>
          <a:bodyPr>
            <a:normAutofit/>
          </a:bodyPr>
          <a:lstStyle/>
          <a:p>
            <a:pPr algn="l"/>
            <a:r>
              <a:rPr lang="pt-BR" sz="7200" dirty="0">
                <a:solidFill>
                  <a:schemeClr val="bg1"/>
                </a:solidFill>
              </a:rPr>
              <a:t>STEER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09D0B1-94A5-56CB-DE55-5A795F5B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14" y="3451428"/>
            <a:ext cx="7866062" cy="884538"/>
          </a:xfrm>
        </p:spPr>
        <p:txBody>
          <a:bodyPr wrap="square">
            <a:normAutofit/>
          </a:bodyPr>
          <a:lstStyle/>
          <a:p>
            <a:pPr algn="l"/>
            <a:r>
              <a:rPr lang="pt-BR">
                <a:solidFill>
                  <a:schemeClr val="bg1"/>
                </a:solidFill>
              </a:rPr>
              <a:t>testar o STEER de um único módulo real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579200-569C-441E-840B-B8541A01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840" y="3637714"/>
            <a:ext cx="10479782" cy="2198910"/>
            <a:chOff x="839281" y="3610818"/>
            <a:chExt cx="10479782" cy="219891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EB88F5-C5AF-4DC0-A8DF-1B824164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9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16618E-4C0F-42EC-BE06-F84BE1E7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8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6737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43285A4-5F64-78F7-A53C-06C901FF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17674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8991DA5-8BD9-0F7A-9E06-6BA0BACEF67F}"/>
              </a:ext>
            </a:extLst>
          </p:cNvPr>
          <p:cNvSpPr/>
          <p:nvPr/>
        </p:nvSpPr>
        <p:spPr>
          <a:xfrm rot="19439918">
            <a:off x="2963917" y="3657600"/>
            <a:ext cx="704193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68AD0C1-02F7-0830-B47F-B27EABFDC66E}"/>
              </a:ext>
            </a:extLst>
          </p:cNvPr>
          <p:cNvSpPr/>
          <p:nvPr/>
        </p:nvSpPr>
        <p:spPr>
          <a:xfrm rot="19439918">
            <a:off x="4143186" y="1137921"/>
            <a:ext cx="704193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6CA9F9F-28A4-B6D1-4BD0-9C10918D14DE}"/>
              </a:ext>
            </a:extLst>
          </p:cNvPr>
          <p:cNvSpPr/>
          <p:nvPr/>
        </p:nvSpPr>
        <p:spPr>
          <a:xfrm rot="19439918">
            <a:off x="1937049" y="1137919"/>
            <a:ext cx="704193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88F3EBF-43B6-2446-2D42-F2D0F937E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145" y="4956306"/>
            <a:ext cx="7824891" cy="1761368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EC0ECC42-65A7-7235-EBAF-8B9CD6701FFF}"/>
              </a:ext>
            </a:extLst>
          </p:cNvPr>
          <p:cNvSpPr/>
          <p:nvPr/>
        </p:nvSpPr>
        <p:spPr>
          <a:xfrm rot="19439918">
            <a:off x="2120636" y="6195472"/>
            <a:ext cx="704193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3E80FC4-C94E-60EE-5572-DD5002F18B26}"/>
              </a:ext>
            </a:extLst>
          </p:cNvPr>
          <p:cNvSpPr txBox="1"/>
          <p:nvPr/>
        </p:nvSpPr>
        <p:spPr>
          <a:xfrm>
            <a:off x="9753640" y="2367280"/>
            <a:ext cx="243836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Para testar coloque</a:t>
            </a:r>
          </a:p>
          <a:p>
            <a:r>
              <a:rPr lang="pt-BR" dirty="0" err="1"/>
              <a:t>Enable</a:t>
            </a:r>
            <a:r>
              <a:rPr lang="pt-BR" dirty="0"/>
              <a:t> na drive </a:t>
            </a:r>
            <a:r>
              <a:rPr lang="pt-BR" dirty="0" err="1"/>
              <a:t>station</a:t>
            </a:r>
            <a:endParaRPr lang="pt-BR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570678BD-D391-BD84-787D-6ED6CAF9B31F}"/>
              </a:ext>
            </a:extLst>
          </p:cNvPr>
          <p:cNvCxnSpPr/>
          <p:nvPr/>
        </p:nvCxnSpPr>
        <p:spPr>
          <a:xfrm flipH="1">
            <a:off x="3316013" y="3027680"/>
            <a:ext cx="6417267" cy="3139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791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4AB9-AEF8-E707-8F98-F24CE592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ngrenagens de uma máquina">
            <a:extLst>
              <a:ext uri="{FF2B5EF4-FFF2-40B4-BE49-F238E27FC236}">
                <a16:creationId xmlns:a16="http://schemas.microsoft.com/office/drawing/2014/main" id="{0088CEB8-0A11-06EF-11D0-8ABB2A17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" b="700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B172BCB-5767-C781-932F-61CAE900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88252"/>
            <a:ext cx="10058400" cy="2412076"/>
          </a:xfr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b="1" dirty="0"/>
              <a:t>Pode </a:t>
            </a:r>
            <a:r>
              <a:rPr lang="en-US" sz="5200" b="1" dirty="0" err="1"/>
              <a:t>fazer</a:t>
            </a:r>
            <a:r>
              <a:rPr lang="en-US" sz="5200" b="1" dirty="0"/>
              <a:t> o </a:t>
            </a:r>
            <a:r>
              <a:rPr lang="en-US" sz="5200" b="1" dirty="0" err="1"/>
              <a:t>mesmo</a:t>
            </a:r>
            <a:r>
              <a:rPr lang="en-US" sz="5200" b="1" dirty="0"/>
              <a:t> para </a:t>
            </a:r>
            <a:r>
              <a:rPr lang="en-US" sz="5200" b="1" dirty="0" err="1"/>
              <a:t>todos</a:t>
            </a:r>
            <a:r>
              <a:rPr lang="en-US" sz="5200" b="1" dirty="0"/>
              <a:t> </a:t>
            </a:r>
            <a:r>
              <a:rPr lang="en-US" sz="5200" b="1" dirty="0" err="1"/>
              <a:t>os</a:t>
            </a:r>
            <a:r>
              <a:rPr lang="en-US" sz="5200" b="1" dirty="0"/>
              <a:t> </a:t>
            </a:r>
            <a:r>
              <a:rPr lang="en-US" sz="5200" b="1" dirty="0" err="1"/>
              <a:t>motores</a:t>
            </a:r>
            <a:br>
              <a:rPr lang="en-US" sz="5200" b="1" dirty="0"/>
            </a:br>
            <a:r>
              <a:rPr lang="en-US" sz="3100" b="1" dirty="0"/>
              <a:t>Use IA </a:t>
            </a:r>
            <a:r>
              <a:rPr lang="en-US" sz="3100" b="1" dirty="0" err="1"/>
              <a:t>pande</a:t>
            </a:r>
            <a:r>
              <a:rPr lang="en-US" sz="3100" b="1" dirty="0"/>
              <a:t> o self test </a:t>
            </a:r>
            <a:r>
              <a:rPr lang="en-US" sz="3100" b="1" dirty="0" err="1"/>
              <a:t>tambem</a:t>
            </a:r>
            <a:r>
              <a:rPr lang="en-US" sz="3100" b="1" dirty="0"/>
              <a:t> para </a:t>
            </a:r>
            <a:r>
              <a:rPr lang="en-US" sz="3100" b="1" dirty="0" err="1"/>
              <a:t>ajudar</a:t>
            </a:r>
            <a:r>
              <a:rPr lang="en-US" sz="3100" b="1" dirty="0"/>
              <a:t> a </a:t>
            </a:r>
            <a:r>
              <a:rPr lang="en-US" sz="3100" b="1" dirty="0" err="1"/>
              <a:t>avaliar</a:t>
            </a:r>
            <a:r>
              <a:rPr lang="en-US" sz="3100" b="1" dirty="0"/>
              <a:t> </a:t>
            </a:r>
            <a:r>
              <a:rPr lang="en-US" sz="3100" b="1" dirty="0" err="1"/>
              <a:t>como</a:t>
            </a:r>
            <a:r>
              <a:rPr lang="en-US" sz="3100" b="1" dirty="0"/>
              <a:t> </a:t>
            </a:r>
            <a:r>
              <a:rPr lang="en-US" sz="3100" b="1" dirty="0" err="1"/>
              <a:t>está</a:t>
            </a:r>
            <a:r>
              <a:rPr lang="en-US" sz="3100" b="1" dirty="0"/>
              <a:t> o motor </a:t>
            </a:r>
            <a:r>
              <a:rPr lang="en-US" sz="3100" b="1" dirty="0" err="1"/>
              <a:t>pelos</a:t>
            </a:r>
            <a:r>
              <a:rPr lang="en-US" sz="3100" b="1" dirty="0"/>
              <a:t> logs</a:t>
            </a:r>
            <a:endParaRPr lang="en-US" sz="5200" b="1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5BB4A98-CD23-7D0A-7534-634DCD222D33}"/>
              </a:ext>
            </a:extLst>
          </p:cNvPr>
          <p:cNvSpPr txBox="1">
            <a:spLocks/>
          </p:cNvSpPr>
          <p:nvPr/>
        </p:nvSpPr>
        <p:spPr>
          <a:xfrm>
            <a:off x="1063752" y="4182532"/>
            <a:ext cx="10058400" cy="2412076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 dirty="0" err="1"/>
              <a:t>Ideia</a:t>
            </a:r>
            <a:r>
              <a:rPr lang="en-US" sz="5200" b="1" dirty="0"/>
              <a:t> agora </a:t>
            </a:r>
            <a:r>
              <a:rPr lang="en-US" sz="5200" b="1" dirty="0" err="1"/>
              <a:t>verificar</a:t>
            </a:r>
            <a:r>
              <a:rPr lang="en-US" sz="5200" b="1" dirty="0"/>
              <a:t> o turn e drive</a:t>
            </a:r>
          </a:p>
          <a:p>
            <a:pPr algn="ctr"/>
            <a:r>
              <a:rPr lang="en-US" sz="3600" b="1" dirty="0" err="1"/>
              <a:t>Também</a:t>
            </a:r>
            <a:r>
              <a:rPr lang="en-US" sz="3600" b="1" dirty="0"/>
              <a:t> a </a:t>
            </a:r>
            <a:r>
              <a:rPr lang="en-US" sz="3600" b="1" dirty="0" err="1"/>
              <a:t>resposta</a:t>
            </a:r>
            <a:r>
              <a:rPr lang="en-US" sz="3600" b="1" dirty="0"/>
              <a:t> de </a:t>
            </a:r>
            <a:r>
              <a:rPr lang="en-US" sz="3600" b="1" dirty="0" err="1"/>
              <a:t>cada</a:t>
            </a:r>
            <a:r>
              <a:rPr lang="en-US" sz="3600" b="1" dirty="0"/>
              <a:t> motor</a:t>
            </a:r>
          </a:p>
        </p:txBody>
      </p:sp>
    </p:spTree>
    <p:extLst>
      <p:ext uri="{BB962C8B-B14F-4D97-AF65-F5344CB8AC3E}">
        <p14:creationId xmlns:p14="http://schemas.microsoft.com/office/powerpoint/2010/main" val="815262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ACCAF84-618A-EDD3-7C94-68E6AEC8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505"/>
            <a:ext cx="12192000" cy="6498989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03F865E-2E10-1AA5-50C6-C0B0B742792D}"/>
              </a:ext>
            </a:extLst>
          </p:cNvPr>
          <p:cNvSpPr/>
          <p:nvPr/>
        </p:nvSpPr>
        <p:spPr>
          <a:xfrm rot="9089903">
            <a:off x="1361442" y="2154228"/>
            <a:ext cx="1145628" cy="8618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369A0D-FBE2-0489-7D18-04E106C4C170}"/>
              </a:ext>
            </a:extLst>
          </p:cNvPr>
          <p:cNvSpPr txBox="1"/>
          <p:nvPr/>
        </p:nvSpPr>
        <p:spPr>
          <a:xfrm>
            <a:off x="6644640" y="2238856"/>
            <a:ext cx="498373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Pode testar  mais de uma roda ao mesmo tempo</a:t>
            </a:r>
          </a:p>
        </p:txBody>
      </p:sp>
    </p:spTree>
    <p:extLst>
      <p:ext uri="{BB962C8B-B14F-4D97-AF65-F5344CB8AC3E}">
        <p14:creationId xmlns:p14="http://schemas.microsoft.com/office/powerpoint/2010/main" val="2974347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15B6F4-7940-6A87-B999-5AC9D29A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8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44F8FA-3AA6-85CB-983B-DB6AE15B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1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8B611FA-EA60-D183-AF57-5F422F0CF239}"/>
              </a:ext>
            </a:extLst>
          </p:cNvPr>
          <p:cNvSpPr txBox="1"/>
          <p:nvPr/>
        </p:nvSpPr>
        <p:spPr>
          <a:xfrm>
            <a:off x="8085042" y="2320136"/>
            <a:ext cx="4106958" cy="120032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Pode colocar os quatro motores de </a:t>
            </a:r>
            <a:r>
              <a:rPr lang="pt-BR" dirty="0" err="1"/>
              <a:t>turn</a:t>
            </a:r>
            <a:endParaRPr lang="pt-BR" dirty="0"/>
          </a:p>
          <a:p>
            <a:r>
              <a:rPr lang="pt-BR" dirty="0"/>
              <a:t>Utilizar position </a:t>
            </a:r>
            <a:r>
              <a:rPr lang="pt-BR" dirty="0" err="1"/>
              <a:t>voltage</a:t>
            </a:r>
            <a:r>
              <a:rPr lang="pt-BR" dirty="0"/>
              <a:t>.</a:t>
            </a:r>
          </a:p>
          <a:p>
            <a:r>
              <a:rPr lang="pt-BR" dirty="0"/>
              <a:t>Deixar no ponto 0.</a:t>
            </a:r>
          </a:p>
          <a:p>
            <a:r>
              <a:rPr lang="pt-BR" dirty="0"/>
              <a:t>Ele vai alinhar as 4 rodas</a:t>
            </a:r>
          </a:p>
        </p:txBody>
      </p:sp>
    </p:spTree>
    <p:extLst>
      <p:ext uri="{BB962C8B-B14F-4D97-AF65-F5344CB8AC3E}">
        <p14:creationId xmlns:p14="http://schemas.microsoft.com/office/powerpoint/2010/main" val="2005661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260</Words>
  <Application>Microsoft Office PowerPoint</Application>
  <PresentationFormat>Widescreen</PresentationFormat>
  <Paragraphs>37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Verificar dispositivos no Phoenix Tuner X</vt:lpstr>
      <vt:lpstr>Nesta primeira verificação, o objetivo é simplesmente confirmar:</vt:lpstr>
      <vt:lpstr>Apresentação do PowerPoint</vt:lpstr>
      <vt:lpstr>Apresentação do PowerPoint</vt:lpstr>
      <vt:lpstr>Apresentação do PowerPoint</vt:lpstr>
      <vt:lpstr>Apresentação do PowerPoint</vt:lpstr>
      <vt:lpstr>CANcoder e zero mecânico</vt:lpstr>
      <vt:lpstr>Front Lef</vt:lpstr>
      <vt:lpstr>Apresentação do PowerPoint</vt:lpstr>
      <vt:lpstr>Apresentação do PowerPoint</vt:lpstr>
      <vt:lpstr>Vamos testar cada um dos módulos</vt:lpstr>
      <vt:lpstr>Teste</vt:lpstr>
      <vt:lpstr>Faça para cada um dos motores Utilize IA para verificar se eles ficaram coerentes essses testes são manual utilize um gabarito ou régua</vt:lpstr>
      <vt:lpstr>Apresentação do PowerPoint</vt:lpstr>
      <vt:lpstr>STEER </vt:lpstr>
      <vt:lpstr>Apresentação do PowerPoint</vt:lpstr>
      <vt:lpstr>Pode fazer o mesmo para todos os motores Use IA pande o self test tambem para ajudar a avaliar como está o motor pelos logs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2026-09-16T00:00:59Z</dcterms:created>
  <dcterms:modified xsi:type="dcterms:W3CDTF">2026-09-17T14:01:45Z</dcterms:modified>
</cp:coreProperties>
</file>