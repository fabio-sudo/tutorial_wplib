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5" r:id="rId8"/>
    <p:sldId id="262" r:id="rId9"/>
    <p:sldId id="263" r:id="rId10"/>
    <p:sldId id="264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44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37848" y="6391657"/>
            <a:ext cx="3494314" cy="330466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/>
              </a:defRPr>
            </a:lvl1pPr>
          </a:lstStyle>
          <a:p>
            <a:fld id="{28FD4336-64B5-4347-A439-337F9526D1DA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6488C36A-3021-4109-98D5-CAD94EB00E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49625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D4336-64B5-4347-A439-337F9526D1DA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8C36A-3021-4109-98D5-CAD94EB00E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332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28FD4336-64B5-4347-A439-337F9526D1DA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488C36A-3021-4109-98D5-CAD94EB00E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02958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8FD4336-64B5-4347-A439-337F9526D1DA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488C36A-3021-4109-98D5-CAD94EB00E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2741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8FD4336-64B5-4347-A439-337F9526D1DA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488C36A-3021-4109-98D5-CAD94EB00E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79715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sz="16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600" dirty="0"/>
            </a:lvl4pPr>
            <a:lvl5pPr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D4336-64B5-4347-A439-337F9526D1DA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8C36A-3021-4109-98D5-CAD94EB00E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00565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pt-BR"/>
              <a:t>Clique para editar os estilos de texto Mestres</a:t>
            </a:r>
          </a:p>
          <a:p>
            <a:pPr marL="228600" lvl="1" indent="-228600"/>
            <a:r>
              <a:rPr lang="pt-BR"/>
              <a:t>Segundo nível</a:t>
            </a:r>
          </a:p>
          <a:p>
            <a:pPr marL="228600" lvl="2" indent="-228600"/>
            <a:r>
              <a:rPr lang="pt-BR"/>
              <a:t>Terceiro nível</a:t>
            </a:r>
          </a:p>
          <a:p>
            <a:pPr marL="228600" lvl="3" indent="-228600"/>
            <a:r>
              <a:rPr lang="pt-BR"/>
              <a:t>Quarto nível</a:t>
            </a:r>
          </a:p>
          <a:p>
            <a:pPr marL="228600" lvl="4" indent="-22860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D4336-64B5-4347-A439-337F9526D1DA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8C36A-3021-4109-98D5-CAD94EB00E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6024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D4336-64B5-4347-A439-337F9526D1DA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8C36A-3021-4109-98D5-CAD94EB00E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0369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D4336-64B5-4347-A439-337F9526D1DA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8C36A-3021-4109-98D5-CAD94EB00E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2822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8FD4336-64B5-4347-A439-337F9526D1DA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8C36A-3021-4109-98D5-CAD94EB00E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1325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8FD4336-64B5-4347-A439-337F9526D1DA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8C36A-3021-4109-98D5-CAD94EB00E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2345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8FD4336-64B5-4347-A439-337F9526D1DA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fld id="{6488C36A-3021-4109-98D5-CAD94EB00EE8}" type="slidenum">
              <a:rPr lang="pt-BR" smtClean="0"/>
              <a:t>‹nº›</a:t>
            </a:fld>
            <a:endParaRPr lang="pt-BR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835360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fld id="{28FD4336-64B5-4347-A439-337F9526D1DA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488C36A-3021-4109-98D5-CAD94EB00EE8}" type="slidenum">
              <a:rPr lang="pt-BR" smtClean="0"/>
              <a:t>‹nº›</a:t>
            </a:fld>
            <a:endParaRPr lang="pt-BR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58506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pt-BR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D4336-64B5-4347-A439-337F9526D1DA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488C36A-3021-4109-98D5-CAD94EB00E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8402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8FD4336-64B5-4347-A439-337F9526D1DA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8C36A-3021-4109-98D5-CAD94EB00E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53255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8FD4336-64B5-4347-A439-337F9526D1DA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fld id="{6488C36A-3021-4109-98D5-CAD94EB00EE8}" type="slidenum">
              <a:rPr lang="pt-BR" smtClean="0"/>
              <a:t>‹nº›</a:t>
            </a:fld>
            <a:endParaRPr lang="pt-BR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127587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fld id="{28FD4336-64B5-4347-A439-337F9526D1DA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fld id="{6488C36A-3021-4109-98D5-CAD94EB00EE8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103456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D4336-64B5-4347-A439-337F9526D1DA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8C36A-3021-4109-98D5-CAD94EB00E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49252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D4336-64B5-4347-A439-337F9526D1DA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8C36A-3021-4109-98D5-CAD94EB00E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73454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D4336-64B5-4347-A439-337F9526D1DA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8C36A-3021-4109-98D5-CAD94EB00E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03564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D4336-64B5-4347-A439-337F9526D1DA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8C36A-3021-4109-98D5-CAD94EB00E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99195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2E940BF-81C2-1FFB-391F-670B2E738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2880" y="1645920"/>
            <a:ext cx="5420409" cy="4741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B763AB3-1DFB-9F9F-2339-33F3C49C8C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8400" y="1645920"/>
            <a:ext cx="5261184" cy="4741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D4336-64B5-4347-A439-337F9526D1DA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8C36A-3021-4109-98D5-CAD94EB00E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75199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6A39E64-722E-F001-F641-974F522531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1631" y="1649451"/>
            <a:ext cx="5212080" cy="43434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B9C0BFD-5C7B-FA0D-DCE8-95D24728FEB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5352" y="1649451"/>
            <a:ext cx="5212080" cy="43434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D4336-64B5-4347-A439-337F9526D1DA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8C36A-3021-4109-98D5-CAD94EB00E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73969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D4336-64B5-4347-A439-337F9526D1DA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8C36A-3021-4109-98D5-CAD94EB00E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49550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D4336-64B5-4347-A439-337F9526D1DA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8C36A-3021-4109-98D5-CAD94EB00E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11050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D4336-64B5-4347-A439-337F9526D1DA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8C36A-3021-4109-98D5-CAD94EB00E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6029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/>
            </a:lvl1pPr>
            <a:lvl2pPr marL="228600" indent="0" algn="ctr">
              <a:buNone/>
              <a:defRPr lang="en-US" sz="1600" dirty="0"/>
            </a:lvl2pPr>
            <a:lvl3pPr marL="457200" indent="0" algn="ctr">
              <a:buNone/>
              <a:defRPr lang="en-US" sz="1600" dirty="0"/>
            </a:lvl3pPr>
            <a:lvl4pPr marL="685800" indent="0" algn="ctr">
              <a:buNone/>
              <a:defRPr lang="en-US" sz="1600" dirty="0"/>
            </a:lvl4pPr>
            <a:lvl5pPr marL="914400" indent="0" algn="ctr">
              <a:buNone/>
              <a:defRPr lang="en-US" sz="1600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D4336-64B5-4347-A439-337F9526D1DA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8C36A-3021-4109-98D5-CAD94EB00E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2672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28FD4336-64B5-4347-A439-337F9526D1DA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6488C36A-3021-4109-98D5-CAD94EB00E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3172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3CDC44-DF87-F74D-7E3C-03352ABBBC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/>
              <a:t>Drivetrain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211089-F94D-577A-B40F-8B48126E34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b="1" dirty="0"/>
              <a:t>completo no robô real, ainda suspenso, usando o nosso código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9897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A51E611-EA36-2506-FAB5-DA07DE83E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/>
          <a:lstStyle/>
          <a:p>
            <a:r>
              <a:rPr lang="en-US" dirty="0"/>
              <a:t>Deploy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FF982C8-1B66-5168-F94A-85ECE51D6D6C}"/>
              </a:ext>
            </a:extLst>
          </p:cNvPr>
          <p:cNvSpPr txBox="1"/>
          <p:nvPr/>
        </p:nvSpPr>
        <p:spPr>
          <a:xfrm>
            <a:off x="185854" y="1796675"/>
            <a:ext cx="3234982" cy="44714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300" dirty="0" err="1"/>
              <a:t>Perfeito</a:t>
            </a:r>
            <a:r>
              <a:rPr lang="en-US" sz="1300" dirty="0"/>
              <a:t>. Antes de </a:t>
            </a:r>
            <a:r>
              <a:rPr lang="en-US" sz="1300" dirty="0" err="1"/>
              <a:t>habilitar</a:t>
            </a:r>
            <a:r>
              <a:rPr lang="en-US" sz="1300" dirty="0"/>
              <a:t> o </a:t>
            </a:r>
            <a:r>
              <a:rPr lang="en-US" sz="1300" dirty="0" err="1"/>
              <a:t>robô</a:t>
            </a:r>
            <a:r>
              <a:rPr lang="en-US" sz="1300" dirty="0"/>
              <a:t>, </a:t>
            </a:r>
            <a:r>
              <a:rPr lang="en-US" sz="1300" dirty="0" err="1"/>
              <a:t>faça</a:t>
            </a:r>
            <a:r>
              <a:rPr lang="en-US" sz="1300" dirty="0"/>
              <a:t> </a:t>
            </a:r>
            <a:r>
              <a:rPr lang="en-US" sz="1300" dirty="0" err="1"/>
              <a:t>só</a:t>
            </a:r>
            <a:r>
              <a:rPr lang="en-US" sz="1300" dirty="0"/>
              <a:t> </a:t>
            </a:r>
            <a:r>
              <a:rPr lang="en-US" sz="1300" dirty="0" err="1"/>
              <a:t>essa</a:t>
            </a:r>
            <a:r>
              <a:rPr lang="en-US" sz="1300" dirty="0"/>
              <a:t> </a:t>
            </a:r>
            <a:r>
              <a:rPr lang="en-US" sz="1300" dirty="0" err="1"/>
              <a:t>sequência</a:t>
            </a:r>
            <a:r>
              <a:rPr lang="en-US" sz="1300" dirty="0"/>
              <a:t> para </a:t>
            </a:r>
            <a:r>
              <a:rPr lang="en-US" sz="1300" dirty="0" err="1"/>
              <a:t>reduzir</a:t>
            </a:r>
            <a:r>
              <a:rPr lang="en-US" sz="1300" dirty="0"/>
              <a:t> </a:t>
            </a:r>
            <a:r>
              <a:rPr lang="en-US" sz="1300" dirty="0" err="1"/>
              <a:t>risco</a:t>
            </a:r>
            <a:r>
              <a:rPr lang="en-US" sz="1300" dirty="0"/>
              <a:t>:</a:t>
            </a:r>
          </a:p>
          <a:p>
            <a:pPr marL="285750" lvl="0" indent="-28575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300" dirty="0" err="1"/>
              <a:t>Deixe</a:t>
            </a:r>
            <a:r>
              <a:rPr lang="en-US" sz="1300" dirty="0"/>
              <a:t> o </a:t>
            </a:r>
            <a:r>
              <a:rPr lang="en-US" sz="1300" dirty="0" err="1"/>
              <a:t>robô</a:t>
            </a:r>
            <a:r>
              <a:rPr lang="en-US" sz="1300" dirty="0"/>
              <a:t> </a:t>
            </a:r>
            <a:r>
              <a:rPr lang="en-US" sz="1300" b="1" dirty="0" err="1"/>
              <a:t>suspenso</a:t>
            </a:r>
            <a:r>
              <a:rPr lang="en-US" sz="1300" dirty="0"/>
              <a:t>, com as </a:t>
            </a:r>
            <a:r>
              <a:rPr lang="en-US" sz="1300" dirty="0" err="1"/>
              <a:t>quatro</a:t>
            </a:r>
            <a:r>
              <a:rPr lang="en-US" sz="1300" dirty="0"/>
              <a:t> </a:t>
            </a:r>
            <a:r>
              <a:rPr lang="en-US" sz="1300" dirty="0" err="1"/>
              <a:t>rodas</a:t>
            </a:r>
            <a:r>
              <a:rPr lang="en-US" sz="1300" dirty="0"/>
              <a:t> livres. </a:t>
            </a:r>
          </a:p>
          <a:p>
            <a:pPr marL="285750" lvl="0" indent="-28575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300" dirty="0" err="1"/>
              <a:t>Faça</a:t>
            </a:r>
            <a:r>
              <a:rPr lang="en-US" sz="1300" dirty="0"/>
              <a:t> o </a:t>
            </a:r>
            <a:r>
              <a:rPr lang="en-US" sz="1300" b="1" dirty="0"/>
              <a:t>Deploy Robot Code</a:t>
            </a:r>
            <a:r>
              <a:rPr lang="en-US" sz="1300" dirty="0"/>
              <a:t>. </a:t>
            </a:r>
          </a:p>
          <a:p>
            <a:pPr marL="285750" lvl="0" indent="-28575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300" dirty="0"/>
              <a:t>No Driver Station, </a:t>
            </a:r>
            <a:r>
              <a:rPr lang="en-US" sz="1300" dirty="0" err="1"/>
              <a:t>confirme</a:t>
            </a:r>
            <a:r>
              <a:rPr lang="en-US" sz="1300" dirty="0"/>
              <a:t> </a:t>
            </a:r>
            <a:r>
              <a:rPr lang="en-US" sz="1300" dirty="0" err="1"/>
              <a:t>que</a:t>
            </a:r>
            <a:r>
              <a:rPr lang="en-US" sz="1300" dirty="0"/>
              <a:t> o </a:t>
            </a:r>
            <a:r>
              <a:rPr lang="en-US" sz="1300" dirty="0" err="1"/>
              <a:t>programa</a:t>
            </a:r>
            <a:r>
              <a:rPr lang="en-US" sz="1300" dirty="0"/>
              <a:t> </a:t>
            </a:r>
            <a:r>
              <a:rPr lang="en-US" sz="1300" dirty="0" err="1"/>
              <a:t>iniciou</a:t>
            </a:r>
            <a:r>
              <a:rPr lang="en-US" sz="1300" dirty="0"/>
              <a:t> </a:t>
            </a:r>
            <a:r>
              <a:rPr lang="en-US" sz="1300" dirty="0" err="1"/>
              <a:t>sem</a:t>
            </a:r>
            <a:r>
              <a:rPr lang="en-US" sz="1300" dirty="0"/>
              <a:t> </a:t>
            </a:r>
            <a:r>
              <a:rPr lang="en-US" sz="1300" dirty="0" err="1"/>
              <a:t>erro</a:t>
            </a:r>
            <a:r>
              <a:rPr lang="en-US" sz="1300" dirty="0"/>
              <a:t>. </a:t>
            </a:r>
          </a:p>
          <a:p>
            <a:pPr marL="285750" lvl="0" indent="-28575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300" dirty="0" err="1"/>
              <a:t>Ainda</a:t>
            </a:r>
            <a:r>
              <a:rPr lang="en-US" sz="1300" dirty="0"/>
              <a:t> </a:t>
            </a:r>
            <a:r>
              <a:rPr lang="en-US" sz="1300" b="1" dirty="0"/>
              <a:t>Disabled</a:t>
            </a:r>
            <a:r>
              <a:rPr lang="en-US" sz="1300" dirty="0"/>
              <a:t>, observe se </a:t>
            </a:r>
            <a:r>
              <a:rPr lang="en-US" sz="1300" dirty="0" err="1"/>
              <a:t>nenhum</a:t>
            </a:r>
            <a:r>
              <a:rPr lang="en-US" sz="1300" dirty="0"/>
              <a:t> </a:t>
            </a:r>
            <a:r>
              <a:rPr lang="en-US" sz="1300" dirty="0" err="1"/>
              <a:t>módulo</a:t>
            </a:r>
            <a:r>
              <a:rPr lang="en-US" sz="1300" dirty="0"/>
              <a:t> </a:t>
            </a:r>
            <a:r>
              <a:rPr lang="en-US" sz="1300" dirty="0" err="1"/>
              <a:t>começa</a:t>
            </a:r>
            <a:r>
              <a:rPr lang="en-US" sz="1300" dirty="0"/>
              <a:t> a se </a:t>
            </a:r>
            <a:r>
              <a:rPr lang="en-US" sz="1300" dirty="0" err="1"/>
              <a:t>mexer</a:t>
            </a:r>
            <a:r>
              <a:rPr lang="en-US" sz="1300" dirty="0"/>
              <a:t> </a:t>
            </a:r>
            <a:r>
              <a:rPr lang="en-US" sz="1300" dirty="0" err="1"/>
              <a:t>sozinho</a:t>
            </a:r>
            <a:r>
              <a:rPr lang="en-US" sz="1300" dirty="0"/>
              <a:t>. </a:t>
            </a:r>
          </a:p>
          <a:p>
            <a:pPr marL="285750" lvl="0" indent="-28575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300" dirty="0" err="1"/>
              <a:t>Habilite</a:t>
            </a:r>
            <a:r>
              <a:rPr lang="en-US" sz="1300" dirty="0"/>
              <a:t> </a:t>
            </a:r>
            <a:r>
              <a:rPr lang="en-US" sz="1300" b="1" dirty="0" err="1"/>
              <a:t>Teleop</a:t>
            </a:r>
            <a:r>
              <a:rPr lang="en-US" sz="1300" dirty="0"/>
              <a:t> </a:t>
            </a:r>
            <a:r>
              <a:rPr lang="en-US" sz="1300" dirty="0" err="1"/>
              <a:t>sem</a:t>
            </a:r>
            <a:r>
              <a:rPr lang="en-US" sz="1300" dirty="0"/>
              <a:t> </a:t>
            </a:r>
            <a:r>
              <a:rPr lang="en-US" sz="1300" dirty="0" err="1"/>
              <a:t>tocar</a:t>
            </a:r>
            <a:r>
              <a:rPr lang="en-US" sz="1300" dirty="0"/>
              <a:t> no </a:t>
            </a:r>
            <a:r>
              <a:rPr lang="en-US" sz="1300" dirty="0" err="1"/>
              <a:t>controle</a:t>
            </a:r>
            <a:r>
              <a:rPr lang="en-US" sz="1300" dirty="0"/>
              <a:t>. </a:t>
            </a:r>
          </a:p>
          <a:p>
            <a:pPr marL="285750" lvl="0" indent="-28575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300" dirty="0"/>
              <a:t>Se </a:t>
            </a:r>
            <a:r>
              <a:rPr lang="en-US" sz="1300" dirty="0" err="1"/>
              <a:t>tudo</a:t>
            </a:r>
            <a:r>
              <a:rPr lang="en-US" sz="1300" dirty="0"/>
              <a:t> </a:t>
            </a:r>
            <a:r>
              <a:rPr lang="en-US" sz="1300" dirty="0" err="1"/>
              <a:t>ficar</a:t>
            </a:r>
            <a:r>
              <a:rPr lang="en-US" sz="1300" dirty="0"/>
              <a:t> </a:t>
            </a:r>
            <a:r>
              <a:rPr lang="en-US" sz="1300" dirty="0" err="1"/>
              <a:t>estável</a:t>
            </a:r>
            <a:r>
              <a:rPr lang="en-US" sz="1300" dirty="0"/>
              <a:t>, </a:t>
            </a:r>
            <a:r>
              <a:rPr lang="en-US" sz="1300" dirty="0" err="1"/>
              <a:t>mova</a:t>
            </a:r>
            <a:r>
              <a:rPr lang="en-US" sz="1300" dirty="0"/>
              <a:t> o </a:t>
            </a:r>
            <a:r>
              <a:rPr lang="en-US" sz="1300" dirty="0" err="1"/>
              <a:t>analógico</a:t>
            </a:r>
            <a:r>
              <a:rPr lang="en-US" sz="1300" dirty="0"/>
              <a:t> </a:t>
            </a:r>
            <a:r>
              <a:rPr lang="en-US" sz="1300" b="1" dirty="0" err="1"/>
              <a:t>bem</a:t>
            </a:r>
            <a:r>
              <a:rPr lang="en-US" sz="1300" b="1" dirty="0"/>
              <a:t> </a:t>
            </a:r>
            <a:r>
              <a:rPr lang="en-US" sz="1300" b="1" dirty="0" err="1"/>
              <a:t>pouco</a:t>
            </a:r>
            <a:r>
              <a:rPr lang="en-US" sz="1300" b="1" dirty="0"/>
              <a:t> para </a:t>
            </a:r>
            <a:r>
              <a:rPr lang="en-US" sz="1300" b="1" dirty="0" err="1"/>
              <a:t>frente</a:t>
            </a:r>
            <a:r>
              <a:rPr lang="en-US" sz="1300" dirty="0"/>
              <a:t>.</a:t>
            </a:r>
          </a:p>
        </p:txBody>
      </p:sp>
      <p:pic>
        <p:nvPicPr>
          <p:cNvPr id="7" name="Picture 4" descr="Robôs de brinquedo apertando as mãos">
            <a:extLst>
              <a:ext uri="{FF2B5EF4-FFF2-40B4-BE49-F238E27FC236}">
                <a16:creationId xmlns:a16="http://schemas.microsoft.com/office/drawing/2014/main" id="{4A176770-9068-CEF6-4BA9-B31E7BE9BA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857" r="493" b="-1"/>
          <a:stretch>
            <a:fillRect/>
          </a:stretch>
        </p:blipFill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2404832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B25505B-392E-35D6-60EF-2DF99DD26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F415DD02-DF9D-ECD8-BF40-66DDFAF34698}"/>
              </a:ext>
            </a:extLst>
          </p:cNvPr>
          <p:cNvCxnSpPr/>
          <p:nvPr/>
        </p:nvCxnSpPr>
        <p:spPr>
          <a:xfrm flipH="1" flipV="1">
            <a:off x="5202621" y="609600"/>
            <a:ext cx="3563007" cy="3888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FD79B75F-9327-86AB-177B-A330B96C2282}"/>
              </a:ext>
            </a:extLst>
          </p:cNvPr>
          <p:cNvSpPr txBox="1"/>
          <p:nvPr/>
        </p:nvSpPr>
        <p:spPr>
          <a:xfrm>
            <a:off x="7904480" y="4498428"/>
            <a:ext cx="2194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CTRL + Shift + P</a:t>
            </a:r>
          </a:p>
        </p:txBody>
      </p:sp>
    </p:spTree>
    <p:extLst>
      <p:ext uri="{BB962C8B-B14F-4D97-AF65-F5344CB8AC3E}">
        <p14:creationId xmlns:p14="http://schemas.microsoft.com/office/powerpoint/2010/main" val="1163947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0C3C6244-2292-6463-EE6C-DAD6A5D62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>
            <a:normAutofit/>
          </a:bodyPr>
          <a:lstStyle/>
          <a:p>
            <a:r>
              <a:rPr lang="pt-BR" sz="1800" dirty="0"/>
              <a:t>✅ DEPLOY REAL </a:t>
            </a:r>
            <a:br>
              <a:rPr lang="pt-BR" sz="1800" dirty="0"/>
            </a:br>
            <a:br>
              <a:rPr lang="pt-BR" sz="1800" dirty="0"/>
            </a:br>
            <a:r>
              <a:rPr lang="pt-BR" sz="1800" dirty="0"/>
              <a:t>✅ Xbox </a:t>
            </a:r>
            <a:br>
              <a:rPr lang="pt-BR" sz="1800" dirty="0"/>
            </a:br>
            <a:br>
              <a:rPr lang="pt-BR" sz="1800" dirty="0"/>
            </a:br>
            <a:r>
              <a:rPr lang="pt-BR" sz="1800" dirty="0"/>
              <a:t>✅ </a:t>
            </a:r>
            <a:r>
              <a:rPr lang="pt-BR" sz="1800" dirty="0" err="1"/>
              <a:t>RobotContainer</a:t>
            </a:r>
            <a:r>
              <a:rPr lang="pt-BR" sz="1800" dirty="0"/>
              <a:t> </a:t>
            </a:r>
            <a:br>
              <a:rPr lang="pt-BR" sz="1800" dirty="0"/>
            </a:br>
            <a:br>
              <a:rPr lang="pt-BR" sz="1800" dirty="0"/>
            </a:br>
            <a:r>
              <a:rPr lang="pt-BR" sz="1800" dirty="0"/>
              <a:t>✅ </a:t>
            </a:r>
            <a:r>
              <a:rPr lang="pt-BR" sz="1800" dirty="0" err="1"/>
              <a:t>Commands</a:t>
            </a:r>
            <a:r>
              <a:rPr lang="pt-BR" sz="1800" dirty="0"/>
              <a:t> </a:t>
            </a:r>
            <a:br>
              <a:rPr lang="pt-BR" sz="1800" dirty="0"/>
            </a:br>
            <a:br>
              <a:rPr lang="pt-BR" sz="1800" dirty="0"/>
            </a:br>
            <a:r>
              <a:rPr lang="pt-BR" sz="1800" dirty="0"/>
              <a:t>✅ Drive </a:t>
            </a:r>
            <a:br>
              <a:rPr lang="pt-BR" sz="1800" dirty="0"/>
            </a:br>
            <a:br>
              <a:rPr lang="pt-BR" sz="1800" dirty="0"/>
            </a:br>
            <a:r>
              <a:rPr lang="pt-BR" sz="1800" dirty="0"/>
              <a:t>✅ </a:t>
            </a:r>
            <a:r>
              <a:rPr lang="pt-BR" sz="1800" dirty="0" err="1"/>
              <a:t>ModuleIOTalonFX</a:t>
            </a:r>
            <a:r>
              <a:rPr lang="pt-BR" sz="1800" dirty="0"/>
              <a:t> </a:t>
            </a:r>
            <a:br>
              <a:rPr lang="pt-BR" sz="1800" dirty="0"/>
            </a:br>
            <a:br>
              <a:rPr lang="pt-BR" sz="1800" dirty="0"/>
            </a:br>
            <a:r>
              <a:rPr lang="pt-BR" sz="1800" dirty="0"/>
              <a:t>✅ </a:t>
            </a:r>
            <a:r>
              <a:rPr lang="pt-BR" sz="1800" dirty="0" err="1"/>
              <a:t>Pigeon</a:t>
            </a:r>
            <a:r>
              <a:rPr lang="pt-BR" sz="1800" dirty="0"/>
              <a:t> 2 </a:t>
            </a:r>
            <a:br>
              <a:rPr lang="pt-BR" sz="1800" dirty="0"/>
            </a:br>
            <a:br>
              <a:rPr lang="pt-BR" sz="1800" dirty="0"/>
            </a:br>
            <a:r>
              <a:rPr lang="pt-BR" sz="1800" dirty="0"/>
              <a:t>✅ </a:t>
            </a:r>
            <a:r>
              <a:rPr lang="pt-BR" sz="1800" dirty="0" err="1"/>
              <a:t>AdvantageKit</a:t>
            </a:r>
            <a:r>
              <a:rPr lang="pt-BR" sz="1800" dirty="0"/>
              <a:t> </a:t>
            </a:r>
            <a:br>
              <a:rPr lang="pt-BR" sz="1800" dirty="0"/>
            </a:br>
            <a:br>
              <a:rPr lang="pt-BR" sz="1800" dirty="0"/>
            </a:br>
            <a:r>
              <a:rPr lang="pt-BR" sz="1800" dirty="0"/>
              <a:t>✅</a:t>
            </a:r>
            <a:r>
              <a:rPr lang="pt-BR" sz="1800" dirty="0" err="1"/>
              <a:t>AdvantageScope</a:t>
            </a:r>
            <a:endParaRPr lang="en-US" sz="18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8142613-2F6B-B258-D5DD-DBF259D95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2674" y="1032123"/>
            <a:ext cx="7688495" cy="451698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9339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37FF81-733D-84EA-1167-A754133F93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Testar Rotação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B837D1-F4C3-61A1-A1F1-0A62465907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Olhe no Phoenix Turner</a:t>
            </a:r>
          </a:p>
        </p:txBody>
      </p:sp>
    </p:spTree>
    <p:extLst>
      <p:ext uri="{BB962C8B-B14F-4D97-AF65-F5344CB8AC3E}">
        <p14:creationId xmlns:p14="http://schemas.microsoft.com/office/powerpoint/2010/main" val="2301945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15654-E799-CC7A-48D0-A5D2B3153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A7ADB04-E6D0-A53A-C7B6-4D8D460B7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936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6662B5-EF09-E2E6-22C4-3CF5AB2D98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Mudar Forma de Pilotar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672B4A-E160-7EBA-E0FC-2107099350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Relação ao Robô e Relação a Arena</a:t>
            </a:r>
          </a:p>
        </p:txBody>
      </p:sp>
    </p:spTree>
    <p:extLst>
      <p:ext uri="{BB962C8B-B14F-4D97-AF65-F5344CB8AC3E}">
        <p14:creationId xmlns:p14="http://schemas.microsoft.com/office/powerpoint/2010/main" val="186340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8CF40F51-4A75-9298-02CE-9B9565F5FD1B}"/>
              </a:ext>
            </a:extLst>
          </p:cNvPr>
          <p:cNvSpPr txBox="1"/>
          <p:nvPr/>
        </p:nvSpPr>
        <p:spPr>
          <a:xfrm>
            <a:off x="6306207" y="2566584"/>
            <a:ext cx="5885792" cy="172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#region MODO DE DIREÇÃO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= Field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Relative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false =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Robot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Relative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fieldRelativeEnabled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BBB156C-F8EF-8129-9F74-B6E8DA4DC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609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241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8680AEE4-82B7-396E-6280-F03582FDEDC6}"/>
              </a:ext>
            </a:extLst>
          </p:cNvPr>
          <p:cNvSpPr txBox="1"/>
          <p:nvPr/>
        </p:nvSpPr>
        <p:spPr>
          <a:xfrm>
            <a:off x="6309360" y="0"/>
            <a:ext cx="6096000" cy="6655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	        // 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ESCOLHE O MODO DE DIREÇÃO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fieldRelativeEnabled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FIELD RELATIVE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driveFieldRelative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vy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omega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);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}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ROBOT RELATIVE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vy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omega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}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},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Quando o comando terminar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ou for interrompido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stop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Configura os botões do controle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configureBindings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F34EF2C-DCFA-FEA5-4B14-8AC8A55A2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"/>
            <a:ext cx="6614160" cy="681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716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6408BB7-4841-E020-191C-087273F6F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91896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40710F7-24A2-D22A-CE51-A17A22137A6B}"/>
              </a:ext>
            </a:extLst>
          </p:cNvPr>
          <p:cNvSpPr txBox="1"/>
          <p:nvPr/>
        </p:nvSpPr>
        <p:spPr>
          <a:xfrm>
            <a:off x="6918960" y="1633726"/>
            <a:ext cx="4988560" cy="4281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BOTÃO X - ALTERNA FIELD / ROBOT RELATIVE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m_driverController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onTrue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runOnce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()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fieldRelativeEnabled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fieldRelativeEnabled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}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831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E31AC-F899-4E9B-C04A-06600E9D9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442803-A29B-8B93-BE18-443F9FFB1C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Testar </a:t>
            </a:r>
            <a:r>
              <a:rPr lang="pt-BR" dirty="0" err="1"/>
              <a:t>Odometria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9F320AD-7C6A-9854-9109-68AABF5C0A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Relação ao Robô e Relação a Arena</a:t>
            </a:r>
          </a:p>
        </p:txBody>
      </p:sp>
    </p:spTree>
    <p:extLst>
      <p:ext uri="{BB962C8B-B14F-4D97-AF65-F5344CB8AC3E}">
        <p14:creationId xmlns:p14="http://schemas.microsoft.com/office/powerpoint/2010/main" val="1988908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0DB4B3-10E6-B633-43D9-B87941657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Zere a pose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FEEC03E8-0215-ABA6-588C-97EE7A1BAC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881" y="1477328"/>
            <a:ext cx="5556672" cy="5089525"/>
          </a:xfrm>
          <a:prstGeom prst="rect">
            <a:avLst/>
          </a:prstGeom>
        </p:spPr>
      </p:pic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5F815DFE-2B97-99D8-2659-30052C0CE26D}"/>
              </a:ext>
            </a:extLst>
          </p:cNvPr>
          <p:cNvSpPr/>
          <p:nvPr/>
        </p:nvSpPr>
        <p:spPr>
          <a:xfrm rot="10800000">
            <a:off x="3982720" y="4212272"/>
            <a:ext cx="1005840" cy="1168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D9C980E-B462-22A9-19D2-475C5B065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449" y="1391920"/>
            <a:ext cx="5739551" cy="5466080"/>
          </a:xfrm>
          <a:prstGeom prst="rect">
            <a:avLst/>
          </a:prstGeom>
        </p:spPr>
      </p:pic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ACB6F97B-815E-BE8B-2F2D-8B91C3B581DF}"/>
              </a:ext>
            </a:extLst>
          </p:cNvPr>
          <p:cNvSpPr/>
          <p:nvPr/>
        </p:nvSpPr>
        <p:spPr>
          <a:xfrm rot="10800000">
            <a:off x="10515600" y="4395152"/>
            <a:ext cx="1005840" cy="1168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4277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48E0D75-8A37-DE12-7F10-6C18494FD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832154"/>
      </p:ext>
    </p:extLst>
  </p:cSld>
  <p:clrMapOvr>
    <a:masterClrMapping/>
  </p:clrMapOvr>
</p:sld>
</file>

<file path=ppt/theme/theme1.xml><?xml version="1.0" encoding="utf-8"?>
<a:theme xmlns:a="http://schemas.openxmlformats.org/drawingml/2006/main" name="Duna">
  <a:themeElements>
    <a:clrScheme name="Duna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7A434096-21D7-44B8-8536-5670F4990977}" vid="{9E2B180D-3A1B-4983-B64A-9C133C18DC9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Dune</Template>
  <TotalTime>104</TotalTime>
  <Words>361</Words>
  <Application>Microsoft Office PowerPoint</Application>
  <PresentationFormat>Widescreen</PresentationFormat>
  <Paragraphs>78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Arial</vt:lpstr>
      <vt:lpstr>Consolas</vt:lpstr>
      <vt:lpstr>Neue Haas Grotesk Text Pro</vt:lpstr>
      <vt:lpstr>Duna</vt:lpstr>
      <vt:lpstr>Drivetrain</vt:lpstr>
      <vt:lpstr>Deploy</vt:lpstr>
      <vt:lpstr>Apresentação do PowerPoint</vt:lpstr>
      <vt:lpstr>✅ DEPLOY REAL   ✅ Xbox   ✅ RobotContainer   ✅ Commands   ✅ Drive   ✅ ModuleIOTalonFX   ✅ Pigeon 2   ✅ AdvantageKit   ✅AdvantageScope</vt:lpstr>
      <vt:lpstr>Testar Rotação</vt:lpstr>
      <vt:lpstr>Apresentação do PowerPoint</vt:lpstr>
      <vt:lpstr>Mudar Forma de Pilotar</vt:lpstr>
      <vt:lpstr>Apresentação do PowerPoint</vt:lpstr>
      <vt:lpstr>Apresentação do PowerPoint</vt:lpstr>
      <vt:lpstr>Apresentação do PowerPoint</vt:lpstr>
      <vt:lpstr>Testar Odometria</vt:lpstr>
      <vt:lpstr>Zere a pose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Henrique Trevezane</dc:creator>
  <cp:lastModifiedBy>Fabio Henrique Trevezane</cp:lastModifiedBy>
  <cp:revision>8</cp:revision>
  <dcterms:created xsi:type="dcterms:W3CDTF">2026-09-17T15:47:46Z</dcterms:created>
  <dcterms:modified xsi:type="dcterms:W3CDTF">2026-09-17T17:33:18Z</dcterms:modified>
</cp:coreProperties>
</file>