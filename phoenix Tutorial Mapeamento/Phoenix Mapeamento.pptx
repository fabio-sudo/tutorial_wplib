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98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64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6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3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79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03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44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35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34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85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91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600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11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141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09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87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6446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25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703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385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349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327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371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656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285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4594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43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322C8F17-FEFD-40D2-B1AB-2EAB7826FDA8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4B4CBCCA-BFB5-42AE-AA27-90964FB8E5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93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164B5-2041-17AD-F754-65E583861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Phoenix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7FC8B7-7070-0C80-0394-E0158720DA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14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BBAC94-0CB4-3456-5846-08700B9D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2" r="1" b="1888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F42D353-5C35-F7AE-C38A-C263D3DD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031915"/>
            <a:ext cx="3968496" cy="1494845"/>
          </a:xfrm>
        </p:spPr>
        <p:txBody>
          <a:bodyPr/>
          <a:lstStyle/>
          <a:p>
            <a:r>
              <a:rPr lang="en-US" dirty="0"/>
              <a:t>Utilize o </a:t>
            </a:r>
            <a:r>
              <a:rPr lang="en-US" dirty="0" err="1"/>
              <a:t>cabo</a:t>
            </a:r>
            <a:r>
              <a:rPr lang="en-US" dirty="0"/>
              <a:t> de rede Radio </a:t>
            </a:r>
            <a:r>
              <a:rPr lang="en-US" dirty="0" err="1"/>
              <a:t>ou</a:t>
            </a:r>
            <a:r>
              <a:rPr lang="en-US" dirty="0"/>
              <a:t> via </a:t>
            </a:r>
            <a:r>
              <a:rPr lang="en-US" dirty="0" err="1"/>
              <a:t>Wifi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rede do Radio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65FA27-ADF1-92E4-03FE-B70664F0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880" y="670560"/>
            <a:ext cx="7183120" cy="52587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003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B485EB-CD7A-508E-325B-39D694D19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9EF3804-4BD0-7F2E-AEE9-A57C93CB9F09}"/>
              </a:ext>
            </a:extLst>
          </p:cNvPr>
          <p:cNvSpPr txBox="1"/>
          <p:nvPr/>
        </p:nvSpPr>
        <p:spPr>
          <a:xfrm>
            <a:off x="6675120" y="2600960"/>
            <a:ext cx="322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Teste individual de cada motor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67623B2-2A4F-E659-12EC-E2F22494BFCC}"/>
              </a:ext>
            </a:extLst>
          </p:cNvPr>
          <p:cNvCxnSpPr>
            <a:stCxn id="4" idx="1"/>
          </p:cNvCxnSpPr>
          <p:nvPr/>
        </p:nvCxnSpPr>
        <p:spPr>
          <a:xfrm flipH="1">
            <a:off x="4100052" y="2785626"/>
            <a:ext cx="2575068" cy="803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21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5AAF6D-43CD-69D7-8A32-BDAD8AFB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A55B7C2-0989-95DD-67B4-BE73FB5E947B}"/>
              </a:ext>
            </a:extLst>
          </p:cNvPr>
          <p:cNvCxnSpPr/>
          <p:nvPr/>
        </p:nvCxnSpPr>
        <p:spPr>
          <a:xfrm flipH="1">
            <a:off x="5252720" y="2794000"/>
            <a:ext cx="1188720" cy="985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FCB2A9-EFF5-CA1B-5DEC-F7677A6A6D8C}"/>
              </a:ext>
            </a:extLst>
          </p:cNvPr>
          <p:cNvSpPr txBox="1"/>
          <p:nvPr/>
        </p:nvSpPr>
        <p:spPr>
          <a:xfrm>
            <a:off x="6441440" y="2517058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Motor vai piscar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BD8208E-24F6-4BAA-A410-FA1BA5D93D4F}"/>
              </a:ext>
            </a:extLst>
          </p:cNvPr>
          <p:cNvCxnSpPr>
            <a:cxnSpLocks/>
          </p:cNvCxnSpPr>
          <p:nvPr/>
        </p:nvCxnSpPr>
        <p:spPr>
          <a:xfrm flipH="1" flipV="1">
            <a:off x="4739148" y="3067665"/>
            <a:ext cx="2202426" cy="812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5B8D2A-2559-80E1-655F-C6005AFB7A3E}"/>
              </a:ext>
            </a:extLst>
          </p:cNvPr>
          <p:cNvSpPr txBox="1"/>
          <p:nvPr/>
        </p:nvSpPr>
        <p:spPr>
          <a:xfrm>
            <a:off x="6941574" y="36918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ID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E0D426-7923-7870-1B9C-E37027CF9A77}"/>
              </a:ext>
            </a:extLst>
          </p:cNvPr>
          <p:cNvSpPr txBox="1"/>
          <p:nvPr/>
        </p:nvSpPr>
        <p:spPr>
          <a:xfrm>
            <a:off x="6941574" y="410011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Nome do Motor</a:t>
            </a:r>
          </a:p>
        </p:txBody>
      </p:sp>
    </p:spTree>
    <p:extLst>
      <p:ext uri="{BB962C8B-B14F-4D97-AF65-F5344CB8AC3E}">
        <p14:creationId xmlns:p14="http://schemas.microsoft.com/office/powerpoint/2010/main" val="104244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6E5BC1-5687-F522-613E-9550FAAE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 Explicativo: Linha Dobrada 3">
            <a:extLst>
              <a:ext uri="{FF2B5EF4-FFF2-40B4-BE49-F238E27FC236}">
                <a16:creationId xmlns:a16="http://schemas.microsoft.com/office/drawing/2014/main" id="{81B4EBD3-AF76-9231-FD65-C1AAECEEA548}"/>
              </a:ext>
            </a:extLst>
          </p:cNvPr>
          <p:cNvSpPr/>
          <p:nvPr/>
        </p:nvSpPr>
        <p:spPr>
          <a:xfrm>
            <a:off x="1986116" y="3805084"/>
            <a:ext cx="1986116" cy="1976284"/>
          </a:xfrm>
          <a:prstGeom prst="borderCallout2">
            <a:avLst>
              <a:gd name="adj1" fmla="val 54073"/>
              <a:gd name="adj2" fmla="val 110479"/>
              <a:gd name="adj3" fmla="val 38651"/>
              <a:gd name="adj4" fmla="val 220957"/>
              <a:gd name="adj5" fmla="val 19963"/>
              <a:gd name="adj6" fmla="val 2721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o código e testar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B4906AF-CD0B-D7A9-419E-6CB6679F4B34}"/>
              </a:ext>
            </a:extLst>
          </p:cNvPr>
          <p:cNvSpPr/>
          <p:nvPr/>
        </p:nvSpPr>
        <p:spPr>
          <a:xfrm rot="14734630">
            <a:off x="10363119" y="6051368"/>
            <a:ext cx="643808" cy="7285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62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8903A2-D790-0B0B-20F8-C218322E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6DFBA6-D83E-A229-C996-34EB810FD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0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4D6AB0F-30EF-4ABC-0BB6-413CB660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6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6FAEE3-F646-EAC4-76E6-21C68F1EB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77E60B2-C2BA-3AAA-F5A9-354D5CC077F5}"/>
              </a:ext>
            </a:extLst>
          </p:cNvPr>
          <p:cNvSpPr txBox="1"/>
          <p:nvPr/>
        </p:nvSpPr>
        <p:spPr>
          <a:xfrm>
            <a:off x="294967" y="2642419"/>
            <a:ext cx="2467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highlight>
                  <a:srgbClr val="800080"/>
                </a:highlight>
              </a:rPr>
              <a:t>Desligar as drive </a:t>
            </a:r>
            <a:r>
              <a:rPr lang="pt-BR" b="1" dirty="0" err="1">
                <a:solidFill>
                  <a:schemeClr val="bg1"/>
                </a:solidFill>
                <a:highlight>
                  <a:srgbClr val="800080"/>
                </a:highlight>
              </a:rPr>
              <a:t>station</a:t>
            </a:r>
            <a:endParaRPr lang="pt-BR" b="1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pt-BR" b="1" dirty="0">
                <a:solidFill>
                  <a:schemeClr val="bg1"/>
                </a:solidFill>
                <a:highlight>
                  <a:srgbClr val="800080"/>
                </a:highlight>
              </a:rPr>
              <a:t>Deixar todas as rodas retas</a:t>
            </a:r>
          </a:p>
          <a:p>
            <a:r>
              <a:rPr lang="pt-BR" b="1" dirty="0">
                <a:solidFill>
                  <a:schemeClr val="bg1"/>
                </a:solidFill>
                <a:highlight>
                  <a:srgbClr val="800080"/>
                </a:highlight>
              </a:rPr>
              <a:t>Coroas para dentre</a:t>
            </a:r>
          </a:p>
        </p:txBody>
      </p:sp>
    </p:spTree>
    <p:extLst>
      <p:ext uri="{BB962C8B-B14F-4D97-AF65-F5344CB8AC3E}">
        <p14:creationId xmlns:p14="http://schemas.microsoft.com/office/powerpoint/2010/main" val="234494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775F9D-4BAC-48D4-DC9F-CC95816A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8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959BC0-3914-D24C-193F-FB98B415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6E11CE-5209-5ABD-BAF4-58D033F49506}"/>
              </a:ext>
            </a:extLst>
          </p:cNvPr>
          <p:cNvSpPr txBox="1"/>
          <p:nvPr/>
        </p:nvSpPr>
        <p:spPr>
          <a:xfrm>
            <a:off x="4617884" y="1949081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Elas tem que girar sentido </a:t>
            </a:r>
            <a:r>
              <a:rPr lang="pt-BR" dirty="0" err="1">
                <a:solidFill>
                  <a:schemeClr val="bg1"/>
                </a:solidFill>
              </a:rPr>
              <a:t>anti</a:t>
            </a:r>
            <a:r>
              <a:rPr lang="pt-BR" dirty="0">
                <a:solidFill>
                  <a:schemeClr val="bg1"/>
                </a:solidFill>
              </a:rPr>
              <a:t> horário</a:t>
            </a:r>
          </a:p>
        </p:txBody>
      </p:sp>
    </p:spTree>
    <p:extLst>
      <p:ext uri="{BB962C8B-B14F-4D97-AF65-F5344CB8AC3E}">
        <p14:creationId xmlns:p14="http://schemas.microsoft.com/office/powerpoint/2010/main" val="416130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A751AC-5F66-66D0-4587-E2A76690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74272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95</TotalTime>
  <Words>50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Oswald SemiBold</vt:lpstr>
      <vt:lpstr>Univers Condensed Light</vt:lpstr>
      <vt:lpstr>Experiência Laranja</vt:lpstr>
      <vt:lpstr>Phoenix</vt:lpstr>
      <vt:lpstr>Apresentação do PowerPoint</vt:lpstr>
      <vt:lpstr>Utilize o cabo de rede Radio ou via Wifi na rede do Radio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10</cp:revision>
  <dcterms:created xsi:type="dcterms:W3CDTF">2026-09-10T17:04:35Z</dcterms:created>
  <dcterms:modified xsi:type="dcterms:W3CDTF">2026-09-10T18:39:59Z</dcterms:modified>
</cp:coreProperties>
</file>