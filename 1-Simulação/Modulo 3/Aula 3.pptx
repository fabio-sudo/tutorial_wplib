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6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02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3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3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0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40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2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8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1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5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1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A4374D-F270-4C02-88D7-B751FD9BD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4FD21-6EAE-970C-A0D1-7E4E075AF0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317" b="2321"/>
          <a:stretch>
            <a:fillRect/>
          </a:stretch>
        </p:blipFill>
        <p:spPr>
          <a:xfrm>
            <a:off x="21" y="11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C7FAA1-479A-C66E-4BD0-097BB1B85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pPr algn="ctr"/>
            <a:r>
              <a:rPr lang="pt-BR" sz="7200"/>
              <a:t>Field Relative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FE3431-9B01-1101-0944-786BDC566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pt-BR" sz="2000">
                <a:solidFill>
                  <a:srgbClr val="FFFFFF"/>
                </a:solidFill>
              </a:rPr>
              <a:t>fazer o robô obedecer ao controle em relação ao </a:t>
            </a:r>
            <a:r>
              <a:rPr lang="pt-BR" sz="2000" b="1">
                <a:solidFill>
                  <a:srgbClr val="FFFFFF"/>
                </a:solidFill>
              </a:rPr>
              <a:t>campo</a:t>
            </a:r>
            <a:endParaRPr lang="pt-BR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2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088D370-0D63-7E8A-2E19-0BEEB9424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47192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5F14327-DC80-87A3-FAA3-E72C24218C0F}"/>
              </a:ext>
            </a:extLst>
          </p:cNvPr>
          <p:cNvSpPr txBox="1"/>
          <p:nvPr/>
        </p:nvSpPr>
        <p:spPr>
          <a:xfrm>
            <a:off x="7295536" y="400757"/>
            <a:ext cx="4188542" cy="2792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ROTAÇÃO DO ROBÔ</a:t>
            </a: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2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fromRadians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FF33D7B-3EF7-11B3-0BBB-6D3991370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572" y="3380890"/>
            <a:ext cx="4134427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59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824A85-1BB2-C6CB-1AC3-665AD0922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40132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025E47A-CE7E-45E2-F3F4-80FD9FA26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481" y="5257577"/>
            <a:ext cx="3861652" cy="160042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99A315-9E48-00F9-175A-0D0B855BABC3}"/>
              </a:ext>
            </a:extLst>
          </p:cNvPr>
          <p:cNvSpPr txBox="1"/>
          <p:nvPr/>
        </p:nvSpPr>
        <p:spPr>
          <a:xfrm>
            <a:off x="7541342" y="1309333"/>
            <a:ext cx="4650658" cy="4829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DRIVE FIELD 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driveFieldRelative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ChassisSpeeds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fromFieldRelativeSpeeds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omegaRadiansPerSecond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Orientação atual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01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933A21-889F-7BBA-0294-432DB0720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6123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7674624-BB2C-D1F1-11DF-C52427F1E7E4}"/>
              </a:ext>
            </a:extLst>
          </p:cNvPr>
          <p:cNvSpPr txBox="1"/>
          <p:nvPr/>
        </p:nvSpPr>
        <p:spPr>
          <a:xfrm>
            <a:off x="6872748" y="1827678"/>
            <a:ext cx="5240593" cy="3550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    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PARA O SWERVE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drive.drive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(//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Robo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com referencia para movimentar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driveFieldRelative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//Field Arena como </a:t>
            </a:r>
            <a:r>
              <a:rPr lang="pt-BR" sz="1050" dirty="0">
                <a:solidFill>
                  <a:srgbClr val="6A9955"/>
                </a:solidFill>
                <a:latin typeface="Consolas" panose="020B0609020204030204" pitchFamily="49" charset="0"/>
              </a:rPr>
              <a:t> referencia</a:t>
            </a:r>
            <a:endParaRPr lang="pt-BR" sz="105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dirty="0">
                <a:solidFill>
                  <a:srgbClr val="CCCCCC"/>
                </a:solidFill>
                <a:latin typeface="Consolas" panose="020B0609020204030204" pitchFamily="49" charset="0"/>
              </a:rPr>
              <a:t> 	  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omega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},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Quando o comando terminar ou for interrompido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Configure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trigger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bindings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configureBindings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3064686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E831E-4861-0495-1D49-FD7AC0384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Zero </a:t>
            </a:r>
            <a:r>
              <a:rPr lang="pt-BR" dirty="0" err="1"/>
              <a:t>Heading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546BD6-D872-2D48-E3DB-C003061C7D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colocar um botão no Xbox para redefinir a direção atual do robô como 0°</a:t>
            </a:r>
          </a:p>
        </p:txBody>
      </p:sp>
    </p:spTree>
    <p:extLst>
      <p:ext uri="{BB962C8B-B14F-4D97-AF65-F5344CB8AC3E}">
        <p14:creationId xmlns:p14="http://schemas.microsoft.com/office/powerpoint/2010/main" val="157076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C704C-DFB4-236F-7C5D-3B8B9D94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</a:t>
            </a:r>
            <a:r>
              <a:rPr lang="pt-BR" dirty="0" err="1"/>
              <a:t>field</a:t>
            </a:r>
            <a:r>
              <a:rPr lang="pt-BR" dirty="0"/>
              <a:t> </a:t>
            </a:r>
            <a:r>
              <a:rPr lang="pt-BR" dirty="0" err="1"/>
              <a:t>relative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5E1B5C-08B3-6495-3B39-FD912B6C9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Isso é importante porque no Field </a:t>
            </a:r>
            <a:r>
              <a:rPr lang="pt-BR" dirty="0" err="1"/>
              <a:t>Relative</a:t>
            </a:r>
            <a:r>
              <a:rPr lang="pt-BR" dirty="0"/>
              <a:t> o </a:t>
            </a:r>
            <a:r>
              <a:rPr lang="pt-BR" dirty="0" err="1"/>
              <a:t>gyro</a:t>
            </a:r>
            <a:r>
              <a:rPr lang="pt-BR" dirty="0"/>
              <a:t> virou a referência da arena. Então o piloto precisa conseguir dizer:</a:t>
            </a:r>
          </a:p>
          <a:p>
            <a:pPr marL="0" indent="0">
              <a:buNone/>
            </a:pPr>
            <a:r>
              <a:rPr lang="pt-BR" dirty="0"/>
              <a:t>"essa direção aqui agora é o zero do campo“.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Podemos, por exemplo, usar:</a:t>
            </a:r>
          </a:p>
          <a:p>
            <a:pPr marL="0" indent="0">
              <a:buNone/>
            </a:pPr>
            <a:r>
              <a:rPr lang="pt-BR" dirty="0"/>
              <a:t>Botão Y → zerar </a:t>
            </a:r>
            <a:r>
              <a:rPr lang="pt-BR" dirty="0" err="1"/>
              <a:t>heading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22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8938D45-A6FD-4FCF-F736-FC258CEA0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78431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98867B7-94B9-F54C-CCEE-585A228EF011}"/>
              </a:ext>
            </a:extLst>
          </p:cNvPr>
          <p:cNvSpPr txBox="1"/>
          <p:nvPr/>
        </p:nvSpPr>
        <p:spPr>
          <a:xfrm>
            <a:off x="6646606" y="2764475"/>
            <a:ext cx="5201265" cy="1176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ZERA O 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resetYaw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{}</a:t>
            </a:r>
          </a:p>
        </p:txBody>
      </p:sp>
    </p:spTree>
    <p:extLst>
      <p:ext uri="{BB962C8B-B14F-4D97-AF65-F5344CB8AC3E}">
        <p14:creationId xmlns:p14="http://schemas.microsoft.com/office/powerpoint/2010/main" val="17862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D7F1547-92B0-BA17-D76F-5BA9A763C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57151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FD1E1D6-80BF-9B09-5296-880EC98C851B}"/>
              </a:ext>
            </a:extLst>
          </p:cNvPr>
          <p:cNvSpPr txBox="1"/>
          <p:nvPr/>
        </p:nvSpPr>
        <p:spPr>
          <a:xfrm>
            <a:off x="6557151" y="2292663"/>
            <a:ext cx="5122606" cy="2272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ZERA O 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resetYaw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712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A80077C-7F45-FFE7-89E8-879C1650C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779"/>
            <a:ext cx="12192000" cy="659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9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71EA09C-5C6D-8C6B-8BD7-8B33F99D7E79}"/>
              </a:ext>
            </a:extLst>
          </p:cNvPr>
          <p:cNvSpPr txBox="1"/>
          <p:nvPr/>
        </p:nvSpPr>
        <p:spPr>
          <a:xfrm>
            <a:off x="6096000" y="672600"/>
            <a:ext cx="6096000" cy="4829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SINCRONIZA A ODOMETRIA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odometry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getModulePositions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2F934D-8858-C1FF-5086-D26CD5806AD2}"/>
              </a:ext>
            </a:extLst>
          </p:cNvPr>
          <p:cNvSpPr txBox="1"/>
          <p:nvPr/>
        </p:nvSpPr>
        <p:spPr>
          <a:xfrm>
            <a:off x="353961" y="557829"/>
            <a:ext cx="6096000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ZERO HEADING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zeroHeading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ZERA O 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gyroIO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resetYaw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imediatamente os valores internos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MANTÉM X E Y DA 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   MAS ZERA A ROTAÇÃO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getTranslation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863033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EB5853F-9A06-D772-06A4-D1B4DAD52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80C83BD5-8E94-333D-5BE5-AE332418B51F}"/>
              </a:ext>
            </a:extLst>
          </p:cNvPr>
          <p:cNvSpPr/>
          <p:nvPr/>
        </p:nvSpPr>
        <p:spPr>
          <a:xfrm rot="13660889">
            <a:off x="6017342" y="3165987"/>
            <a:ext cx="1032387" cy="9635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06DD260-E5BC-47A6-6133-BDF2CD8A8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58" y="5609672"/>
            <a:ext cx="5712542" cy="124832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CFCDACA-8852-6F3F-E988-9594FAAF3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272" y="4615200"/>
            <a:ext cx="2374728" cy="1988942"/>
          </a:xfrm>
          <a:prstGeom prst="rect">
            <a:avLst/>
          </a:prstGeom>
        </p:spPr>
      </p:pic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8A504124-3F74-F4C4-7FC0-2CDA73DFE6FA}"/>
              </a:ext>
            </a:extLst>
          </p:cNvPr>
          <p:cNvSpPr/>
          <p:nvPr/>
        </p:nvSpPr>
        <p:spPr>
          <a:xfrm rot="8776983">
            <a:off x="8194237" y="4939294"/>
            <a:ext cx="1032387" cy="9635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603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BA2215A-E551-60AA-74CB-B6A7EC29C2B1}"/>
              </a:ext>
            </a:extLst>
          </p:cNvPr>
          <p:cNvSpPr txBox="1"/>
          <p:nvPr/>
        </p:nvSpPr>
        <p:spPr>
          <a:xfrm>
            <a:off x="6292646" y="947903"/>
            <a:ext cx="6096000" cy="3003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BOTÃO B - EXEMPLO DO TEMPLATE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whileTrue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m_exampleSubsystem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exampleMethodCommand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619AA6B-72F8-76CA-0D19-B758B8D6A883}"/>
              </a:ext>
            </a:extLst>
          </p:cNvPr>
          <p:cNvSpPr txBox="1"/>
          <p:nvPr/>
        </p:nvSpPr>
        <p:spPr>
          <a:xfrm>
            <a:off x="275303" y="101294"/>
            <a:ext cx="6194322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configureBindings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BOTÃO Y - ZERO HEADING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Define a orientação atual do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como a nova referência de 0 graus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Muito útil para Field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Relative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m_driverController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runOnce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zeroHeading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TRIGGER DE EXEMPLO DO WPILIB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Trigger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m_exampleSubsystem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exampleCondition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onTrue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ExampleCommand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m_exampleSubsystem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</p:spTree>
    <p:extLst>
      <p:ext uri="{BB962C8B-B14F-4D97-AF65-F5344CB8AC3E}">
        <p14:creationId xmlns:p14="http://schemas.microsoft.com/office/powerpoint/2010/main" val="675133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B05F597-FFD6-937D-7E8C-924512A7B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0428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604</Words>
  <Application>Microsoft Office PowerPoint</Application>
  <PresentationFormat>Widescreen</PresentationFormat>
  <Paragraphs>162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Avenir Next LT Pro</vt:lpstr>
      <vt:lpstr>Calibri</vt:lpstr>
      <vt:lpstr>Consolas</vt:lpstr>
      <vt:lpstr>Neue Haas Grotesk Text Pro</vt:lpstr>
      <vt:lpstr>AccentBoxVTI</vt:lpstr>
      <vt:lpstr>Field Relative</vt:lpstr>
      <vt:lpstr>Apresentação do PowerPoint</vt:lpstr>
      <vt:lpstr>Apresentação do PowerPoint</vt:lpstr>
      <vt:lpstr>Apresentação do PowerPoint</vt:lpstr>
      <vt:lpstr>Zero Heading</vt:lpstr>
      <vt:lpstr>Criar field relative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13</cp:revision>
  <dcterms:created xsi:type="dcterms:W3CDTF">2026-09-14T16:27:59Z</dcterms:created>
  <dcterms:modified xsi:type="dcterms:W3CDTF">2026-09-14T18:08:01Z</dcterms:modified>
</cp:coreProperties>
</file>