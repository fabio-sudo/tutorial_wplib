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F0D4B-2A44-4DB0-A4AB-9CC4BC0731C6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0FA03-4FE7-4B4B-B7A1-73C1AAD195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5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0FA03-4FE7-4B4B-B7A1-73C1AAD195E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900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23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úd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033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2562D4-D383-4177-95F1-F65B47D1CEF7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982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82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E88643-CA1F-4663-8C06-BD5ECF50899D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6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73E6FC-8E19-48D4-B829-246931AD4AF3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5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0AF2805-09FE-4E19-BD3D-273F9C4FB4DD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61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7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3F4C8-FF6A-458A-9544-1F0DF90A3B6B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99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1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80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07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D491FD6-320B-4F77-8F99-6D2F5BCDF640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4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863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EEA351-3479-4085-8F9E-571D48233D05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51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41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15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52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0380565A-AEC2-4981-9BC9-2BD45633EEB3}" type="datetime1">
              <a:rPr lang="en-US" smtClean="0"/>
              <a:t>9/12/2026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22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63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263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115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171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63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6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EFD3CB5-7BBF-4C1E-B8D0-150726E5662F}" type="datetimeFigureOut">
              <a:rPr lang="pt-BR" smtClean="0"/>
              <a:t>12/09/2026</a:t>
            </a:fld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978158BF-4D47-4D6B-B7AA-4DE64F4BF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28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20DFC-7E30-9CD9-812C-FE3A74EB0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39557"/>
          </a:xfrm>
        </p:spPr>
        <p:txBody>
          <a:bodyPr/>
          <a:lstStyle/>
          <a:p>
            <a:r>
              <a:rPr lang="pt-BR" dirty="0" err="1"/>
              <a:t>Swerve</a:t>
            </a:r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3D6212-06E7-5F60-B08A-A7441A7EA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120" y="2153359"/>
            <a:ext cx="4105848" cy="34961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549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43748-FAA4-FF67-451D-6980CA008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Swerve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7B8D1C-0C8B-D0F0-4C11-815F179A6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2222090"/>
            <a:ext cx="11125202" cy="4254908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Otimizar o ângulo dos módulos</a:t>
            </a:r>
            <a:r>
              <a:rPr lang="pt-BR" dirty="0"/>
              <a:t> 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pt-BR" dirty="0"/>
              <a:t>evitar a roda girar 170° quando pode girar 10° e inverter o drive.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Corrigir o controle de velocidade do Drive</a:t>
            </a:r>
            <a:r>
              <a:rPr lang="pt-BR" dirty="0"/>
              <a:t> 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pt-BR" dirty="0"/>
              <a:t>hoje é proporcional à tensão de forma muito simplificada.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Melhorar o controle do </a:t>
            </a:r>
            <a:r>
              <a:rPr lang="pt-BR" b="1" dirty="0" err="1"/>
              <a:t>Steer</a:t>
            </a:r>
            <a:r>
              <a:rPr lang="pt-BR" dirty="0"/>
              <a:t> 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pt-BR" dirty="0"/>
              <a:t>hoje usamos apenas </a:t>
            </a:r>
            <a:r>
              <a:rPr lang="pt-BR" dirty="0" err="1">
                <a:latin typeface="Courier New" panose="02070309020205020404" pitchFamily="49" charset="0"/>
              </a:rPr>
              <a:t>kP</a:t>
            </a:r>
            <a:r>
              <a:rPr lang="pt-BR" dirty="0">
                <a:latin typeface="Courier New" panose="02070309020205020404" pitchFamily="49" charset="0"/>
              </a:rPr>
              <a:t> = 4.0</a:t>
            </a:r>
            <a:r>
              <a:rPr lang="pt-BR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Implementar PID + </a:t>
            </a:r>
            <a:r>
              <a:rPr lang="pt-BR" b="1" dirty="0" err="1"/>
              <a:t>Feedforward</a:t>
            </a:r>
            <a:r>
              <a:rPr lang="pt-BR" dirty="0"/>
              <a:t> 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pt-BR" dirty="0"/>
              <a:t>principalmente no Drive.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Comparar </a:t>
            </a:r>
            <a:r>
              <a:rPr lang="pt-BR" b="1" dirty="0" err="1">
                <a:latin typeface="Courier New" panose="02070309020205020404" pitchFamily="49" charset="0"/>
              </a:rPr>
              <a:t>DesiredState</a:t>
            </a:r>
            <a:r>
              <a:rPr lang="pt-BR" b="1" dirty="0"/>
              <a:t> x </a:t>
            </a:r>
            <a:r>
              <a:rPr lang="pt-BR" b="1" dirty="0" err="1">
                <a:latin typeface="Courier New" panose="02070309020205020404" pitchFamily="49" charset="0"/>
              </a:rPr>
              <a:t>ActualState</a:t>
            </a:r>
            <a:r>
              <a:rPr lang="pt-BR" b="1" dirty="0"/>
              <a:t> no </a:t>
            </a:r>
            <a:r>
              <a:rPr lang="pt-BR" b="1" dirty="0" err="1"/>
              <a:t>AdvantageScope</a:t>
            </a:r>
            <a:r>
              <a:rPr lang="pt-BR" dirty="0"/>
              <a:t> 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pt-BR" dirty="0"/>
              <a:t>para enxergar se o módulo realmente está seguindo o comando.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Adicionar Field </a:t>
            </a:r>
            <a:r>
              <a:rPr lang="pt-BR" b="1" dirty="0" err="1"/>
              <a:t>Relative</a:t>
            </a:r>
            <a:r>
              <a:rPr lang="pt-BR" dirty="0"/>
              <a:t> </a:t>
            </a:r>
          </a:p>
          <a:p>
            <a:pPr lvl="1" indent="0">
              <a:lnSpc>
                <a:spcPct val="150000"/>
              </a:lnSpc>
              <a:buNone/>
            </a:pPr>
            <a:r>
              <a:rPr lang="pt-BR" dirty="0"/>
              <a:t>usar o </a:t>
            </a:r>
            <a:r>
              <a:rPr lang="pt-BR" dirty="0" err="1"/>
              <a:t>gyro</a:t>
            </a:r>
            <a:r>
              <a:rPr lang="pt-BR" dirty="0"/>
              <a:t> para fazer o controle depender do campo, não da orientação do robô.</a:t>
            </a:r>
          </a:p>
          <a:p>
            <a:pPr marL="0" indent="0">
              <a:lnSpc>
                <a:spcPct val="15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084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42251-CC40-4240-AC8D-E57757F9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ângulo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B55DCF-F0F1-8867-5743-B0E920105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1122545"/>
          </a:xfrm>
        </p:spPr>
        <p:txBody>
          <a:bodyPr/>
          <a:lstStyle/>
          <a:p>
            <a:pPr>
              <a:buNone/>
            </a:pPr>
            <a:r>
              <a:rPr lang="pt-BR" dirty="0"/>
              <a:t>Agora começamos a </a:t>
            </a:r>
            <a:r>
              <a:rPr lang="pt-BR" b="1" dirty="0"/>
              <a:t>primeira melhoria profissional da movimentação </a:t>
            </a:r>
            <a:r>
              <a:rPr lang="pt-BR" b="1" dirty="0" err="1"/>
              <a:t>Swerve</a:t>
            </a:r>
            <a:r>
              <a:rPr lang="pt-BR" dirty="0"/>
              <a:t>: otimizar o ângulo de cada módulo.</a:t>
            </a:r>
          </a:p>
          <a:p>
            <a:pPr>
              <a:buNone/>
            </a:pPr>
            <a:r>
              <a:rPr lang="pt-BR" dirty="0"/>
              <a:t>O próprio </a:t>
            </a:r>
            <a:r>
              <a:rPr lang="pt-BR" dirty="0" err="1"/>
              <a:t>WPILib</a:t>
            </a:r>
            <a:r>
              <a:rPr lang="pt-BR" dirty="0"/>
              <a:t> fornece </a:t>
            </a:r>
            <a:r>
              <a:rPr lang="pt-BR" dirty="0" err="1">
                <a:latin typeface="Courier New" panose="02070309020205020404" pitchFamily="49" charset="0"/>
              </a:rPr>
              <a:t>SwerveModuleState.optimize</a:t>
            </a:r>
            <a:r>
              <a:rPr lang="pt-BR" dirty="0">
                <a:latin typeface="Courier New" panose="02070309020205020404" pitchFamily="49" charset="0"/>
              </a:rPr>
              <a:t>(...)</a:t>
            </a:r>
            <a:r>
              <a:rPr lang="pt-BR" dirty="0"/>
              <a:t> justamente para reduzir o quanto o módulo precisa girar, invertendo a velocidade da roda quando isso for mais eficiente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323F1A-831F-A347-09E7-C4A1DC7C2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607" y="2923617"/>
            <a:ext cx="8019393" cy="393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1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5C56B96-1EE0-D2BE-E971-523F6021B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AF16A85-C232-99C3-6E0D-7FAF575AD942}"/>
              </a:ext>
            </a:extLst>
          </p:cNvPr>
          <p:cNvSpPr/>
          <p:nvPr/>
        </p:nvSpPr>
        <p:spPr>
          <a:xfrm rot="12246133">
            <a:off x="4293747" y="707267"/>
            <a:ext cx="833120" cy="965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72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D57BDB-C659-7005-4B1F-96F567B18226}"/>
              </a:ext>
            </a:extLst>
          </p:cNvPr>
          <p:cNvSpPr txBox="1"/>
          <p:nvPr/>
        </p:nvSpPr>
        <p:spPr>
          <a:xfrm>
            <a:off x="285136" y="1540749"/>
            <a:ext cx="6096000" cy="464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OTIMIZAÇÃO DO ESTADO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Escolhe a menor rotação possível para o módulo.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 necessário,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WPILib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inverte a velocidade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 roda para evitar que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gire demais.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SwerveModuleState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optimize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8BD47D0-88D8-0F7A-F6F3-8570FBE8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675" y="1156970"/>
            <a:ext cx="3191320" cy="454405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FD029B2-E12C-7A24-D8DF-3811E31014DB}"/>
              </a:ext>
            </a:extLst>
          </p:cNvPr>
          <p:cNvSpPr txBox="1"/>
          <p:nvPr/>
        </p:nvSpPr>
        <p:spPr>
          <a:xfrm>
            <a:off x="9195995" y="1873716"/>
            <a:ext cx="2703871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CONSTRUTOR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832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7C37C-7D8D-5676-8A65-4A354CBF6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DEEDB93-2FB2-767E-8C2D-8E9C4FCB8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"/>
            <a:ext cx="714248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10D946E-93C6-4A27-B2D8-F66D3AADCAF3}"/>
              </a:ext>
            </a:extLst>
          </p:cNvPr>
          <p:cNvSpPr txBox="1"/>
          <p:nvPr/>
        </p:nvSpPr>
        <p:spPr>
          <a:xfrm>
            <a:off x="7142480" y="1432625"/>
            <a:ext cx="4434348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Controle proporcional simples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9DDEC62-9A9D-CD9E-903D-9E19ED085518}"/>
              </a:ext>
            </a:extLst>
          </p:cNvPr>
          <p:cNvSpPr txBox="1"/>
          <p:nvPr/>
        </p:nvSpPr>
        <p:spPr>
          <a:xfrm>
            <a:off x="6695767" y="486533"/>
            <a:ext cx="6096000" cy="99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TURN - ÂNGULO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4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9706F14-5FC4-F106-6F2D-73B39677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8625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FD39E7E-DA1F-81A1-2ABC-57127161AF0F}"/>
              </a:ext>
            </a:extLst>
          </p:cNvPr>
          <p:cNvSpPr txBox="1"/>
          <p:nvPr/>
        </p:nvSpPr>
        <p:spPr>
          <a:xfrm>
            <a:off x="6784258" y="1514069"/>
            <a:ext cx="5329084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que desejamos para 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DesiredState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depois da otimização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61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934FE07-B819-E4F9-F9B3-8C9E33AE4B3B}"/>
              </a:ext>
            </a:extLst>
          </p:cNvPr>
          <p:cNvSpPr txBox="1"/>
          <p:nvPr/>
        </p:nvSpPr>
        <p:spPr>
          <a:xfrm>
            <a:off x="6803922" y="1105671"/>
            <a:ext cx="5250426" cy="464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- VELOCIDADE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 a velocidade desejada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 roda em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kMaxLinearSpeed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Limita a tensão entre -12V e +12V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3F35D3-4106-CFEB-8DA8-B4445DF46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" y="0"/>
            <a:ext cx="70350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53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065D46F-CFE4-52C3-D533-B30DFD278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63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18545-C36E-155B-3B21-A82413D50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pt-BR" dirty="0" err="1"/>
              <a:t>Swerve</a:t>
            </a:r>
            <a:r>
              <a:rPr lang="pt-BR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1AC8D5-FE18-F06A-4FCA-0EDB32C9FC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dirty="0" err="1"/>
              <a:t>Skew</a:t>
            </a:r>
            <a:endParaRPr lang="pt-BR" dirty="0"/>
          </a:p>
          <a:p>
            <a:pPr>
              <a:spcAft>
                <a:spcPts val="600"/>
              </a:spcAft>
            </a:pPr>
            <a:endParaRPr lang="pt-BR" dirty="0"/>
          </a:p>
          <a:p>
            <a:pPr marL="0" indent="0">
              <a:spcAft>
                <a:spcPts val="600"/>
              </a:spcAft>
              <a:buNone/>
            </a:pPr>
            <a:r>
              <a:rPr lang="pt-BR" dirty="0"/>
              <a:t>A própria documentação do </a:t>
            </a:r>
            <a:r>
              <a:rPr lang="pt-BR" dirty="0" err="1"/>
              <a:t>WPILib</a:t>
            </a:r>
            <a:r>
              <a:rPr lang="pt-BR" dirty="0"/>
              <a:t> recomenda essa técnica para reduzir o “</a:t>
            </a:r>
            <a:r>
              <a:rPr lang="pt-BR" dirty="0" err="1"/>
              <a:t>skew</a:t>
            </a:r>
            <a:r>
              <a:rPr lang="pt-BR" dirty="0"/>
              <a:t>” do </a:t>
            </a:r>
            <a:r>
              <a:rPr lang="pt-BR" dirty="0" err="1"/>
              <a:t>Swerve</a:t>
            </a:r>
            <a:r>
              <a:rPr lang="pt-BR" dirty="0"/>
              <a:t> quando os módulos estão mudando de direção.</a:t>
            </a:r>
          </a:p>
        </p:txBody>
      </p:sp>
    </p:spTree>
    <p:extLst>
      <p:ext uri="{BB962C8B-B14F-4D97-AF65-F5344CB8AC3E}">
        <p14:creationId xmlns:p14="http://schemas.microsoft.com/office/powerpoint/2010/main" val="116952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F657E62-EE6E-F2FC-1195-33BB9F02B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365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E9ED1C2-B721-927A-A388-9A4C6D3FDF6D}"/>
              </a:ext>
            </a:extLst>
          </p:cNvPr>
          <p:cNvSpPr txBox="1"/>
          <p:nvPr/>
        </p:nvSpPr>
        <p:spPr>
          <a:xfrm>
            <a:off x="6736500" y="1366586"/>
            <a:ext cx="5289755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COMPENSAÇÃO POR COSSENO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Calcula o erro entre o ângulo desejado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o ângulo atual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minus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Reduz a velocidade da roda enquanto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ela ainda não está apontando corretamente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cosineScale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speedMetersPerSecond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cosineScale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</p:spTree>
    <p:extLst>
      <p:ext uri="{BB962C8B-B14F-4D97-AF65-F5344CB8AC3E}">
        <p14:creationId xmlns:p14="http://schemas.microsoft.com/office/powerpoint/2010/main" val="3263864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B8692D8-7F34-7338-5C27-5EBE1A8D2B39}"/>
              </a:ext>
            </a:extLst>
          </p:cNvPr>
          <p:cNvSpPr txBox="1"/>
          <p:nvPr/>
        </p:nvSpPr>
        <p:spPr>
          <a:xfrm>
            <a:off x="8160774" y="3023119"/>
            <a:ext cx="4119716" cy="8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CosineScale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cosineScale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5ED1C8-421A-1011-C3B5-2D15335C7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7" y="-1"/>
            <a:ext cx="7803000" cy="6858000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DFA1E40-4099-674E-4B6A-67CAC0B2CA43}"/>
              </a:ext>
            </a:extLst>
          </p:cNvPr>
          <p:cNvCxnSpPr/>
          <p:nvPr/>
        </p:nvCxnSpPr>
        <p:spPr>
          <a:xfrm flipV="1">
            <a:off x="6253316" y="3608439"/>
            <a:ext cx="2074607" cy="688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94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90C055-127D-82DA-24EC-33C65E279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96" y="0"/>
            <a:ext cx="9692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68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D2CF9-06D6-7EA3-3F46-096F3218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8195646" cy="1127758"/>
          </a:xfrm>
        </p:spPr>
        <p:txBody>
          <a:bodyPr anchor="t">
            <a:normAutofit/>
          </a:bodyPr>
          <a:lstStyle/>
          <a:p>
            <a:r>
              <a:rPr lang="pt-BR" dirty="0"/>
              <a:t>PIDController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01DB9C-FBC7-6486-210A-51273D116B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dirty="0"/>
              <a:t>Isso nos prepara para depois fazer </a:t>
            </a:r>
            <a:r>
              <a:rPr lang="pt-BR" dirty="0" err="1"/>
              <a:t>tuning</a:t>
            </a:r>
            <a:r>
              <a:rPr lang="pt-BR" dirty="0"/>
              <a:t> pelo </a:t>
            </a:r>
            <a:r>
              <a:rPr lang="pt-BR" dirty="0" err="1"/>
              <a:t>AdvantageScope</a:t>
            </a:r>
            <a:r>
              <a:rPr lang="pt-BR" dirty="0"/>
              <a:t> e, futuramente, migrar a ideia para o </a:t>
            </a:r>
            <a:r>
              <a:rPr lang="pt-BR" dirty="0" err="1"/>
              <a:t>closed</a:t>
            </a:r>
            <a:r>
              <a:rPr lang="pt-BR" dirty="0"/>
              <a:t>-loop do Phoenix 6.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188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9708587-D12A-0335-4185-F178CBB53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320" y="0"/>
            <a:ext cx="630936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A3563F0-7F23-A963-B54A-56F3979313F1}"/>
              </a:ext>
            </a:extLst>
          </p:cNvPr>
          <p:cNvSpPr txBox="1"/>
          <p:nvPr/>
        </p:nvSpPr>
        <p:spPr>
          <a:xfrm>
            <a:off x="7221302" y="3292937"/>
            <a:ext cx="4459421" cy="272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1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1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1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1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1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1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pt-BR" sz="11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1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100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72058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563AF9B-FE18-4E18-345A-DDD7E1037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06712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AEADEFA-C740-084E-D507-D8E36467941C}"/>
              </a:ext>
            </a:extLst>
          </p:cNvPr>
          <p:cNvSpPr txBox="1"/>
          <p:nvPr/>
        </p:nvSpPr>
        <p:spPr>
          <a:xfrm>
            <a:off x="7492181" y="1744821"/>
            <a:ext cx="4237703" cy="336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 #region CONTROLE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responsável por fazer 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alcançar o ângulo desejado.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kP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4.0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kI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= 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PIDController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58E5DB5B-FA56-6552-6A2B-4727EF1CE42F}"/>
              </a:ext>
            </a:extLst>
          </p:cNvPr>
          <p:cNvSpPr/>
          <p:nvPr/>
        </p:nvSpPr>
        <p:spPr>
          <a:xfrm rot="12637583">
            <a:off x="5793100" y="3505087"/>
            <a:ext cx="481781" cy="6685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040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A639272-7C02-BC50-A09B-2B3421F5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87525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1735EBA-CDB7-B46D-822F-A66D79D5160E}"/>
              </a:ext>
            </a:extLst>
          </p:cNvPr>
          <p:cNvSpPr txBox="1"/>
          <p:nvPr/>
        </p:nvSpPr>
        <p:spPr>
          <a:xfrm>
            <a:off x="7089057" y="283908"/>
            <a:ext cx="5217719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CONFIGURAÇÃO DO PID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ângulo é circular: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-PI  &lt;------ 0 ------&gt; +PI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permite ao PID escolher o menor caminho.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enableContinuousInput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Consideramos o módulo alinhado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o erro estiver dentro de aproximadamente 1 grau.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setTolerance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AE17D53B-62CA-2339-B0D3-84E043ACDBFF}"/>
              </a:ext>
            </a:extLst>
          </p:cNvPr>
          <p:cNvSpPr/>
          <p:nvPr/>
        </p:nvSpPr>
        <p:spPr>
          <a:xfrm rot="13773703">
            <a:off x="4463845" y="1199535"/>
            <a:ext cx="560439" cy="5112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794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962CCD7-48AC-1502-397C-C20DC06A5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75007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52A5261-965D-C3A4-5AE8-3F58E9206ED6}"/>
              </a:ext>
            </a:extLst>
          </p:cNvPr>
          <p:cNvSpPr/>
          <p:nvPr/>
        </p:nvSpPr>
        <p:spPr>
          <a:xfrm rot="13280465" flipV="1">
            <a:off x="5335093" y="4205223"/>
            <a:ext cx="1521814" cy="11408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Apague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B21250-115E-68FC-3935-1C54D10F632E}"/>
              </a:ext>
            </a:extLst>
          </p:cNvPr>
          <p:cNvSpPr txBox="1"/>
          <p:nvPr/>
        </p:nvSpPr>
        <p:spPr>
          <a:xfrm>
            <a:off x="6825343" y="458115"/>
            <a:ext cx="5272872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TURN - CONTROLE PID DO ÂNGULO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que queremos que o módulo alcance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optimizedState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 compara: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   VS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desejado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 calcula a tensão necessária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currentAngle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Limita a saída para a tensão disponível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</p:spTree>
    <p:extLst>
      <p:ext uri="{BB962C8B-B14F-4D97-AF65-F5344CB8AC3E}">
        <p14:creationId xmlns:p14="http://schemas.microsoft.com/office/powerpoint/2010/main" val="3664639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65E90-C7E3-0007-01F7-0A4711C72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Vamos logar o PID no </a:t>
            </a:r>
            <a:r>
              <a:rPr lang="pt-BR" b="1" dirty="0" err="1">
                <a:solidFill>
                  <a:schemeClr val="bg1"/>
                </a:solidFill>
              </a:rPr>
              <a:t>AdvantageScope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C247FF-0519-42AB-F7F2-258650160324}"/>
              </a:ext>
            </a:extLst>
          </p:cNvPr>
          <p:cNvSpPr txBox="1"/>
          <p:nvPr/>
        </p:nvSpPr>
        <p:spPr>
          <a:xfrm>
            <a:off x="533398" y="1573214"/>
            <a:ext cx="7030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Na região </a:t>
            </a:r>
            <a:r>
              <a:rPr lang="pt-BR" dirty="0">
                <a:solidFill>
                  <a:schemeClr val="bg1"/>
                </a:solidFill>
                <a:latin typeface="+mn-lt"/>
              </a:rPr>
              <a:t>ADVANTAGEKIT</a:t>
            </a:r>
            <a:r>
              <a:rPr lang="pt-BR" dirty="0">
                <a:solidFill>
                  <a:schemeClr val="bg1"/>
                </a:solidFill>
              </a:rPr>
              <a:t> do </a:t>
            </a:r>
            <a:r>
              <a:rPr lang="pt-BR" dirty="0" err="1">
                <a:solidFill>
                  <a:schemeClr val="bg1"/>
                </a:solidFill>
                <a:latin typeface="+mn-lt"/>
              </a:rPr>
              <a:t>setDesiredState</a:t>
            </a:r>
            <a:r>
              <a:rPr lang="pt-BR" dirty="0">
                <a:solidFill>
                  <a:schemeClr val="bg1"/>
                </a:solidFill>
                <a:latin typeface="+mn-lt"/>
              </a:rPr>
              <a:t>()</a:t>
            </a:r>
            <a:r>
              <a:rPr lang="pt-BR" dirty="0">
                <a:solidFill>
                  <a:schemeClr val="bg1"/>
                </a:solidFill>
              </a:rPr>
              <a:t>, adicione: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9C0D4A-6456-45F1-26AE-760FBB6BF4C0}"/>
              </a:ext>
            </a:extLst>
          </p:cNvPr>
          <p:cNvSpPr txBox="1"/>
          <p:nvPr/>
        </p:nvSpPr>
        <p:spPr>
          <a:xfrm>
            <a:off x="7563463" y="2348429"/>
            <a:ext cx="4385187" cy="391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Erro atual do PID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TurnErrorRad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getPositionError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calculada pelo PID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TurnPIDOutputVolts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Indica se o módulo chegou ao ângulo desejado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"Drive/Module"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TurnAtSetpoint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turnPID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atSetpoint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C7E01D9-6C95-ACD5-32FC-54F824EE4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2049489"/>
            <a:ext cx="4499113" cy="42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9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BC683-DEB1-AF72-CF67-84715BFC6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399" y="1143000"/>
            <a:ext cx="11481619" cy="5271008"/>
          </a:xfrm>
        </p:spPr>
        <p:txBody>
          <a:bodyPr>
            <a:noAutofit/>
          </a:bodyPr>
          <a:lstStyle/>
          <a:p>
            <a:r>
              <a:rPr lang="pt-BR" sz="4800" dirty="0"/>
              <a:t>Agora montamos a lógica para o módulo </a:t>
            </a:r>
            <a:r>
              <a:rPr lang="pt-BR" sz="4800" dirty="0" err="1"/>
              <a:t>Swerve</a:t>
            </a:r>
            <a:r>
              <a:rPr lang="pt-BR" sz="4800" dirty="0"/>
              <a:t> saber </a:t>
            </a:r>
            <a:br>
              <a:rPr lang="pt-BR" sz="4800" dirty="0"/>
            </a:br>
            <a:br>
              <a:rPr lang="pt-BR" sz="4800" dirty="0"/>
            </a:br>
            <a:r>
              <a:rPr lang="pt-BR" sz="4800" b="1" dirty="0"/>
              <a:t>qual ângulo ele deve atingir</a:t>
            </a:r>
            <a:r>
              <a:rPr lang="pt-BR" sz="4800" dirty="0"/>
              <a:t> e </a:t>
            </a:r>
            <a:r>
              <a:rPr lang="pt-BR" sz="4800" b="1" dirty="0"/>
              <a:t>como chegar nesse ângulo de forma controlada</a:t>
            </a:r>
            <a:r>
              <a:rPr lang="pt-BR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9730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B147225-52FF-A675-2A80-5D12843A7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8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99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2C89299-EFF3-D789-13F9-09AA0AF7B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71832"/>
      </p:ext>
    </p:extLst>
  </p:cSld>
  <p:clrMapOvr>
    <a:masterClrMapping/>
  </p:clrMapOvr>
</p:sld>
</file>

<file path=ppt/theme/theme1.xml><?xml version="1.0" encoding="utf-8"?>
<a:theme xmlns:a="http://schemas.openxmlformats.org/drawingml/2006/main" name="Mó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215</TotalTime>
  <Words>1126</Words>
  <Application>Microsoft Office PowerPoint</Application>
  <PresentationFormat>Widescreen</PresentationFormat>
  <Paragraphs>240</Paragraphs>
  <Slides>22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Aptos</vt:lpstr>
      <vt:lpstr>Arial</vt:lpstr>
      <vt:lpstr>Consolas</vt:lpstr>
      <vt:lpstr>Courier New</vt:lpstr>
      <vt:lpstr>Módulo</vt:lpstr>
      <vt:lpstr>Swerve </vt:lpstr>
      <vt:lpstr>Swerve </vt:lpstr>
      <vt:lpstr>ângulo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Swerve </vt:lpstr>
      <vt:lpstr>Apresentação do PowerPoint</vt:lpstr>
      <vt:lpstr>Apresentação do PowerPoint</vt:lpstr>
      <vt:lpstr>Apresentação do PowerPoint</vt:lpstr>
      <vt:lpstr>PIDController </vt:lpstr>
      <vt:lpstr>Apresentação do PowerPoint</vt:lpstr>
      <vt:lpstr>Apresentação do PowerPoint</vt:lpstr>
      <vt:lpstr>Apresentação do PowerPoint</vt:lpstr>
      <vt:lpstr>Apresentação do PowerPoint</vt:lpstr>
      <vt:lpstr>Vamos logar o PID no AdvantageScope</vt:lpstr>
      <vt:lpstr>Agora montamos a lógica para o módulo Swerve saber   qual ângulo ele deve atingir e como chegar nesse ângulo de forma controlada.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19</cp:revision>
  <dcterms:created xsi:type="dcterms:W3CDTF">2026-09-12T14:08:17Z</dcterms:created>
  <dcterms:modified xsi:type="dcterms:W3CDTF">2026-09-12T17:52:37Z</dcterms:modified>
</cp:coreProperties>
</file>