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9" r:id="rId4"/>
    <p:sldId id="258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7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6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2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08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pt-BR"/>
              <a:t>Clique para editar os estilos de texto Mestres</a:t>
            </a:r>
          </a:p>
          <a:p>
            <a:pPr marL="228600" lvl="1" indent="-228600"/>
            <a:r>
              <a:rPr lang="pt-BR"/>
              <a:t>Segundo nível</a:t>
            </a:r>
          </a:p>
          <a:p>
            <a:pPr marL="228600" lvl="2" indent="-228600"/>
            <a:r>
              <a:rPr lang="pt-BR"/>
              <a:t>Terceiro nível</a:t>
            </a:r>
          </a:p>
          <a:p>
            <a:pPr marL="228600" lvl="3" indent="-228600"/>
            <a:r>
              <a:rPr lang="pt-BR"/>
              <a:t>Quarto nível</a:t>
            </a:r>
          </a:p>
          <a:p>
            <a:pPr marL="228600" lvl="4" indent="-228600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11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7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9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7744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16769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349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09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92069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8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13182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827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918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00047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8301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85551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099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77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936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3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507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790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851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09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>
            <a:extLst>
              <a:ext uri="{FF2B5EF4-FFF2-40B4-BE49-F238E27FC236}">
                <a16:creationId xmlns:a16="http://schemas.microsoft.com/office/drawing/2014/main" id="{978B792E-D779-8A06-30F2-14939058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1" r="1" b="110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85136D-9399-7812-9F8A-D65016EC2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795509"/>
            <a:ext cx="4092525" cy="2798604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Pose 2D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C61A37-5D3D-DF32-5654-8A9EA24CB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3686187"/>
            <a:ext cx="4092525" cy="2292581"/>
          </a:xfrm>
        </p:spPr>
        <p:txBody>
          <a:bodyPr>
            <a:normAutofit/>
          </a:bodyPr>
          <a:lstStyle/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913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30975-3396-FEDB-8F9B-9E632D57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Twist2d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77D7E5-44A7-0340-0339-DDBCA821ADAB}"/>
              </a:ext>
            </a:extLst>
          </p:cNvPr>
          <p:cNvSpPr txBox="1"/>
          <p:nvPr/>
        </p:nvSpPr>
        <p:spPr>
          <a:xfrm>
            <a:off x="838200" y="13675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Quanto o robô mudou de posição em um pequeno intervalo de tempo.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60A059-7257-08B2-AFA1-D3AD8C0E7A01}"/>
              </a:ext>
            </a:extLst>
          </p:cNvPr>
          <p:cNvSpPr txBox="1"/>
          <p:nvPr/>
        </p:nvSpPr>
        <p:spPr>
          <a:xfrm>
            <a:off x="838200" y="2013853"/>
            <a:ext cx="6096000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MOVIMENTAÇÃO TEMPORÁRIA DA POSE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executa aproximadamente a cada 20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quanto o robô se deslocou nesses 20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posição do robô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E50CB86-4FFD-7024-E383-504F84BA5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944" y="256245"/>
            <a:ext cx="3553321" cy="35152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3C13E15-46A3-A31A-9D05-478B163CF4CB}"/>
              </a:ext>
            </a:extLst>
          </p:cNvPr>
          <p:cNvSpPr txBox="1"/>
          <p:nvPr/>
        </p:nvSpPr>
        <p:spPr>
          <a:xfrm>
            <a:off x="6489290" y="4593224"/>
            <a:ext cx="6096000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a pose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estados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SwerveStates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0795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8A066F9-7752-E5DB-AA69-A2409D713751}"/>
              </a:ext>
            </a:extLst>
          </p:cNvPr>
          <p:cNvSpPr txBox="1"/>
          <p:nvPr/>
        </p:nvSpPr>
        <p:spPr>
          <a:xfrm>
            <a:off x="216310" y="0"/>
            <a:ext cx="557489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a pose atual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DO MOVIMENTO DO CHASSI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1 m/s para frente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0 m/s lateral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o movimento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o estado individual de cada módulo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toSwerveModuleStates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15D65B-B25C-5CFC-FF28-D6BE50875B0E}"/>
              </a:ext>
            </a:extLst>
          </p:cNvPr>
          <p:cNvSpPr txBox="1"/>
          <p:nvPr/>
        </p:nvSpPr>
        <p:spPr>
          <a:xfrm>
            <a:off x="6076335" y="381666"/>
            <a:ext cx="6096000" cy="676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MOVIMENTAÇÃO TEMPORÁRIA DA 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executa aproximadamente a cada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quanto o robô se deslocou nesses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posição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a pose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estados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SwerveStates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699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9402AE3-54F4-255C-C84B-43FD0671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45" b="-1"/>
          <a:stretch>
            <a:fillRect/>
          </a:stretch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395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E0350-C15E-C95C-FBD0-220BEB04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Controle Xbox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2DFF91-E3EF-36DC-D1A9-1CDC1D033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183959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61E9E6-1895-31B5-F960-965C937E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18"/>
          <a:stretch>
            <a:fillRect/>
          </a:stretch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8637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A0300-C715-E4DE-8760-F67738FE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Crie uma variável para guardar a velocidade desejada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A7258DB-87D1-41DB-D856-1C568249C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0886" y="1796128"/>
            <a:ext cx="5630254" cy="385921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8ECE78F-8603-7F18-7DE1-EEE54D9193EC}"/>
              </a:ext>
            </a:extLst>
          </p:cNvPr>
          <p:cNvSpPr txBox="1"/>
          <p:nvPr/>
        </p:nvSpPr>
        <p:spPr>
          <a:xfrm>
            <a:off x="838200" y="3100037"/>
            <a:ext cx="6096000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Guarda a última ordem de movimento recebida pelo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BC63DB-411B-E54A-FCE1-15E1C3FF9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672" y="4397977"/>
            <a:ext cx="1457528" cy="905001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2BAAEB4-A0CC-652B-B246-3A54CDA5800C}"/>
              </a:ext>
            </a:extLst>
          </p:cNvPr>
          <p:cNvCxnSpPr>
            <a:endCxn id="9" idx="0"/>
          </p:cNvCxnSpPr>
          <p:nvPr/>
        </p:nvCxnSpPr>
        <p:spPr>
          <a:xfrm flipH="1">
            <a:off x="3157436" y="3546569"/>
            <a:ext cx="1120274" cy="85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103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8ABE1FC-5AEF-D61E-B1FF-71732C782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57" b="-1"/>
          <a:stretch>
            <a:fillRect/>
          </a:stretch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A9150DA-DB1A-A9EB-9C83-DCFFA05A9826}"/>
              </a:ext>
            </a:extLst>
          </p:cNvPr>
          <p:cNvSpPr txBox="1"/>
          <p:nvPr/>
        </p:nvSpPr>
        <p:spPr>
          <a:xfrm>
            <a:off x="8965324" y="2932386"/>
            <a:ext cx="219964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Limpe o Periódico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680DC2C-FFEA-2F33-B4A5-C2398724E17B}"/>
              </a:ext>
            </a:extLst>
          </p:cNvPr>
          <p:cNvCxnSpPr/>
          <p:nvPr/>
        </p:nvCxnSpPr>
        <p:spPr>
          <a:xfrm flipH="1">
            <a:off x="5122606" y="3077497"/>
            <a:ext cx="3834581" cy="953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7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05359F5-1242-A7F7-5D86-4EF59B54E5C1}"/>
              </a:ext>
            </a:extLst>
          </p:cNvPr>
          <p:cNvSpPr txBox="1"/>
          <p:nvPr/>
        </p:nvSpPr>
        <p:spPr>
          <a:xfrm>
            <a:off x="6331974" y="557829"/>
            <a:ext cx="609600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desejado do chassi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calculado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SwerveStates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9783A9-A5C4-DB2E-97D3-E2E22AB5DD2D}"/>
              </a:ext>
            </a:extLst>
          </p:cNvPr>
          <p:cNvSpPr txBox="1"/>
          <p:nvPr/>
        </p:nvSpPr>
        <p:spPr>
          <a:xfrm>
            <a:off x="393290" y="19974"/>
            <a:ext cx="6213986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CINEMÁTICA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a velocidade desejada do chassi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os estados individuais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toSwerveModuleStates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SIMULAÇÃO TEMPORÁRIA DO MOVIMENTO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executa aproximadamente a cada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quanto o robô se deslocou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durante esses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Pose2d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BBB9E3-4928-4618-307D-E3D84D40911D}"/>
              </a:ext>
            </a:extLst>
          </p:cNvPr>
          <p:cNvSpPr txBox="1"/>
          <p:nvPr/>
        </p:nvSpPr>
        <p:spPr>
          <a:xfrm>
            <a:off x="5978014" y="5934670"/>
            <a:ext cx="6213986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pt-BR" dirty="0"/>
              <a:t>A posição inicial é definida quando o subsistema </a:t>
            </a:r>
            <a:r>
              <a:rPr lang="pt-BR" dirty="0">
                <a:latin typeface="+mn-lt"/>
              </a:rPr>
              <a:t>Drive</a:t>
            </a:r>
            <a:r>
              <a:rPr lang="pt-BR" dirty="0"/>
              <a:t> é criado. O </a:t>
            </a:r>
            <a:r>
              <a:rPr lang="pt-BR" dirty="0" err="1">
                <a:latin typeface="+mn-lt"/>
              </a:rPr>
              <a:t>periodic</a:t>
            </a:r>
            <a:r>
              <a:rPr lang="pt-BR" dirty="0">
                <a:latin typeface="+mn-lt"/>
              </a:rPr>
              <a:t>()</a:t>
            </a:r>
            <a:r>
              <a:rPr lang="pt-BR" dirty="0"/>
              <a:t> depois atualiza continuamente o estado do </a:t>
            </a:r>
            <a:r>
              <a:rPr lang="pt-BR" dirty="0" err="1"/>
              <a:t>drivetrain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3588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16E09-01F0-962C-B540-CBEFC4BE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métodos para movimentar o robô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0EF89FDA-2B0F-4F04-E787-DD5BB655D8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51216"/>
            <a:ext cx="5181600" cy="2700156"/>
          </a:xfrm>
          <a:prstGeom prst="rect">
            <a:avLst/>
          </a:prstGeom>
        </p:spPr>
      </p:pic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9227AD8-C7C4-54B6-CA4D-AA941CC521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52971" y="3043898"/>
            <a:ext cx="3820058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9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DC44061-7F20-6531-0F5D-31D1D332B987}"/>
              </a:ext>
            </a:extLst>
          </p:cNvPr>
          <p:cNvSpPr txBox="1"/>
          <p:nvPr/>
        </p:nvSpPr>
        <p:spPr>
          <a:xfrm>
            <a:off x="6194322" y="362566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completamente o movimento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890E81-AF16-60C1-2A78-6AEED61D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0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32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EBF41-2BFB-3C4A-71A5-68A7A196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7BC26E-51CC-535D-B5A0-05D19D34F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Velocidade</a:t>
            </a:r>
          </a:p>
        </p:txBody>
      </p:sp>
    </p:spTree>
    <p:extLst>
      <p:ext uri="{BB962C8B-B14F-4D97-AF65-F5344CB8AC3E}">
        <p14:creationId xmlns:p14="http://schemas.microsoft.com/office/powerpoint/2010/main" val="1849150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D7834-AB59-4BDC-DB3B-E921F086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accent5"/>
                </a:solidFill>
              </a:rPr>
              <a:t>Constants</a:t>
            </a:r>
            <a:r>
              <a:rPr lang="pt-BR" dirty="0">
                <a:solidFill>
                  <a:schemeClr val="accent5"/>
                </a:solidFill>
              </a:rPr>
              <a:t> - Adicione limites de velocidade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D617A4-5B5E-A427-CE46-2F9D02848B17}"/>
              </a:ext>
            </a:extLst>
          </p:cNvPr>
          <p:cNvSpPr txBox="1"/>
          <p:nvPr/>
        </p:nvSpPr>
        <p:spPr>
          <a:xfrm>
            <a:off x="6282813" y="1568812"/>
            <a:ext cx="6096000" cy="537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CONSTANTES DO SWERVE / DRIVETRAIN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Distância entre os módulos dianteiros e traseiros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Medida de centro a centro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kWheelBaseMeters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0.58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Distância entre os módulos da esquerda e direita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Medida de centro a centro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kTrackWidthMeters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0.54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máxima usada inicialmente na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máxima de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kMaxAngularSpeed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E2AF845-D037-5728-AAE2-717A3F5E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29" y="2486420"/>
            <a:ext cx="2600688" cy="31436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89232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84071-810C-225B-78F6-6E1FA8EB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RobotContainer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8592F0C-0D4D-CC6B-38F9-224C2A47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9" r="32150" b="-2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2E7BC64-257D-7397-50A2-DF79B3FF6AA1}"/>
              </a:ext>
            </a:extLst>
          </p:cNvPr>
          <p:cNvSpPr txBox="1"/>
          <p:nvPr/>
        </p:nvSpPr>
        <p:spPr>
          <a:xfrm>
            <a:off x="838200" y="1649932"/>
            <a:ext cx="6096000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9913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6124AD9-242A-43FC-6224-BCD228ACB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472" y="194811"/>
            <a:ext cx="3924848" cy="646837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685EB06-7450-8D86-CE2E-4BEAE8F5BE99}"/>
              </a:ext>
            </a:extLst>
          </p:cNvPr>
          <p:cNvSpPr txBox="1"/>
          <p:nvPr/>
        </p:nvSpPr>
        <p:spPr>
          <a:xfrm>
            <a:off x="4257195" y="89305"/>
            <a:ext cx="367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 construtor do </a:t>
            </a:r>
            <a:r>
              <a:rPr lang="pt-BR" dirty="0" err="1"/>
              <a:t>robotcontainer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C46E2A3-CAA2-A027-0559-8A004A54C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603" y="2101645"/>
            <a:ext cx="2298645" cy="265471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A7B966-801B-AC17-3BF1-79C4331B1FAA}"/>
              </a:ext>
            </a:extLst>
          </p:cNvPr>
          <p:cNvSpPr txBox="1"/>
          <p:nvPr/>
        </p:nvSpPr>
        <p:spPr>
          <a:xfrm>
            <a:off x="0" y="273971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setDefaultCommand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runEnd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()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getLeftY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frente / trás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getLeftX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lateral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getRightX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kMaxAngularSpeed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},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comando terminar ou for interrompido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</p:txBody>
      </p:sp>
    </p:spTree>
    <p:extLst>
      <p:ext uri="{BB962C8B-B14F-4D97-AF65-F5344CB8AC3E}">
        <p14:creationId xmlns:p14="http://schemas.microsoft.com/office/powerpoint/2010/main" val="908105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A39B008-4968-8B4F-E658-8CEFBD7C3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34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C029F4F-040C-0C76-781D-1B8F15AEE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02590" cy="694944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84797A08-EA3B-24E9-81A5-3E0257A07786}"/>
              </a:ext>
            </a:extLst>
          </p:cNvPr>
          <p:cNvSpPr/>
          <p:nvPr/>
        </p:nvSpPr>
        <p:spPr>
          <a:xfrm rot="13114344">
            <a:off x="3230880" y="1930399"/>
            <a:ext cx="1087120" cy="1158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577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9F9E93F-42A0-8498-E89B-B19BF785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68"/>
            <a:ext cx="12192000" cy="649726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7351C32-4DA4-4DD5-0598-6FDCD9E737E2}"/>
              </a:ext>
            </a:extLst>
          </p:cNvPr>
          <p:cNvCxnSpPr/>
          <p:nvPr/>
        </p:nvCxnSpPr>
        <p:spPr>
          <a:xfrm>
            <a:off x="944880" y="3525520"/>
            <a:ext cx="1026160" cy="751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560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4F6693E-E9A1-A44D-8B35-9D313AC0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86879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6C5D3E76-4300-52DC-2D8E-B2D8A5F35A32}"/>
              </a:ext>
            </a:extLst>
          </p:cNvPr>
          <p:cNvSpPr/>
          <p:nvPr/>
        </p:nvSpPr>
        <p:spPr>
          <a:xfrm rot="13108392">
            <a:off x="629920" y="975360"/>
            <a:ext cx="802640" cy="629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707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577151F-85D6-F05F-5B30-EA5B8D053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44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4605DD8-D89E-6632-0F9C-72DB87F94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87464"/>
      </p:ext>
    </p:extLst>
  </p:cSld>
  <p:clrMapOvr>
    <a:masterClrMapping/>
  </p:clrMapOvr>
</p:sld>
</file>

<file path=ppt/theme/theme1.xml><?xml version="1.0" encoding="utf-8"?>
<a:theme xmlns:a="http://schemas.openxmlformats.org/drawingml/2006/main" name="Efeito de Queima de Filme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252</TotalTime>
  <Words>1066</Words>
  <Application>Microsoft Office PowerPoint</Application>
  <PresentationFormat>Widescreen</PresentationFormat>
  <Paragraphs>231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Consolas</vt:lpstr>
      <vt:lpstr>Neue Haas Grotesk Text Pro</vt:lpstr>
      <vt:lpstr>Efeito de Queima de Filme</vt:lpstr>
      <vt:lpstr>Pose 2D</vt:lpstr>
      <vt:lpstr>Twist2d </vt:lpstr>
      <vt:lpstr>Apresentação do PowerPoint</vt:lpstr>
      <vt:lpstr>Apresentação do PowerPoint</vt:lpstr>
      <vt:lpstr>Fluxo Controle Xbox</vt:lpstr>
      <vt:lpstr>Apresentação do PowerPoint</vt:lpstr>
      <vt:lpstr>Crie uma variável para guardar a velocidade desejada</vt:lpstr>
      <vt:lpstr>Apresentação do PowerPoint</vt:lpstr>
      <vt:lpstr>Apresentação do PowerPoint</vt:lpstr>
      <vt:lpstr>Criar métodos para movimentar o robô</vt:lpstr>
      <vt:lpstr>Apresentação do PowerPoint</vt:lpstr>
      <vt:lpstr>Constantes</vt:lpstr>
      <vt:lpstr>Constants - Adicione limites de velocidade</vt:lpstr>
      <vt:lpstr>RobotContainer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20</cp:revision>
  <dcterms:created xsi:type="dcterms:W3CDTF">2026-09-09T17:14:12Z</dcterms:created>
  <dcterms:modified xsi:type="dcterms:W3CDTF">2026-09-10T13:52:51Z</dcterms:modified>
</cp:coreProperties>
</file>