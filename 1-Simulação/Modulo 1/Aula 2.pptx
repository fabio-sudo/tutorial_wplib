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71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4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6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72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6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8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9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7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1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9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61B2E4-D7D7-CBC7-DA1F-D368C529D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Advantage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F9A512-A04A-E9E5-DA5B-51AEF29D1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033AC-1DEB-5117-1C0D-19D08EF60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" r="27877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1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57A4D4-2586-62CF-9E48-7E2AF059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9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D4BCA-A65D-4CDE-609B-621408CA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POSE 2D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947AE2-43D4-F18A-FE46-7C079CE25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86894"/>
          </a:xfrm>
        </p:spPr>
        <p:txBody>
          <a:bodyPr>
            <a:normAutofit/>
          </a:bodyPr>
          <a:lstStyle/>
          <a:p>
            <a:r>
              <a:rPr lang="pt-BR" sz="1800" dirty="0"/>
              <a:t>Depois de conectar, nosso próximo passo será criar a primeira pose simulada, algo como: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1BAA69-16E1-B544-61FB-590E0D4AF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5251"/>
            <a:ext cx="10579510" cy="469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D64CDFF-0ECF-75E1-8412-F00AB2327A00}"/>
              </a:ext>
            </a:extLst>
          </p:cNvPr>
          <p:cNvSpPr txBox="1"/>
          <p:nvPr/>
        </p:nvSpPr>
        <p:spPr>
          <a:xfrm>
            <a:off x="7138219" y="548640"/>
            <a:ext cx="3441291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geometry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327D3A6-7EAA-C395-084A-9D617C330E88}"/>
              </a:ext>
            </a:extLst>
          </p:cNvPr>
          <p:cNvCxnSpPr/>
          <p:nvPr/>
        </p:nvCxnSpPr>
        <p:spPr>
          <a:xfrm flipH="1">
            <a:off x="3460955" y="806245"/>
            <a:ext cx="3844413" cy="3165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544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528787-7BFE-4089-D458-AE6D4634BD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5C5AB27-EB86-A8BF-3DB9-73B0A5FF1C75}"/>
              </a:ext>
            </a:extLst>
          </p:cNvPr>
          <p:cNvCxnSpPr/>
          <p:nvPr/>
        </p:nvCxnSpPr>
        <p:spPr>
          <a:xfrm flipV="1">
            <a:off x="1960880" y="3429000"/>
            <a:ext cx="1666240" cy="472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FF831F-36B3-5E78-EB8D-A5AC107809E3}"/>
              </a:ext>
            </a:extLst>
          </p:cNvPr>
          <p:cNvSpPr txBox="1"/>
          <p:nvPr/>
        </p:nvSpPr>
        <p:spPr>
          <a:xfrm>
            <a:off x="6941554" y="0"/>
            <a:ext cx="5250426" cy="2284984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TESTE: envia uma posição do robô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AdvantageScope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/Pose"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endParaRPr lang="pt-BR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chemeClr val="bg1"/>
                </a:solidFill>
              </a:rPr>
              <a:t>O</a:t>
            </a:r>
            <a:r>
              <a:rPr lang="pt-BR" sz="1050" dirty="0">
                <a:solidFill>
                  <a:schemeClr val="bg1"/>
                </a:solidFill>
              </a:rPr>
              <a:t> </a:t>
            </a:r>
            <a:r>
              <a:rPr lang="pt-BR" dirty="0">
                <a:solidFill>
                  <a:schemeClr val="bg1"/>
                </a:solidFill>
              </a:rPr>
              <a:t>new Pose2d()</a:t>
            </a:r>
            <a:r>
              <a:rPr lang="pt-BR" sz="1050" dirty="0">
                <a:solidFill>
                  <a:schemeClr val="bg1"/>
                </a:solidFill>
              </a:rPr>
              <a:t> 	</a:t>
            </a:r>
            <a:r>
              <a:rPr lang="pt-BR" dirty="0">
                <a:solidFill>
                  <a:schemeClr val="bg1"/>
                </a:solidFill>
              </a:rPr>
              <a:t>representa:</a:t>
            </a:r>
          </a:p>
          <a:p>
            <a:r>
              <a:rPr lang="pt-BR" dirty="0">
                <a:solidFill>
                  <a:schemeClr val="bg1"/>
                </a:solidFill>
              </a:rPr>
              <a:t>X = 0 metros</a:t>
            </a:r>
          </a:p>
          <a:p>
            <a:r>
              <a:rPr lang="pt-BR" dirty="0">
                <a:solidFill>
                  <a:schemeClr val="bg1"/>
                </a:solidFill>
              </a:rPr>
              <a:t>Y = 0 metros</a:t>
            </a:r>
          </a:p>
          <a:p>
            <a:r>
              <a:rPr lang="pt-BR" dirty="0">
                <a:solidFill>
                  <a:schemeClr val="bg1"/>
                </a:solidFill>
              </a:rPr>
              <a:t>Rotação = 0°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07D4806-E8CF-E6A0-A607-3598C8053777}"/>
              </a:ext>
            </a:extLst>
          </p:cNvPr>
          <p:cNvCxnSpPr/>
          <p:nvPr/>
        </p:nvCxnSpPr>
        <p:spPr>
          <a:xfrm flipH="1">
            <a:off x="4532671" y="452284"/>
            <a:ext cx="2408903" cy="2635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24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32C723-EE32-1470-226D-B8E8AE3A93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6" r="2" b="2480"/>
          <a:stretch>
            <a:fillRect/>
          </a:stretch>
        </p:blipFill>
        <p:spPr>
          <a:xfrm>
            <a:off x="0" y="0"/>
            <a:ext cx="12198271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CBC1562-D7FF-461C-AF9A-817A2C975954}"/>
              </a:ext>
            </a:extLst>
          </p:cNvPr>
          <p:cNvSpPr/>
          <p:nvPr/>
        </p:nvSpPr>
        <p:spPr>
          <a:xfrm rot="12489928">
            <a:off x="1894676" y="2906743"/>
            <a:ext cx="721360" cy="701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1E0C8FA6-3B3F-BDA5-8C3F-E273A0A810F0}"/>
              </a:ext>
            </a:extLst>
          </p:cNvPr>
          <p:cNvCxnSpPr/>
          <p:nvPr/>
        </p:nvCxnSpPr>
        <p:spPr>
          <a:xfrm>
            <a:off x="658761" y="3185652"/>
            <a:ext cx="3185652" cy="2654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75F06F-EE68-D425-BC5C-D45D4E92623C}"/>
              </a:ext>
            </a:extLst>
          </p:cNvPr>
          <p:cNvSpPr txBox="1"/>
          <p:nvPr/>
        </p:nvSpPr>
        <p:spPr>
          <a:xfrm>
            <a:off x="1263816" y="4419111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Arraste</a:t>
            </a:r>
          </a:p>
        </p:txBody>
      </p:sp>
    </p:spTree>
    <p:extLst>
      <p:ext uri="{BB962C8B-B14F-4D97-AF65-F5344CB8AC3E}">
        <p14:creationId xmlns:p14="http://schemas.microsoft.com/office/powerpoint/2010/main" val="233541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0F6FF-9A47-9760-CAFA-709CE851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Vamos tentar outra posição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79A846-0744-3D81-1158-9172DE89A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996" y="1558215"/>
            <a:ext cx="8521521" cy="2758145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70000" lnSpcReduction="20000"/>
          </a:bodyPr>
          <a:lstStyle/>
          <a:p>
            <a:pPr>
              <a:lnSpc>
                <a:spcPct val="113095"/>
              </a:lnSpc>
              <a:buNone/>
            </a:pP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@</a:t>
            </a:r>
            <a:r>
              <a:rPr lang="pt-BR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robotPeriodic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CommandScheduler</a:t>
            </a:r>
            <a:r>
              <a:rPr lang="pt-BR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/Pose"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pt-BR" sz="1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E396F6-BE9D-F4BE-9FDB-363F0088E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049" y="2576053"/>
            <a:ext cx="4071952" cy="25941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5F742E9-6DA1-149A-D40A-1D6188B2F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96" y="4316359"/>
            <a:ext cx="7645053" cy="244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55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157520-A601-088C-64BA-A2666D1A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165" y="1088571"/>
            <a:ext cx="7538405" cy="27743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Swerve</a:t>
            </a:r>
          </a:p>
        </p:txBody>
      </p:sp>
    </p:spTree>
    <p:extLst>
      <p:ext uri="{BB962C8B-B14F-4D97-AF65-F5344CB8AC3E}">
        <p14:creationId xmlns:p14="http://schemas.microsoft.com/office/powerpoint/2010/main" val="351171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FCE60F-A595-F543-138F-2815F12C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>
            <a:normAutofit/>
          </a:bodyPr>
          <a:lstStyle/>
          <a:p>
            <a:r>
              <a:rPr lang="pt-BR" dirty="0"/>
              <a:t>Remova o nosso TESTE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5AE53F40-F1DD-FB85-631E-3C2012AC9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92"/>
          <a:stretch>
            <a:fillRect/>
          </a:stretch>
        </p:blipFill>
        <p:spPr>
          <a:xfrm>
            <a:off x="20" y="10"/>
            <a:ext cx="12191980" cy="455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93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74FA966-8A29-DAE2-70EA-720BFDB4D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26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74173-A6AB-2FF1-F54A-98FD5242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criar nosso </a:t>
            </a:r>
            <a:r>
              <a:rPr lang="pt-BR" dirty="0" err="1"/>
              <a:t>subsystem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6FD78F7-CE64-554C-F166-3FCD98B34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533454"/>
            <a:ext cx="3081348" cy="45926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4AB0599-63ED-650B-4265-7FDA021F1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114769"/>
            <a:ext cx="5068007" cy="543000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6CD88626-D923-493D-CF0B-D1A8FB8D1588}"/>
              </a:ext>
            </a:extLst>
          </p:cNvPr>
          <p:cNvSpPr/>
          <p:nvPr/>
        </p:nvSpPr>
        <p:spPr>
          <a:xfrm>
            <a:off x="9592693" y="3263643"/>
            <a:ext cx="2103120" cy="11322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Crie uma pasta em </a:t>
            </a:r>
            <a:r>
              <a:rPr lang="pt-BR" dirty="0" err="1"/>
              <a:t>subsystem</a:t>
            </a:r>
            <a:r>
              <a:rPr lang="pt-BR" dirty="0"/>
              <a:t> chamada</a:t>
            </a:r>
          </a:p>
          <a:p>
            <a:pPr algn="ctr"/>
            <a:r>
              <a:rPr lang="pt-BR" dirty="0"/>
              <a:t>drive</a:t>
            </a:r>
          </a:p>
        </p:txBody>
      </p:sp>
    </p:spTree>
    <p:extLst>
      <p:ext uri="{BB962C8B-B14F-4D97-AF65-F5344CB8AC3E}">
        <p14:creationId xmlns:p14="http://schemas.microsoft.com/office/powerpoint/2010/main" val="1136340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F42653-9D58-E0AE-1A86-34EA6BD0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392" y="1791147"/>
            <a:ext cx="7202862" cy="19523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DRIVE.JAVA</a:t>
            </a:r>
          </a:p>
        </p:txBody>
      </p:sp>
    </p:spTree>
    <p:extLst>
      <p:ext uri="{BB962C8B-B14F-4D97-AF65-F5344CB8AC3E}">
        <p14:creationId xmlns:p14="http://schemas.microsoft.com/office/powerpoint/2010/main" val="71975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835EE7-27ED-53F8-873A-D67AC170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90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o Explicativo: Linha 5">
            <a:extLst>
              <a:ext uri="{FF2B5EF4-FFF2-40B4-BE49-F238E27FC236}">
                <a16:creationId xmlns:a16="http://schemas.microsoft.com/office/drawing/2014/main" id="{FD89C49E-C671-6739-6BE0-F42D443E20E6}"/>
              </a:ext>
            </a:extLst>
          </p:cNvPr>
          <p:cNvSpPr/>
          <p:nvPr/>
        </p:nvSpPr>
        <p:spPr>
          <a:xfrm>
            <a:off x="6776720" y="3058160"/>
            <a:ext cx="2387600" cy="1371600"/>
          </a:xfrm>
          <a:prstGeom prst="borderCallout1">
            <a:avLst>
              <a:gd name="adj1" fmla="val 18750"/>
              <a:gd name="adj2" fmla="val -8333"/>
              <a:gd name="adj3" fmla="val -12948"/>
              <a:gd name="adj4" fmla="val -187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Vamos começar pelo Drive.java</a:t>
            </a:r>
          </a:p>
        </p:txBody>
      </p:sp>
    </p:spTree>
    <p:extLst>
      <p:ext uri="{BB962C8B-B14F-4D97-AF65-F5344CB8AC3E}">
        <p14:creationId xmlns:p14="http://schemas.microsoft.com/office/powerpoint/2010/main" val="39883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9275D7C-89DC-9C82-3239-1CCE6D277E79}"/>
              </a:ext>
            </a:extLst>
          </p:cNvPr>
          <p:cNvSpPr txBox="1"/>
          <p:nvPr/>
        </p:nvSpPr>
        <p:spPr>
          <a:xfrm>
            <a:off x="88491" y="0"/>
            <a:ext cx="6096000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SubsystemBase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Pose atual do robô.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Por enquanto é fixa apenas para testar o subsistema.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 //Co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strut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@Overr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// Env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 a pose atu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al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tage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/Pose"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pose);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Permite que outras partes do programa consultem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// a p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sição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tual do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robô.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pose;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3260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298C3E0-EACC-AF2B-3D09-B23E09C3B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3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40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A4E4A6-DC31-3C45-0910-C809486421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0FFBE17-D238-3508-A10D-F13B81709699}"/>
              </a:ext>
            </a:extLst>
          </p:cNvPr>
          <p:cNvCxnSpPr>
            <a:cxnSpLocks/>
          </p:cNvCxnSpPr>
          <p:nvPr/>
        </p:nvCxnSpPr>
        <p:spPr>
          <a:xfrm flipV="1">
            <a:off x="2340077" y="4267200"/>
            <a:ext cx="1212420" cy="471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493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DD19D71-69B6-0DFA-DA09-2A717FA742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667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3075367-6189-ED01-9921-1F675BC1F062}"/>
              </a:ext>
            </a:extLst>
          </p:cNvPr>
          <p:cNvCxnSpPr/>
          <p:nvPr/>
        </p:nvCxnSpPr>
        <p:spPr>
          <a:xfrm flipV="1">
            <a:off x="2333297" y="3678621"/>
            <a:ext cx="1355834" cy="1198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185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B47412-529B-6AFF-D22A-A653BCD44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7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4059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275</Words>
  <Application>Microsoft Office PowerPoint</Application>
  <PresentationFormat>Widescreen</PresentationFormat>
  <Paragraphs>60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Consolas</vt:lpstr>
      <vt:lpstr>Neue Haas Grotesk Text Pro</vt:lpstr>
      <vt:lpstr>VanillaVTI</vt:lpstr>
      <vt:lpstr>Advantage</vt:lpstr>
      <vt:lpstr>Apresentação do PowerPoint</vt:lpstr>
      <vt:lpstr>POSE 2D</vt:lpstr>
      <vt:lpstr>Apresentação do PowerPoint</vt:lpstr>
      <vt:lpstr>Apresentação do PowerPoint</vt:lpstr>
      <vt:lpstr>Vamos tentar outra posição</vt:lpstr>
      <vt:lpstr>Swerve</vt:lpstr>
      <vt:lpstr>Remova o nosso TESTE</vt:lpstr>
      <vt:lpstr>Apresentação do PowerPoint</vt:lpstr>
      <vt:lpstr>Vamos criar nosso subsystem</vt:lpstr>
      <vt:lpstr>DRIVE.JAVA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20</cp:revision>
  <dcterms:created xsi:type="dcterms:W3CDTF">2026-09-08T22:09:35Z</dcterms:created>
  <dcterms:modified xsi:type="dcterms:W3CDTF">2026-09-08T23:41:32Z</dcterms:modified>
</cp:coreProperties>
</file>