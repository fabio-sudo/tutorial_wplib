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18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#3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4DCA60-574D-4DA8-97B5-DB11D490C747}" type="doc">
      <dgm:prSet loTypeId="urn:microsoft.com/office/officeart/2005/8/layout/hierarchy1" loCatId="hierarchy" qsTypeId="urn:microsoft.com/office/officeart/2005/8/quickstyle/simple1#10" qsCatId="simple" csTypeId="urn:microsoft.com/office/officeart/2005/8/colors/colorful2#3" csCatId="colorful" phldr="1"/>
      <dgm:spPr/>
      <dgm:t>
        <a:bodyPr/>
        <a:lstStyle/>
        <a:p>
          <a:endParaRPr lang="en-US"/>
        </a:p>
      </dgm:t>
    </dgm:pt>
    <dgm:pt modelId="{0BDDFB05-D23A-45C3-B00E-98F59F773FF2}">
      <dgm:prSet/>
      <dgm:spPr/>
      <dgm:t>
        <a:bodyPr/>
        <a:lstStyle/>
        <a:p>
          <a:r>
            <a:rPr lang="pt-BR"/>
            <a:t>Swerve</a:t>
          </a:r>
          <a:endParaRPr lang="en-US"/>
        </a:p>
      </dgm:t>
    </dgm:pt>
    <dgm:pt modelId="{A55132E2-FF8F-4BA6-B44B-5629E92186C4}" type="parTrans" cxnId="{5238F482-CDDD-4734-9B77-0FE5757B3B78}">
      <dgm:prSet/>
      <dgm:spPr/>
      <dgm:t>
        <a:bodyPr/>
        <a:lstStyle/>
        <a:p>
          <a:endParaRPr lang="en-US"/>
        </a:p>
      </dgm:t>
    </dgm:pt>
    <dgm:pt modelId="{8B377CCA-E671-4098-9EE2-C8B24A9270BE}" type="sibTrans" cxnId="{5238F482-CDDD-4734-9B77-0FE5757B3B78}">
      <dgm:prSet/>
      <dgm:spPr/>
      <dgm:t>
        <a:bodyPr/>
        <a:lstStyle/>
        <a:p>
          <a:endParaRPr lang="en-US"/>
        </a:p>
      </dgm:t>
    </dgm:pt>
    <dgm:pt modelId="{678C4123-D474-4A13-9DA0-B9D32AB2272B}">
      <dgm:prSet/>
      <dgm:spPr/>
      <dgm:t>
        <a:bodyPr/>
        <a:lstStyle/>
        <a:p>
          <a:r>
            <a:rPr lang="pt-BR" dirty="0" err="1"/>
            <a:t>Kraquem</a:t>
          </a:r>
          <a:r>
            <a:rPr lang="pt-BR" dirty="0"/>
            <a:t> X60 - motor/</a:t>
          </a:r>
          <a:r>
            <a:rPr lang="pt-BR" dirty="0" err="1"/>
            <a:t>TalonFX</a:t>
          </a:r>
          <a:endParaRPr lang="en-US" dirty="0"/>
        </a:p>
      </dgm:t>
    </dgm:pt>
    <dgm:pt modelId="{7E0BD2A3-CD1F-4E66-B9C0-160F89D68438}" type="parTrans" cxnId="{35CA35AB-0F13-4C37-AB9A-FE551752E0FB}">
      <dgm:prSet/>
      <dgm:spPr/>
      <dgm:t>
        <a:bodyPr/>
        <a:lstStyle/>
        <a:p>
          <a:endParaRPr lang="en-US"/>
        </a:p>
      </dgm:t>
    </dgm:pt>
    <dgm:pt modelId="{55EA2784-BC4A-4CBD-B4D5-5EB6BFFEF709}" type="sibTrans" cxnId="{35CA35AB-0F13-4C37-AB9A-FE551752E0FB}">
      <dgm:prSet/>
      <dgm:spPr/>
      <dgm:t>
        <a:bodyPr/>
        <a:lstStyle/>
        <a:p>
          <a:endParaRPr lang="en-US"/>
        </a:p>
      </dgm:t>
    </dgm:pt>
    <dgm:pt modelId="{9A89DFDF-931F-4202-8128-2C291BD68699}">
      <dgm:prSet/>
      <dgm:spPr/>
      <dgm:t>
        <a:bodyPr/>
        <a:lstStyle/>
        <a:p>
          <a:r>
            <a:rPr lang="pt-BR" dirty="0"/>
            <a:t>MK4i - módulo </a:t>
          </a:r>
          <a:r>
            <a:rPr lang="pt-BR" dirty="0" err="1"/>
            <a:t>Swerve</a:t>
          </a:r>
          <a:endParaRPr lang="en-US" dirty="0"/>
        </a:p>
      </dgm:t>
    </dgm:pt>
    <dgm:pt modelId="{EFE5AC4A-B1F1-4967-8A1D-EFA0BADCE3E7}" type="parTrans" cxnId="{0EA50517-57F2-4570-B0CF-F1B725D4418B}">
      <dgm:prSet/>
      <dgm:spPr/>
      <dgm:t>
        <a:bodyPr/>
        <a:lstStyle/>
        <a:p>
          <a:endParaRPr lang="en-US"/>
        </a:p>
      </dgm:t>
    </dgm:pt>
    <dgm:pt modelId="{1316E401-8309-4FA4-8598-BD88B2884BDE}" type="sibTrans" cxnId="{0EA50517-57F2-4570-B0CF-F1B725D4418B}">
      <dgm:prSet/>
      <dgm:spPr/>
      <dgm:t>
        <a:bodyPr/>
        <a:lstStyle/>
        <a:p>
          <a:endParaRPr lang="en-US"/>
        </a:p>
      </dgm:t>
    </dgm:pt>
    <dgm:pt modelId="{99C877CB-77A2-45E1-8F09-45E5B6D613FA}" type="pres">
      <dgm:prSet presAssocID="{F74DCA60-574D-4DA8-97B5-DB11D490C74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4C7DF3A-D31A-43AF-9715-44E512A2520C}" type="pres">
      <dgm:prSet presAssocID="{0BDDFB05-D23A-45C3-B00E-98F59F773FF2}" presName="hierRoot1" presStyleCnt="0"/>
      <dgm:spPr/>
    </dgm:pt>
    <dgm:pt modelId="{194AE6C4-1BC1-4631-9792-B711CB9A1BEB}" type="pres">
      <dgm:prSet presAssocID="{0BDDFB05-D23A-45C3-B00E-98F59F773FF2}" presName="composite" presStyleCnt="0"/>
      <dgm:spPr/>
    </dgm:pt>
    <dgm:pt modelId="{9BC00E97-157C-495D-A1FB-3378763D010F}" type="pres">
      <dgm:prSet presAssocID="{0BDDFB05-D23A-45C3-B00E-98F59F773FF2}" presName="background" presStyleLbl="node0" presStyleIdx="0" presStyleCnt="3"/>
      <dgm:spPr/>
    </dgm:pt>
    <dgm:pt modelId="{88D8EB76-13B7-4911-A61D-2ED7FA932890}" type="pres">
      <dgm:prSet presAssocID="{0BDDFB05-D23A-45C3-B00E-98F59F773FF2}" presName="text" presStyleLbl="fgAcc0" presStyleIdx="0" presStyleCnt="3">
        <dgm:presLayoutVars>
          <dgm:chPref val="3"/>
        </dgm:presLayoutVars>
      </dgm:prSet>
      <dgm:spPr/>
    </dgm:pt>
    <dgm:pt modelId="{E11F990B-0B29-4D4C-AFC1-79428532B97D}" type="pres">
      <dgm:prSet presAssocID="{0BDDFB05-D23A-45C3-B00E-98F59F773FF2}" presName="hierChild2" presStyleCnt="0"/>
      <dgm:spPr/>
    </dgm:pt>
    <dgm:pt modelId="{7DBE03A8-80FB-4596-AA34-7259B6FA8C6A}" type="pres">
      <dgm:prSet presAssocID="{678C4123-D474-4A13-9DA0-B9D32AB2272B}" presName="hierRoot1" presStyleCnt="0"/>
      <dgm:spPr/>
    </dgm:pt>
    <dgm:pt modelId="{7E8FDDB8-770E-44A1-A49E-07CA5528D0A8}" type="pres">
      <dgm:prSet presAssocID="{678C4123-D474-4A13-9DA0-B9D32AB2272B}" presName="composite" presStyleCnt="0"/>
      <dgm:spPr/>
    </dgm:pt>
    <dgm:pt modelId="{E7B02DD3-C533-449A-A433-32706E0A199A}" type="pres">
      <dgm:prSet presAssocID="{678C4123-D474-4A13-9DA0-B9D32AB2272B}" presName="background" presStyleLbl="node0" presStyleIdx="1" presStyleCnt="3"/>
      <dgm:spPr/>
    </dgm:pt>
    <dgm:pt modelId="{57DA6F95-B3BD-4ED5-AD8A-9CAA0BADA6B5}" type="pres">
      <dgm:prSet presAssocID="{678C4123-D474-4A13-9DA0-B9D32AB2272B}" presName="text" presStyleLbl="fgAcc0" presStyleIdx="1" presStyleCnt="3">
        <dgm:presLayoutVars>
          <dgm:chPref val="3"/>
        </dgm:presLayoutVars>
      </dgm:prSet>
      <dgm:spPr/>
    </dgm:pt>
    <dgm:pt modelId="{FC18CFEF-7F7E-4A25-AA4E-E1B352712826}" type="pres">
      <dgm:prSet presAssocID="{678C4123-D474-4A13-9DA0-B9D32AB2272B}" presName="hierChild2" presStyleCnt="0"/>
      <dgm:spPr/>
    </dgm:pt>
    <dgm:pt modelId="{EF73B7F5-300F-44D3-8741-61872E992E21}" type="pres">
      <dgm:prSet presAssocID="{9A89DFDF-931F-4202-8128-2C291BD68699}" presName="hierRoot1" presStyleCnt="0"/>
      <dgm:spPr/>
    </dgm:pt>
    <dgm:pt modelId="{2517D173-2EBD-4756-9F23-2398B1C2F143}" type="pres">
      <dgm:prSet presAssocID="{9A89DFDF-931F-4202-8128-2C291BD68699}" presName="composite" presStyleCnt="0"/>
      <dgm:spPr/>
    </dgm:pt>
    <dgm:pt modelId="{596F97CF-541C-4480-B865-8A3CC4A5EA97}" type="pres">
      <dgm:prSet presAssocID="{9A89DFDF-931F-4202-8128-2C291BD68699}" presName="background" presStyleLbl="node0" presStyleIdx="2" presStyleCnt="3"/>
      <dgm:spPr/>
    </dgm:pt>
    <dgm:pt modelId="{5FC49592-E658-4390-A5C6-59AE8ECC7D2F}" type="pres">
      <dgm:prSet presAssocID="{9A89DFDF-931F-4202-8128-2C291BD68699}" presName="text" presStyleLbl="fgAcc0" presStyleIdx="2" presStyleCnt="3">
        <dgm:presLayoutVars>
          <dgm:chPref val="3"/>
        </dgm:presLayoutVars>
      </dgm:prSet>
      <dgm:spPr/>
    </dgm:pt>
    <dgm:pt modelId="{C241C08E-7F63-4047-8111-6E59D779D9C5}" type="pres">
      <dgm:prSet presAssocID="{9A89DFDF-931F-4202-8128-2C291BD68699}" presName="hierChild2" presStyleCnt="0"/>
      <dgm:spPr/>
    </dgm:pt>
  </dgm:ptLst>
  <dgm:cxnLst>
    <dgm:cxn modelId="{1B73F413-B5A5-4C40-A4BB-C7D8941B7286}" type="presOf" srcId="{678C4123-D474-4A13-9DA0-B9D32AB2272B}" destId="{57DA6F95-B3BD-4ED5-AD8A-9CAA0BADA6B5}" srcOrd="0" destOrd="0" presId="urn:microsoft.com/office/officeart/2005/8/layout/hierarchy1"/>
    <dgm:cxn modelId="{0EA50517-57F2-4570-B0CF-F1B725D4418B}" srcId="{F74DCA60-574D-4DA8-97B5-DB11D490C747}" destId="{9A89DFDF-931F-4202-8128-2C291BD68699}" srcOrd="2" destOrd="0" parTransId="{EFE5AC4A-B1F1-4967-8A1D-EFA0BADCE3E7}" sibTransId="{1316E401-8309-4FA4-8598-BD88B2884BDE}"/>
    <dgm:cxn modelId="{677F6622-D8DA-448B-9A8B-C6C79CBF5931}" type="presOf" srcId="{0BDDFB05-D23A-45C3-B00E-98F59F773FF2}" destId="{88D8EB76-13B7-4911-A61D-2ED7FA932890}" srcOrd="0" destOrd="0" presId="urn:microsoft.com/office/officeart/2005/8/layout/hierarchy1"/>
    <dgm:cxn modelId="{5238F482-CDDD-4734-9B77-0FE5757B3B78}" srcId="{F74DCA60-574D-4DA8-97B5-DB11D490C747}" destId="{0BDDFB05-D23A-45C3-B00E-98F59F773FF2}" srcOrd="0" destOrd="0" parTransId="{A55132E2-FF8F-4BA6-B44B-5629E92186C4}" sibTransId="{8B377CCA-E671-4098-9EE2-C8B24A9270BE}"/>
    <dgm:cxn modelId="{35CA35AB-0F13-4C37-AB9A-FE551752E0FB}" srcId="{F74DCA60-574D-4DA8-97B5-DB11D490C747}" destId="{678C4123-D474-4A13-9DA0-B9D32AB2272B}" srcOrd="1" destOrd="0" parTransId="{7E0BD2A3-CD1F-4E66-B9C0-160F89D68438}" sibTransId="{55EA2784-BC4A-4CBD-B4D5-5EB6BFFEF709}"/>
    <dgm:cxn modelId="{026D5DAC-1927-4D8C-AE38-A6E56DAE7C05}" type="presOf" srcId="{9A89DFDF-931F-4202-8128-2C291BD68699}" destId="{5FC49592-E658-4390-A5C6-59AE8ECC7D2F}" srcOrd="0" destOrd="0" presId="urn:microsoft.com/office/officeart/2005/8/layout/hierarchy1"/>
    <dgm:cxn modelId="{FEC3A8EA-5774-4DC5-8960-8C83D4F34468}" type="presOf" srcId="{F74DCA60-574D-4DA8-97B5-DB11D490C747}" destId="{99C877CB-77A2-45E1-8F09-45E5B6D613FA}" srcOrd="0" destOrd="0" presId="urn:microsoft.com/office/officeart/2005/8/layout/hierarchy1"/>
    <dgm:cxn modelId="{DE6FCA75-54B2-40BE-9FB9-A6552B88A865}" type="presParOf" srcId="{99C877CB-77A2-45E1-8F09-45E5B6D613FA}" destId="{C4C7DF3A-D31A-43AF-9715-44E512A2520C}" srcOrd="0" destOrd="0" presId="urn:microsoft.com/office/officeart/2005/8/layout/hierarchy1"/>
    <dgm:cxn modelId="{23993BF0-6C7F-4654-9DB8-9A68E462E30E}" type="presParOf" srcId="{C4C7DF3A-D31A-43AF-9715-44E512A2520C}" destId="{194AE6C4-1BC1-4631-9792-B711CB9A1BEB}" srcOrd="0" destOrd="0" presId="urn:microsoft.com/office/officeart/2005/8/layout/hierarchy1"/>
    <dgm:cxn modelId="{1C40E3E4-6732-4FA8-ADD0-552F055AC6F2}" type="presParOf" srcId="{194AE6C4-1BC1-4631-9792-B711CB9A1BEB}" destId="{9BC00E97-157C-495D-A1FB-3378763D010F}" srcOrd="0" destOrd="0" presId="urn:microsoft.com/office/officeart/2005/8/layout/hierarchy1"/>
    <dgm:cxn modelId="{6541939C-83AB-41A1-A1B6-D4277A770818}" type="presParOf" srcId="{194AE6C4-1BC1-4631-9792-B711CB9A1BEB}" destId="{88D8EB76-13B7-4911-A61D-2ED7FA932890}" srcOrd="1" destOrd="0" presId="urn:microsoft.com/office/officeart/2005/8/layout/hierarchy1"/>
    <dgm:cxn modelId="{91A14B87-249E-44C2-B97F-84C9E4B8E924}" type="presParOf" srcId="{C4C7DF3A-D31A-43AF-9715-44E512A2520C}" destId="{E11F990B-0B29-4D4C-AFC1-79428532B97D}" srcOrd="1" destOrd="0" presId="urn:microsoft.com/office/officeart/2005/8/layout/hierarchy1"/>
    <dgm:cxn modelId="{4579EA0C-ABE8-4D7A-8E48-0E235E558D9A}" type="presParOf" srcId="{99C877CB-77A2-45E1-8F09-45E5B6D613FA}" destId="{7DBE03A8-80FB-4596-AA34-7259B6FA8C6A}" srcOrd="1" destOrd="0" presId="urn:microsoft.com/office/officeart/2005/8/layout/hierarchy1"/>
    <dgm:cxn modelId="{19D6313E-3542-4CEF-92C4-2BFF2EF090F9}" type="presParOf" srcId="{7DBE03A8-80FB-4596-AA34-7259B6FA8C6A}" destId="{7E8FDDB8-770E-44A1-A49E-07CA5528D0A8}" srcOrd="0" destOrd="0" presId="urn:microsoft.com/office/officeart/2005/8/layout/hierarchy1"/>
    <dgm:cxn modelId="{ED94A384-DEB0-49E0-83B5-6AB7E16F09CE}" type="presParOf" srcId="{7E8FDDB8-770E-44A1-A49E-07CA5528D0A8}" destId="{E7B02DD3-C533-449A-A433-32706E0A199A}" srcOrd="0" destOrd="0" presId="urn:microsoft.com/office/officeart/2005/8/layout/hierarchy1"/>
    <dgm:cxn modelId="{67298D92-8DA1-48C7-BDC8-133949A9F079}" type="presParOf" srcId="{7E8FDDB8-770E-44A1-A49E-07CA5528D0A8}" destId="{57DA6F95-B3BD-4ED5-AD8A-9CAA0BADA6B5}" srcOrd="1" destOrd="0" presId="urn:microsoft.com/office/officeart/2005/8/layout/hierarchy1"/>
    <dgm:cxn modelId="{FFD50C34-3FE4-4E98-B63A-2E936D8A02D3}" type="presParOf" srcId="{7DBE03A8-80FB-4596-AA34-7259B6FA8C6A}" destId="{FC18CFEF-7F7E-4A25-AA4E-E1B352712826}" srcOrd="1" destOrd="0" presId="urn:microsoft.com/office/officeart/2005/8/layout/hierarchy1"/>
    <dgm:cxn modelId="{7647E730-6C20-45A1-B8B8-70CA13349C3C}" type="presParOf" srcId="{99C877CB-77A2-45E1-8F09-45E5B6D613FA}" destId="{EF73B7F5-300F-44D3-8741-61872E992E21}" srcOrd="2" destOrd="0" presId="urn:microsoft.com/office/officeart/2005/8/layout/hierarchy1"/>
    <dgm:cxn modelId="{9C9CA9E9-30F8-44C4-AEB6-4A35FC4CFB6B}" type="presParOf" srcId="{EF73B7F5-300F-44D3-8741-61872E992E21}" destId="{2517D173-2EBD-4756-9F23-2398B1C2F143}" srcOrd="0" destOrd="0" presId="urn:microsoft.com/office/officeart/2005/8/layout/hierarchy1"/>
    <dgm:cxn modelId="{C2CF46E8-AC5F-41DA-8E1B-675A3A6531FD}" type="presParOf" srcId="{2517D173-2EBD-4756-9F23-2398B1C2F143}" destId="{596F97CF-541C-4480-B865-8A3CC4A5EA97}" srcOrd="0" destOrd="0" presId="urn:microsoft.com/office/officeart/2005/8/layout/hierarchy1"/>
    <dgm:cxn modelId="{BFC91E79-81B1-4580-9FA7-262958EEE481}" type="presParOf" srcId="{2517D173-2EBD-4756-9F23-2398B1C2F143}" destId="{5FC49592-E658-4390-A5C6-59AE8ECC7D2F}" srcOrd="1" destOrd="0" presId="urn:microsoft.com/office/officeart/2005/8/layout/hierarchy1"/>
    <dgm:cxn modelId="{97B3AC12-C852-4B91-9773-E35C4CDC485E}" type="presParOf" srcId="{EF73B7F5-300F-44D3-8741-61872E992E21}" destId="{C241C08E-7F63-4047-8111-6E59D779D9C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C00E97-157C-495D-A1FB-3378763D010F}">
      <dsp:nvSpPr>
        <dsp:cNvPr id="0" name=""/>
        <dsp:cNvSpPr/>
      </dsp:nvSpPr>
      <dsp:spPr>
        <a:xfrm>
          <a:off x="0" y="780157"/>
          <a:ext cx="2893218" cy="18371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D8EB76-13B7-4911-A61D-2ED7FA932890}">
      <dsp:nvSpPr>
        <dsp:cNvPr id="0" name=""/>
        <dsp:cNvSpPr/>
      </dsp:nvSpPr>
      <dsp:spPr>
        <a:xfrm>
          <a:off x="321468" y="1085553"/>
          <a:ext cx="2893218" cy="18371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200" kern="1200"/>
            <a:t>Swerve</a:t>
          </a:r>
          <a:endParaRPr lang="en-US" sz="3200" kern="1200"/>
        </a:p>
      </dsp:txBody>
      <dsp:txXfrm>
        <a:off x="375278" y="1139363"/>
        <a:ext cx="2785598" cy="1729573"/>
      </dsp:txXfrm>
    </dsp:sp>
    <dsp:sp modelId="{E7B02DD3-C533-449A-A433-32706E0A199A}">
      <dsp:nvSpPr>
        <dsp:cNvPr id="0" name=""/>
        <dsp:cNvSpPr/>
      </dsp:nvSpPr>
      <dsp:spPr>
        <a:xfrm>
          <a:off x="3536156" y="780157"/>
          <a:ext cx="2893218" cy="18371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DA6F95-B3BD-4ED5-AD8A-9CAA0BADA6B5}">
      <dsp:nvSpPr>
        <dsp:cNvPr id="0" name=""/>
        <dsp:cNvSpPr/>
      </dsp:nvSpPr>
      <dsp:spPr>
        <a:xfrm>
          <a:off x="3857625" y="1085553"/>
          <a:ext cx="2893218" cy="18371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200" kern="1200" dirty="0" err="1"/>
            <a:t>Kraquem</a:t>
          </a:r>
          <a:r>
            <a:rPr lang="pt-BR" sz="3200" kern="1200" dirty="0"/>
            <a:t> X60 - motor/</a:t>
          </a:r>
          <a:r>
            <a:rPr lang="pt-BR" sz="3200" kern="1200" dirty="0" err="1"/>
            <a:t>TalonFX</a:t>
          </a:r>
          <a:endParaRPr lang="en-US" sz="3200" kern="1200" dirty="0"/>
        </a:p>
      </dsp:txBody>
      <dsp:txXfrm>
        <a:off x="3911435" y="1139363"/>
        <a:ext cx="2785598" cy="1729573"/>
      </dsp:txXfrm>
    </dsp:sp>
    <dsp:sp modelId="{596F97CF-541C-4480-B865-8A3CC4A5EA97}">
      <dsp:nvSpPr>
        <dsp:cNvPr id="0" name=""/>
        <dsp:cNvSpPr/>
      </dsp:nvSpPr>
      <dsp:spPr>
        <a:xfrm>
          <a:off x="7072312" y="780157"/>
          <a:ext cx="2893218" cy="18371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C49592-E658-4390-A5C6-59AE8ECC7D2F}">
      <dsp:nvSpPr>
        <dsp:cNvPr id="0" name=""/>
        <dsp:cNvSpPr/>
      </dsp:nvSpPr>
      <dsp:spPr>
        <a:xfrm>
          <a:off x="7393781" y="1085553"/>
          <a:ext cx="2893218" cy="18371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200" kern="1200" dirty="0"/>
            <a:t>MK4i - módulo </a:t>
          </a:r>
          <a:r>
            <a:rPr lang="pt-BR" sz="3200" kern="1200" dirty="0" err="1"/>
            <a:t>Swerve</a:t>
          </a:r>
          <a:endParaRPr lang="en-US" sz="3200" kern="1200" dirty="0"/>
        </a:p>
      </dsp:txBody>
      <dsp:txXfrm>
        <a:off x="7447591" y="1139363"/>
        <a:ext cx="2785598" cy="17295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0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D96F2-02BD-E71F-EFBD-14FECCF2D3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7172325" cy="3152251"/>
          </a:xfrm>
        </p:spPr>
        <p:txBody>
          <a:bodyPr anchor="b"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E90113-E8E1-4E48-41BC-583802BFC9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0137"/>
            <a:ext cx="7172325" cy="1122363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C7EE5-BFF0-D779-4261-E239DB450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89492-34ED-FE24-4F29-E4C8F5497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0C886-7F1E-7BC1-9A9E-B24C2AC2F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74AEE6-9CA7-5247-DC34-99634247DF50}"/>
              </a:ext>
            </a:extLst>
          </p:cNvPr>
          <p:cNvCxnSpPr>
            <a:cxnSpLocks/>
          </p:cNvCxnSpPr>
          <p:nvPr/>
        </p:nvCxnSpPr>
        <p:spPr>
          <a:xfrm>
            <a:off x="1638300" y="459663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1339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532FD-157B-437C-E9D5-B66E8B3B1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90A51-A7E8-7A6A-5FD0-F9B250BE4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8C8B8-F999-7D95-435D-17CE6ACCD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27265-C89C-937F-1DA3-F377F6877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EB89E-4530-3632-3485-F481DB042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911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8056A-761D-1DBC-276A-2A46D153C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1613" y="1355763"/>
            <a:ext cx="6972300" cy="2255794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904B3-6AC1-19D5-3EAE-2009A3B4C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4921820"/>
            <a:ext cx="5524500" cy="1150934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2A86D-493D-5BF6-8AA6-F1231E3BA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CCD76-6623-164A-7BFA-207AFA057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64312-1F20-5486-62B0-A8BB8829D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703F1C9-9114-4426-6F07-F7FF9CCD5FC4}"/>
              </a:ext>
            </a:extLst>
          </p:cNvPr>
          <p:cNvCxnSpPr>
            <a:cxnSpLocks/>
          </p:cNvCxnSpPr>
          <p:nvPr/>
        </p:nvCxnSpPr>
        <p:spPr>
          <a:xfrm>
            <a:off x="1638300" y="459663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2923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CFC4C-4D16-E5A8-F934-8B158F6F2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BDE54-F935-945D-3E4F-B659695E84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52500" y="2286002"/>
            <a:ext cx="5067300" cy="389096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8F3710-E06B-05DE-937A-C92E52569E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86001"/>
            <a:ext cx="5067300" cy="38909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302EFD-42D3-11C1-677E-0E478B93F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4C2F08-0D93-B14B-6106-2925DF3E1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5DE81-F2AB-CCB9-8B68-5E4F31011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001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2D81B-4E36-1511-E9A7-8FB931B41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1004888"/>
            <a:ext cx="10287000" cy="90011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FA73DE-183B-9473-20AD-2D3BFED84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1" y="2085959"/>
            <a:ext cx="4886325" cy="590566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70FB3D-60AC-DEF2-4472-31B4E076C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501" y="3048001"/>
            <a:ext cx="4886325" cy="322263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6E5BDB-B29C-788F-E2FB-6C154E8FE8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53174" y="2085959"/>
            <a:ext cx="4886325" cy="590566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13FF49-3276-24CA-BC81-FA92C0A930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53174" y="3048000"/>
            <a:ext cx="4886325" cy="322263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8FA1C8-C196-9BE1-F603-3FC17EDD9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B79692-E142-E1D7-AD17-30C5F1365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90FCF2-7B78-2A2A-F878-58335FEA3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C2D0356-1ECF-682B-F87A-811BDD28B2CB}"/>
              </a:ext>
            </a:extLst>
          </p:cNvPr>
          <p:cNvCxnSpPr>
            <a:cxnSpLocks/>
          </p:cNvCxnSpPr>
          <p:nvPr/>
        </p:nvCxnSpPr>
        <p:spPr>
          <a:xfrm>
            <a:off x="1052513" y="287681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06CA06-9701-E645-C0A5-594B227B288F}"/>
              </a:ext>
            </a:extLst>
          </p:cNvPr>
          <p:cNvCxnSpPr>
            <a:cxnSpLocks/>
          </p:cNvCxnSpPr>
          <p:nvPr/>
        </p:nvCxnSpPr>
        <p:spPr>
          <a:xfrm>
            <a:off x="6435725" y="287681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3145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214DA-C0D4-E152-7F42-F6352C961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914400"/>
            <a:ext cx="9715500" cy="990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C2AA04-1E84-460C-F560-A228F930F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AB260E-3910-7D1B-5074-24F5F0AB5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2020F1-A878-9B80-6B4F-7D71406BB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307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7652D6-7AE9-3E3B-5C1B-2B4399B15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A7127E-2A63-6F45-4C40-835843630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56FB79-D9D1-5381-0019-E24F8B4DA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856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C23B5-7DA9-0E4F-DA39-4624DB8A2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369065"/>
            <a:ext cx="3266536" cy="2312979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A5E77-518A-1FB9-B473-E19CADE04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4423" y="987425"/>
            <a:ext cx="5615077" cy="4873625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65344F-7D06-2406-D113-D24587835D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24000" y="3947801"/>
            <a:ext cx="3266536" cy="238283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2BE708-BAD0-A0A6-9332-9D2179E67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A70050-9362-4EC4-6B73-3A38445B7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CDA991-8608-CAB4-33FA-03D380D2F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109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7B837-332D-9100-E007-7DE279481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9" y="1385457"/>
            <a:ext cx="3312543" cy="2304288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0DE983-0B0E-07CC-8C57-4EA529E27D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24423" y="957263"/>
            <a:ext cx="5372189" cy="4962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CAB867-3FC6-5007-61B0-D9B7E5B0C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24000" y="3958315"/>
            <a:ext cx="3312542" cy="196147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C7E0F-BFE1-7134-163B-B777970B7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395D0B-4F98-F3BE-FB23-22D8C5D41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B2E3D-2188-B7A9-0ECE-978147358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021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F4143-3C41-D626-8F64-36A9C9F1A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914400"/>
            <a:ext cx="9962791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52C4FB-B560-A0FC-6435-952981BC9A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52500" y="2285997"/>
            <a:ext cx="9962791" cy="38909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CEC4F-0A90-11E2-E43E-B9E765AFB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2A5B4-1D77-B0AC-49E7-CAE9556B1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96EF9-2FDA-8E87-D546-8840CEBF0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452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085AB7-38B3-7F80-0B2D-7960F56375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24513" y="1052423"/>
            <a:ext cx="1771292" cy="491705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ADBDC3-E9EA-8699-B2E4-4C7784455B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6414" y="1052424"/>
            <a:ext cx="7873043" cy="491705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DBEDE-3A67-6FCA-25F3-B91F7C82E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EFF51-4318-20EA-3A3A-8FE203B1A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D9703-5BAD-DE95-98D9-0F30E7C09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286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5258B98-3BD5-0A20-B0E7-944EAEB2654A}"/>
              </a:ext>
            </a:extLst>
          </p:cNvPr>
          <p:cNvSpPr/>
          <p:nvPr/>
        </p:nvSpPr>
        <p:spPr>
          <a:xfrm>
            <a:off x="0" y="3510612"/>
            <a:ext cx="12192000" cy="334738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D404C1-E8A5-65FC-C068-21EA0397E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757238"/>
            <a:ext cx="10287000" cy="1147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CFD78-F171-BA47-AAF3-C6EB75F94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2285997"/>
            <a:ext cx="10287000" cy="3890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65A77-B1AB-D608-A6C5-F0F99B6913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68087" y="4756249"/>
            <a:ext cx="24763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9D0D92BC-42A9-434B-8530-ADBF4485E407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E34E5-5E9B-7786-05B5-B93241EE2F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89519" y="1758059"/>
            <a:ext cx="24334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5CD4B-611E-32FA-419D-326099EEF3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9542" y="3246437"/>
            <a:ext cx="5333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fld id="{A0289F9E-9962-4B7B-BA18-A15907CCC6B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05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56032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21208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9496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83210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dvantagekit.org/?utm_source=chatgpt.com" TargetMode="External"/><Relationship Id="rId2" Type="http://schemas.openxmlformats.org/officeDocument/2006/relationships/hyperlink" Target="https://docs.advantagekit.org/getting-started/installation/existing-projects?utm_source=chatgpt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advantagekit.org/getting-started/template-projects/talonfx-swerve-template?utm_source=chatgpt.com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760E4C7-47B8-4356-ABCA-CC9C79E2D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AAFF2A-C1B4-2314-0341-F64868D6B2C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20728" b="23035"/>
          <a:stretch>
            <a:fillRect/>
          </a:stretch>
        </p:blipFill>
        <p:spPr>
          <a:xfrm>
            <a:off x="20" y="1571"/>
            <a:ext cx="12191980" cy="6856429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F0586C3-A19F-D214-ABDE-30AD5B6669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17342" y="1250342"/>
            <a:ext cx="4357316" cy="4357316"/>
          </a:xfrm>
          <a:custGeom>
            <a:avLst/>
            <a:gdLst>
              <a:gd name="connsiteX0" fmla="*/ 2178658 w 4357316"/>
              <a:gd name="connsiteY0" fmla="*/ 0 h 4357316"/>
              <a:gd name="connsiteX1" fmla="*/ 4357316 w 4357316"/>
              <a:gd name="connsiteY1" fmla="*/ 2178658 h 4357316"/>
              <a:gd name="connsiteX2" fmla="*/ 2178658 w 4357316"/>
              <a:gd name="connsiteY2" fmla="*/ 4357316 h 4357316"/>
              <a:gd name="connsiteX3" fmla="*/ 0 w 4357316"/>
              <a:gd name="connsiteY3" fmla="*/ 2178658 h 4357316"/>
              <a:gd name="connsiteX4" fmla="*/ 2178658 w 4357316"/>
              <a:gd name="connsiteY4" fmla="*/ 0 h 435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7316" h="4357316">
                <a:moveTo>
                  <a:pt x="2178658" y="0"/>
                </a:moveTo>
                <a:cubicBezTo>
                  <a:pt x="3381898" y="0"/>
                  <a:pt x="4357316" y="975418"/>
                  <a:pt x="4357316" y="2178658"/>
                </a:cubicBezTo>
                <a:cubicBezTo>
                  <a:pt x="4357316" y="3381898"/>
                  <a:pt x="3381898" y="4357316"/>
                  <a:pt x="2178658" y="4357316"/>
                </a:cubicBezTo>
                <a:cubicBezTo>
                  <a:pt x="975418" y="4357316"/>
                  <a:pt x="0" y="3381898"/>
                  <a:pt x="0" y="2178658"/>
                </a:cubicBezTo>
                <a:cubicBezTo>
                  <a:pt x="0" y="975418"/>
                  <a:pt x="975418" y="0"/>
                  <a:pt x="217865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20000"/>
                </a:schemeClr>
              </a:gs>
              <a:gs pos="7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A4821D3-543A-BDEA-F6A8-0FD1F1D5FC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8161" y="2211978"/>
            <a:ext cx="3535679" cy="1425728"/>
          </a:xfrm>
        </p:spPr>
        <p:txBody>
          <a:bodyPr anchor="b">
            <a:normAutofit/>
          </a:bodyPr>
          <a:lstStyle/>
          <a:p>
            <a:pPr algn="ctr"/>
            <a:r>
              <a:rPr lang="pt-BR" dirty="0"/>
              <a:t>WPLIB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A9E7C9-5DFC-C6E9-A8E3-9026A02E3F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249360"/>
            <a:ext cx="3048000" cy="877585"/>
          </a:xfrm>
        </p:spPr>
        <p:txBody>
          <a:bodyPr>
            <a:normAutofit/>
          </a:bodyPr>
          <a:lstStyle/>
          <a:p>
            <a:pPr algn="ctr"/>
            <a:endParaRPr lang="pt-BR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14C5C93-B9E9-4392-ADCF-ABF21209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10423" y="395468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8261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5258B98-3BD5-0A20-B0E7-944EAEB26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10612"/>
            <a:ext cx="12192000" cy="334738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C74AEE6-9CA7-5247-DC34-99634247D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38300" y="459663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26DD882-9EA6-DF4B-AF70-0C6166EA8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FB2E755-2902-3512-ABBE-E472FC038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515988"/>
            <a:ext cx="12192000" cy="334738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7F2A8D2-0038-BBF0-0B40-9BB33A405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8807" y="1037799"/>
            <a:ext cx="7714388" cy="32606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2800"/>
              <a:t>Módulo</a:t>
            </a:r>
            <a:r>
              <a:rPr lang="en-US" sz="2800" dirty="0"/>
              <a:t> 1</a:t>
            </a:r>
            <a:br>
              <a:rPr lang="en-US" sz="2800" dirty="0"/>
            </a:br>
            <a:r>
              <a:rPr lang="en-US" sz="2800" dirty="0"/>
              <a:t>WPLIB Project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D6A2EB7-6350-58C2-B619-F0C3C0C06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10424" y="4595321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18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1">
            <a:extLst>
              <a:ext uri="{FF2B5EF4-FFF2-40B4-BE49-F238E27FC236}">
                <a16:creationId xmlns:a16="http://schemas.microsoft.com/office/drawing/2014/main" id="{3DAD064D-86F0-42ED-B520-996898579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78059F3-2AA8-E05C-8A31-EACF811A9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9450" y="762001"/>
            <a:ext cx="4229100" cy="1141004"/>
          </a:xfrm>
        </p:spPr>
        <p:txBody>
          <a:bodyPr>
            <a:normAutofit/>
          </a:bodyPr>
          <a:lstStyle/>
          <a:p>
            <a:r>
              <a:rPr lang="pt-BR"/>
              <a:t>Criando o Projeto</a:t>
            </a:r>
            <a:endParaRPr lang="pt-BR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BC93481B-4C79-B359-5CFD-FE34DEE478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081" r="18586"/>
          <a:stretch>
            <a:fillRect/>
          </a:stretch>
        </p:blipFill>
        <p:spPr>
          <a:xfrm>
            <a:off x="-1" y="10"/>
            <a:ext cx="6096001" cy="6857990"/>
          </a:xfrm>
          <a:prstGeom prst="rect">
            <a:avLst/>
          </a:prstGeom>
        </p:spPr>
      </p:pic>
      <p:sp>
        <p:nvSpPr>
          <p:cNvPr id="18" name="Rectangle 13">
            <a:extLst>
              <a:ext uri="{FF2B5EF4-FFF2-40B4-BE49-F238E27FC236}">
                <a16:creationId xmlns:a16="http://schemas.microsoft.com/office/drawing/2014/main" id="{AE56140E-8EE1-BE31-745D-450AF05FB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174117"/>
            <a:ext cx="6095999" cy="3689633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ontent Placeholder 8">
            <a:extLst>
              <a:ext uri="{FF2B5EF4-FFF2-40B4-BE49-F238E27FC236}">
                <a16:creationId xmlns:a16="http://schemas.microsoft.com/office/drawing/2014/main" id="{1EEE1338-21C8-22C7-24EF-19D547C2A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9450" y="2286000"/>
            <a:ext cx="4219149" cy="3810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b="1" dirty="0"/>
              <a:t>Passo 1 — conferir o </a:t>
            </a:r>
            <a:r>
              <a:rPr lang="pt-BR" b="1" dirty="0" err="1"/>
              <a:t>WPILib</a:t>
            </a:r>
            <a:endParaRPr lang="pt-BR" b="1" dirty="0"/>
          </a:p>
          <a:p>
            <a:pPr>
              <a:buNone/>
            </a:pPr>
            <a:r>
              <a:rPr lang="pt-BR" dirty="0"/>
              <a:t>Abra o </a:t>
            </a:r>
            <a:r>
              <a:rPr lang="pt-BR" b="1" dirty="0" err="1"/>
              <a:t>WPILib</a:t>
            </a:r>
            <a:r>
              <a:rPr lang="pt-BR" b="1" dirty="0"/>
              <a:t> VS </a:t>
            </a:r>
            <a:r>
              <a:rPr lang="pt-BR" b="1" dirty="0" err="1"/>
              <a:t>Code</a:t>
            </a:r>
            <a:r>
              <a:rPr lang="pt-BR" dirty="0"/>
              <a:t> instalado no seu computador. A instalação oficial já inclui VS </a:t>
            </a:r>
            <a:r>
              <a:rPr lang="pt-BR" dirty="0" err="1"/>
              <a:t>Code</a:t>
            </a:r>
            <a:r>
              <a:rPr lang="pt-BR" dirty="0"/>
              <a:t>, Java, </a:t>
            </a:r>
            <a:r>
              <a:rPr lang="pt-BR" dirty="0" err="1"/>
              <a:t>Gradle</a:t>
            </a:r>
            <a:r>
              <a:rPr lang="pt-BR" dirty="0"/>
              <a:t> e ferramentas como o </a:t>
            </a:r>
            <a:r>
              <a:rPr lang="pt-BR" dirty="0" err="1"/>
              <a:t>AdvantageScope</a:t>
            </a:r>
            <a:r>
              <a:rPr lang="pt-BR" dirty="0"/>
              <a:t>. </a:t>
            </a:r>
          </a:p>
          <a:p>
            <a:pPr>
              <a:buNone/>
            </a:pPr>
            <a:r>
              <a:rPr lang="pt-BR" dirty="0"/>
              <a:t>Não precisa abrir o VS </a:t>
            </a:r>
            <a:r>
              <a:rPr lang="pt-BR" dirty="0" err="1"/>
              <a:t>Code</a:t>
            </a:r>
            <a:r>
              <a:rPr lang="pt-BR" dirty="0"/>
              <a:t> normal.</a:t>
            </a:r>
          </a:p>
          <a:p>
            <a:pPr>
              <a:buNone/>
            </a:pPr>
            <a:r>
              <a:rPr lang="pt-BR" dirty="0"/>
              <a:t>Você deve encontrar algo parecido com:</a:t>
            </a:r>
          </a:p>
          <a:p>
            <a:r>
              <a:rPr lang="pt-BR" dirty="0" err="1">
                <a:highlight>
                  <a:srgbClr val="FF00FF"/>
                </a:highlight>
              </a:rPr>
              <a:t>WPILib</a:t>
            </a:r>
            <a:r>
              <a:rPr lang="pt-BR" dirty="0">
                <a:highlight>
                  <a:srgbClr val="FF00FF"/>
                </a:highlight>
              </a:rPr>
              <a:t> VS </a:t>
            </a:r>
            <a:r>
              <a:rPr lang="pt-BR" dirty="0" err="1">
                <a:highlight>
                  <a:srgbClr val="FF00FF"/>
                </a:highlight>
              </a:rPr>
              <a:t>Code</a:t>
            </a:r>
            <a:endParaRPr lang="en-US" dirty="0">
              <a:highlight>
                <a:srgbClr val="FF00FF"/>
              </a:highligh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F74279-E694-CEB1-ED9A-ADBEBAEB7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000" y="32457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8441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0DB4423-716D-4B40-9498-69F5F3E5E0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6BCBC0B-8296-56C5-38CB-8138FF84D4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65344" y="1250342"/>
            <a:ext cx="4357316" cy="4357316"/>
          </a:xfrm>
          <a:custGeom>
            <a:avLst/>
            <a:gdLst>
              <a:gd name="connsiteX0" fmla="*/ 2178658 w 4357316"/>
              <a:gd name="connsiteY0" fmla="*/ 0 h 4357316"/>
              <a:gd name="connsiteX1" fmla="*/ 4357316 w 4357316"/>
              <a:gd name="connsiteY1" fmla="*/ 2178658 h 4357316"/>
              <a:gd name="connsiteX2" fmla="*/ 2178658 w 4357316"/>
              <a:gd name="connsiteY2" fmla="*/ 4357316 h 4357316"/>
              <a:gd name="connsiteX3" fmla="*/ 0 w 4357316"/>
              <a:gd name="connsiteY3" fmla="*/ 2178658 h 4357316"/>
              <a:gd name="connsiteX4" fmla="*/ 2178658 w 4357316"/>
              <a:gd name="connsiteY4" fmla="*/ 0 h 435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7316" h="4357316">
                <a:moveTo>
                  <a:pt x="2178658" y="0"/>
                </a:moveTo>
                <a:cubicBezTo>
                  <a:pt x="3381898" y="0"/>
                  <a:pt x="4357316" y="975418"/>
                  <a:pt x="4357316" y="2178658"/>
                </a:cubicBezTo>
                <a:cubicBezTo>
                  <a:pt x="4357316" y="3381898"/>
                  <a:pt x="3381898" y="4357316"/>
                  <a:pt x="2178658" y="4357316"/>
                </a:cubicBezTo>
                <a:cubicBezTo>
                  <a:pt x="975418" y="4357316"/>
                  <a:pt x="0" y="3381898"/>
                  <a:pt x="0" y="2178658"/>
                </a:cubicBezTo>
                <a:cubicBezTo>
                  <a:pt x="0" y="975418"/>
                  <a:pt x="975418" y="0"/>
                  <a:pt x="217865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E69302-461E-C8B5-5F86-6ACA22AA5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0085" y="762000"/>
            <a:ext cx="4446931" cy="5334000"/>
          </a:xfrm>
        </p:spPr>
        <p:txBody>
          <a:bodyPr anchor="ctr">
            <a:normAutofit/>
          </a:bodyPr>
          <a:lstStyle/>
          <a:p>
            <a:r>
              <a:rPr lang="pt-BR" b="1" dirty="0"/>
              <a:t>Passo 2 — importante</a:t>
            </a:r>
          </a:p>
          <a:p>
            <a:r>
              <a:rPr lang="pt-BR" dirty="0"/>
              <a:t>Normalmente, para criar um projeto </a:t>
            </a:r>
            <a:r>
              <a:rPr lang="pt-BR" dirty="0" err="1"/>
              <a:t>WPILib</a:t>
            </a:r>
            <a:r>
              <a:rPr lang="pt-BR" dirty="0"/>
              <a:t> comum, faríamos:</a:t>
            </a:r>
          </a:p>
          <a:p>
            <a:r>
              <a:rPr lang="pt-BR" dirty="0"/>
              <a:t>Ctrl + Shift + P</a:t>
            </a:r>
          </a:p>
          <a:p>
            <a:endParaRPr lang="pt-BR" dirty="0"/>
          </a:p>
          <a:p>
            <a:r>
              <a:rPr lang="pt-BR" dirty="0" err="1"/>
              <a:t>WPILib</a:t>
            </a:r>
            <a:r>
              <a:rPr lang="pt-BR" dirty="0"/>
              <a:t>: </a:t>
            </a:r>
            <a:r>
              <a:rPr lang="pt-BR" dirty="0" err="1"/>
              <a:t>Create</a:t>
            </a:r>
            <a:r>
              <a:rPr lang="pt-BR" dirty="0"/>
              <a:t> a new </a:t>
            </a:r>
            <a:r>
              <a:rPr lang="pt-BR" dirty="0" err="1"/>
              <a:t>project</a:t>
            </a:r>
            <a:endParaRPr lang="pt-BR" dirty="0"/>
          </a:p>
          <a:p>
            <a:r>
              <a:rPr lang="pt-BR" dirty="0"/>
              <a:t>e marcaríamos:</a:t>
            </a:r>
          </a:p>
          <a:p>
            <a:r>
              <a:rPr lang="pt-BR" dirty="0" err="1"/>
              <a:t>Language</a:t>
            </a:r>
            <a:r>
              <a:rPr lang="pt-BR" dirty="0"/>
              <a:t>: Java</a:t>
            </a:r>
          </a:p>
          <a:p>
            <a:r>
              <a:rPr lang="pt-BR" dirty="0" err="1"/>
              <a:t>Template</a:t>
            </a:r>
            <a:r>
              <a:rPr lang="pt-BR" dirty="0"/>
              <a:t>: Command </a:t>
            </a:r>
            <a:r>
              <a:rPr lang="pt-BR" dirty="0" err="1"/>
              <a:t>Robot</a:t>
            </a:r>
            <a:endParaRPr lang="pt-BR" dirty="0"/>
          </a:p>
          <a:p>
            <a:r>
              <a:rPr lang="pt-BR" dirty="0" err="1"/>
              <a:t>Enable</a:t>
            </a:r>
            <a:r>
              <a:rPr lang="pt-BR" dirty="0"/>
              <a:t> Desktop </a:t>
            </a:r>
            <a:r>
              <a:rPr lang="pt-BR" dirty="0" err="1"/>
              <a:t>Support</a:t>
            </a:r>
            <a:r>
              <a:rPr lang="pt-BR" dirty="0"/>
              <a:t>: ✅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5D3DBE7-8A1C-FC85-3FEA-A1942A147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5344" y="2226239"/>
            <a:ext cx="4449743" cy="2671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410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8E9D7B4-B303-418D-82A2-7990FD75E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82F7722-C8C2-1B83-8C80-C547E37A3C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477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BE99159E-FB8C-C5B9-D83F-BD3904160661}"/>
              </a:ext>
            </a:extLst>
          </p:cNvPr>
          <p:cNvSpPr/>
          <p:nvPr/>
        </p:nvSpPr>
        <p:spPr>
          <a:xfrm rot="12758934">
            <a:off x="3039898" y="2381458"/>
            <a:ext cx="803868" cy="7435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6943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8E9D7B4-B303-418D-82A2-7990FD75E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3954972-AC28-1656-56F7-C0555A393D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446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610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77539C-752E-ED3A-C668-37D334B4E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E88389F-B58B-1B96-6B29-5D29332FB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10612"/>
            <a:ext cx="12192000" cy="334738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B795576-1C89-3812-4905-B01ED2AD8D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38300" y="459663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EF781F3-7B43-233D-823B-02CF7E7D0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C294E2D-43F4-C957-556A-6F6603413A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515988"/>
            <a:ext cx="12192000" cy="334738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819484D-B738-3406-41DB-039991350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8807" y="1037799"/>
            <a:ext cx="7714388" cy="32606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2800" dirty="0" err="1">
                <a:solidFill>
                  <a:schemeClr val="bg1"/>
                </a:solidFill>
              </a:rPr>
              <a:t>Módulo</a:t>
            </a:r>
            <a:r>
              <a:rPr lang="en-US" sz="2800" dirty="0">
                <a:solidFill>
                  <a:schemeClr val="bg1"/>
                </a:solidFill>
              </a:rPr>
              <a:t> 2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 err="1">
                <a:solidFill>
                  <a:schemeClr val="bg1"/>
                </a:solidFill>
              </a:rPr>
              <a:t>Configurando</a:t>
            </a:r>
            <a:r>
              <a:rPr lang="en-US" sz="2800" dirty="0">
                <a:solidFill>
                  <a:schemeClr val="bg1"/>
                </a:solidFill>
              </a:rPr>
              <a:t> Template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6A4BF81-BE53-B2C8-6EBF-531C090E7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10424" y="4595321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0727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8B38D4-9D92-4608-A16B-260E8CC21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D8C81F2-DF41-66F5-4308-3C39E0929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762001"/>
            <a:ext cx="9144000" cy="869092"/>
          </a:xfrm>
        </p:spPr>
        <p:txBody>
          <a:bodyPr>
            <a:normAutofit/>
          </a:bodyPr>
          <a:lstStyle/>
          <a:p>
            <a:pPr algn="ctr"/>
            <a:r>
              <a:rPr lang="pt-BR" dirty="0" err="1"/>
              <a:t>Drivetrain</a:t>
            </a:r>
            <a:r>
              <a:rPr lang="pt-BR" dirty="0"/>
              <a:t> </a:t>
            </a:r>
            <a:r>
              <a:rPr lang="pt-BR" dirty="0" err="1"/>
              <a:t>Swerve</a:t>
            </a:r>
            <a:endParaRPr lang="pt-BR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25D2F4-7A0E-ACA7-3A97-AEE028D25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737234"/>
            <a:ext cx="12192000" cy="312031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6F4B0BE0-22E8-801E-D80E-DCD69FB6CD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5556314"/>
              </p:ext>
            </p:extLst>
          </p:nvPr>
        </p:nvGraphicFramePr>
        <p:xfrm>
          <a:off x="952500" y="2393094"/>
          <a:ext cx="10287000" cy="37029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8662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8D5608-FD01-94CD-8E72-5CD040860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363794"/>
            <a:ext cx="10287000" cy="1541206"/>
          </a:xfrm>
        </p:spPr>
        <p:txBody>
          <a:bodyPr>
            <a:normAutofit fontScale="90000"/>
          </a:bodyPr>
          <a:lstStyle/>
          <a:p>
            <a:pPr lvl="0"/>
            <a:r>
              <a:rPr lang="pt-BR" dirty="0"/>
              <a:t>CTRE-Phoenix (v6) → </a:t>
            </a:r>
            <a:r>
              <a:rPr lang="pt-BR" dirty="0" err="1"/>
              <a:t>Install</a:t>
            </a:r>
            <a:r>
              <a:rPr lang="pt-BR" dirty="0"/>
              <a:t> </a:t>
            </a:r>
            <a:br>
              <a:rPr lang="pt-BR" dirty="0"/>
            </a:br>
            <a:r>
              <a:rPr lang="pt-BR" dirty="0" err="1"/>
              <a:t>AdvantageKit</a:t>
            </a:r>
            <a:r>
              <a:rPr lang="pt-BR" dirty="0"/>
              <a:t> → </a:t>
            </a:r>
            <a:r>
              <a:rPr lang="pt-BR" dirty="0" err="1"/>
              <a:t>Install</a:t>
            </a:r>
            <a:r>
              <a:rPr lang="pt-BR" dirty="0"/>
              <a:t> </a:t>
            </a:r>
            <a:br>
              <a:rPr lang="pt-BR" dirty="0"/>
            </a:br>
            <a:r>
              <a:rPr lang="pt-BR" dirty="0"/>
              <a:t>Rode novamente </a:t>
            </a:r>
            <a:r>
              <a:rPr lang="pt-BR" dirty="0" err="1"/>
              <a:t>WPILib</a:t>
            </a:r>
            <a:r>
              <a:rPr lang="pt-BR" dirty="0"/>
              <a:t>: Build </a:t>
            </a:r>
            <a:r>
              <a:rPr lang="pt-BR" dirty="0" err="1"/>
              <a:t>Robot</a:t>
            </a:r>
            <a:r>
              <a:rPr lang="pt-BR" dirty="0"/>
              <a:t> </a:t>
            </a:r>
            <a:r>
              <a:rPr lang="pt-BR" dirty="0" err="1"/>
              <a:t>Code</a:t>
            </a:r>
            <a:endParaRPr lang="pt-BR" dirty="0"/>
          </a:p>
        </p:txBody>
      </p:sp>
      <p:pic>
        <p:nvPicPr>
          <p:cNvPr id="11" name="Espaço Reservado para Conteúdo 10">
            <a:extLst>
              <a:ext uri="{FF2B5EF4-FFF2-40B4-BE49-F238E27FC236}">
                <a16:creationId xmlns:a16="http://schemas.microsoft.com/office/drawing/2014/main" id="{299D0FDF-CC0D-6693-3774-8358548501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2500" y="2174262"/>
            <a:ext cx="9499190" cy="4413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848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8E9D7B4-B303-418D-82A2-7990FD75E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6803029-0189-6516-CD52-3A750B15BA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15" r="341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331C0BA7-B011-8375-87CC-83FC6F3220CB}"/>
              </a:ext>
            </a:extLst>
          </p:cNvPr>
          <p:cNvSpPr/>
          <p:nvPr/>
        </p:nvSpPr>
        <p:spPr>
          <a:xfrm rot="12853273">
            <a:off x="967018" y="2341158"/>
            <a:ext cx="391885" cy="4622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o Explicativo: Linha 4">
            <a:extLst>
              <a:ext uri="{FF2B5EF4-FFF2-40B4-BE49-F238E27FC236}">
                <a16:creationId xmlns:a16="http://schemas.microsoft.com/office/drawing/2014/main" id="{6AE76F03-140D-C920-A73C-4EE89CDFAD4D}"/>
              </a:ext>
            </a:extLst>
          </p:cNvPr>
          <p:cNvSpPr/>
          <p:nvPr/>
        </p:nvSpPr>
        <p:spPr>
          <a:xfrm>
            <a:off x="609600" y="4011561"/>
            <a:ext cx="2802194" cy="602594"/>
          </a:xfrm>
          <a:prstGeom prst="borderCallout1">
            <a:avLst>
              <a:gd name="adj1" fmla="val 28009"/>
              <a:gd name="adj2" fmla="val 101842"/>
              <a:gd name="adj3" fmla="val -59105"/>
              <a:gd name="adj4" fmla="val 14622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Está na documentação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AD712C7-245F-9558-A560-C010D684A962}"/>
              </a:ext>
            </a:extLst>
          </p:cNvPr>
          <p:cNvSpPr txBox="1"/>
          <p:nvPr/>
        </p:nvSpPr>
        <p:spPr>
          <a:xfrm>
            <a:off x="530942" y="4924316"/>
            <a:ext cx="6174658" cy="811761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task(replayWatch, type: </a:t>
            </a:r>
            <a:r>
              <a:rPr lang="pt-B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JavaExec</a:t>
            </a:r>
            <a:r>
              <a:rPr lang="pt-BR" sz="105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mainClass </a:t>
            </a:r>
            <a:r>
              <a:rPr lang="pt-B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"org.littletonrobotics.junction.ReplayWatch"</a:t>
            </a:r>
            <a:endParaRPr lang="pt-BR" sz="105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classpath </a:t>
            </a:r>
            <a:r>
              <a:rPr lang="pt-B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sourceSets</a:t>
            </a:r>
            <a:r>
              <a:rPr lang="pt-B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pt-B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runtimeClasspath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748141B-3244-E5D6-0DCB-E13B07149BD5}"/>
              </a:ext>
            </a:extLst>
          </p:cNvPr>
          <p:cNvSpPr txBox="1"/>
          <p:nvPr/>
        </p:nvSpPr>
        <p:spPr>
          <a:xfrm>
            <a:off x="8042787" y="0"/>
            <a:ext cx="4149193" cy="2308324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pt-BR" dirty="0"/>
              <a:t>Ela serve para o </a:t>
            </a:r>
            <a:r>
              <a:rPr lang="pt-BR" b="1" dirty="0"/>
              <a:t>replay de logs do </a:t>
            </a:r>
            <a:r>
              <a:rPr lang="pt-BR" b="1" dirty="0" err="1"/>
              <a:t>AdvantageKit</a:t>
            </a:r>
            <a:r>
              <a:rPr lang="pt-BR" b="1" dirty="0"/>
              <a:t> com atualização automática</a:t>
            </a:r>
            <a:r>
              <a:rPr lang="pt-BR" dirty="0"/>
              <a:t>. Em outras palavras: você pega um log gravado anteriormente, altera seu código, e o </a:t>
            </a:r>
            <a:r>
              <a:rPr lang="pt-BR" dirty="0" err="1"/>
              <a:t>AdvantageKit</a:t>
            </a:r>
            <a:r>
              <a:rPr lang="pt-BR" dirty="0"/>
              <a:t> roda o replay de novo automaticamente para você comparar o resultado no </a:t>
            </a:r>
            <a:r>
              <a:rPr lang="pt-BR" dirty="0" err="1"/>
              <a:t>AdvantageScope</a:t>
            </a:r>
            <a:r>
              <a:rPr lang="pt-B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658836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13225746-4875-6A10-FDDA-0E9369402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BD5B92C-4D3F-9D67-244A-A43DB46E3E9C}"/>
              </a:ext>
            </a:extLst>
          </p:cNvPr>
          <p:cNvSpPr txBox="1"/>
          <p:nvPr/>
        </p:nvSpPr>
        <p:spPr>
          <a:xfrm>
            <a:off x="0" y="4556774"/>
            <a:ext cx="4807974" cy="1907445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Lê o arquivo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AdvantageKit.json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e pega a versão instalada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akitJson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groovy.json.JsonSlurper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parseText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projectDir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getAbsolutePath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vendordeps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AdvantageKit.json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text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Ativa o processador necessário para usar @AutoLog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annotationProcessor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org.littletonrobotics.akit:akit-autolog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akitJson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version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8CFDF942-CD54-E0FB-5725-B001F1140C88}"/>
              </a:ext>
            </a:extLst>
          </p:cNvPr>
          <p:cNvCxnSpPr>
            <a:cxnSpLocks/>
          </p:cNvCxnSpPr>
          <p:nvPr/>
        </p:nvCxnSpPr>
        <p:spPr>
          <a:xfrm flipV="1">
            <a:off x="4807974" y="4556774"/>
            <a:ext cx="1445342" cy="7133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7193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63C8E1-B375-3561-C34A-1B0FDFBE4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Documentação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F53E1F-57EE-6AA4-DA65-1E77EE835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dirty="0" err="1"/>
              <a:t>AdvantageKit</a:t>
            </a:r>
            <a:r>
              <a:rPr lang="pt-BR" dirty="0"/>
              <a:t> – instalação em projeto existente:</a:t>
            </a:r>
            <a:br>
              <a:rPr lang="pt-BR" dirty="0"/>
            </a:br>
            <a:r>
              <a:rPr lang="pt-BR" dirty="0">
                <a:hlinkClick r:id="rId2"/>
              </a:rPr>
              <a:t>https://docs.advantagekit.org/getting-started/installation/existing-projects</a:t>
            </a:r>
            <a:r>
              <a:rPr lang="pt-BR" dirty="0"/>
              <a:t> </a:t>
            </a:r>
          </a:p>
          <a:p>
            <a:pPr lvl="0"/>
            <a:r>
              <a:rPr lang="pt-BR" dirty="0"/>
              <a:t>Documentação principal do </a:t>
            </a:r>
            <a:r>
              <a:rPr lang="pt-BR" dirty="0" err="1"/>
              <a:t>AdvantageKit</a:t>
            </a:r>
            <a:r>
              <a:rPr lang="pt-BR" dirty="0"/>
              <a:t>:</a:t>
            </a:r>
            <a:br>
              <a:rPr lang="pt-BR" dirty="0"/>
            </a:br>
            <a:r>
              <a:rPr lang="pt-BR" dirty="0">
                <a:hlinkClick r:id="rId3"/>
              </a:rPr>
              <a:t>https://docs.advantagekit.org/</a:t>
            </a:r>
            <a:r>
              <a:rPr lang="pt-BR" dirty="0"/>
              <a:t> </a:t>
            </a:r>
          </a:p>
          <a:p>
            <a:pPr lvl="0"/>
            <a:r>
              <a:rPr lang="pt-BR" dirty="0" err="1"/>
              <a:t>Template</a:t>
            </a:r>
            <a:r>
              <a:rPr lang="pt-BR" dirty="0"/>
              <a:t> oficial de </a:t>
            </a:r>
            <a:r>
              <a:rPr lang="pt-BR" dirty="0" err="1"/>
              <a:t>Swerve</a:t>
            </a:r>
            <a:r>
              <a:rPr lang="pt-BR" dirty="0"/>
              <a:t> com </a:t>
            </a:r>
            <a:r>
              <a:rPr lang="pt-BR" dirty="0" err="1"/>
              <a:t>TalonFX</a:t>
            </a:r>
            <a:r>
              <a:rPr lang="pt-BR" dirty="0"/>
              <a:t>/</a:t>
            </a:r>
            <a:r>
              <a:rPr lang="pt-BR" dirty="0" err="1"/>
              <a:t>Kraken</a:t>
            </a:r>
            <a:r>
              <a:rPr lang="pt-BR" dirty="0"/>
              <a:t>:</a:t>
            </a:r>
            <a:br>
              <a:rPr lang="pt-BR" dirty="0"/>
            </a:br>
            <a:r>
              <a:rPr lang="pt-BR" dirty="0">
                <a:hlinkClick r:id="rId4"/>
              </a:rPr>
              <a:t>https://docs.advantagekit.org/getting-started/template-projects/talonfx-swerve-template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22028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E4207B-30A7-1D50-EAB6-CE3B35B72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DAC0B9E-1641-ADB7-C4E0-3E2FC32C9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10612"/>
            <a:ext cx="12192000" cy="334738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532EB88-A5BC-D81D-E856-3C4658AAF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38300" y="459663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B9F17F7-1AC5-EF58-4F1F-C4A9A21B32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536BC1B-E111-AD23-D827-18922F161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515988"/>
            <a:ext cx="12192000" cy="334738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1F7DCB7-02B0-B4FF-94DF-FAE9927AC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8807" y="1037799"/>
            <a:ext cx="7714388" cy="32606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2800" dirty="0" err="1">
                <a:solidFill>
                  <a:schemeClr val="bg1"/>
                </a:solidFill>
              </a:rPr>
              <a:t>Módulo</a:t>
            </a:r>
            <a:r>
              <a:rPr lang="en-US" sz="2800" dirty="0">
                <a:solidFill>
                  <a:schemeClr val="bg1"/>
                </a:solidFill>
              </a:rPr>
              <a:t> 3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 err="1">
                <a:solidFill>
                  <a:schemeClr val="bg1"/>
                </a:solidFill>
              </a:rPr>
              <a:t>Configurando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ROBOT.Java</a:t>
            </a:r>
            <a:endParaRPr lang="en-US" sz="2800" dirty="0">
              <a:solidFill>
                <a:schemeClr val="bg1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838AD37-0841-B71C-5B88-B2ACE8970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10424" y="4595321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3803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A86F98-DC3D-6A1C-46FD-ABCE5D4FA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666592"/>
            <a:ext cx="12192000" cy="2191407"/>
          </a:xfrm>
          <a:solidFill>
            <a:srgbClr val="181818"/>
          </a:solidFill>
        </p:spPr>
        <p:txBody>
          <a:bodyPr/>
          <a:lstStyle/>
          <a:p>
            <a:pPr>
              <a:lnSpc>
                <a:spcPct val="113095"/>
              </a:lnSpc>
              <a:buNone/>
            </a:pPr>
            <a:r>
              <a:rPr lang="pt-BR" sz="1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//SIMULADOR ADVANTAGE KIT</a:t>
            </a:r>
            <a:endParaRPr lang="pt-BR" sz="1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org</a:t>
            </a:r>
            <a:r>
              <a:rPr lang="pt-BR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littletonrobotics</a:t>
            </a:r>
            <a:r>
              <a:rPr lang="pt-BR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junction</a:t>
            </a:r>
            <a:r>
              <a:rPr lang="pt-BR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LoggedRobot</a:t>
            </a:r>
            <a:r>
              <a:rPr lang="pt-BR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org</a:t>
            </a:r>
            <a:r>
              <a:rPr lang="pt-BR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littletonrobotics</a:t>
            </a:r>
            <a:r>
              <a:rPr lang="pt-BR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junction</a:t>
            </a:r>
            <a:r>
              <a:rPr lang="pt-BR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org</a:t>
            </a:r>
            <a:r>
              <a:rPr lang="pt-BR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littletonrobotics</a:t>
            </a:r>
            <a:r>
              <a:rPr lang="pt-BR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junction</a:t>
            </a:r>
            <a:r>
              <a:rPr lang="pt-BR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networktables</a:t>
            </a:r>
            <a:r>
              <a:rPr lang="pt-BR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NT4Publisher</a:t>
            </a:r>
            <a:r>
              <a:rPr lang="pt-BR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org</a:t>
            </a:r>
            <a:r>
              <a:rPr lang="pt-BR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littletonrobotics</a:t>
            </a:r>
            <a:r>
              <a:rPr lang="pt-BR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junction</a:t>
            </a:r>
            <a:r>
              <a:rPr lang="pt-BR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wpilog</a:t>
            </a:r>
            <a:r>
              <a:rPr lang="pt-BR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WPILOGWriter</a:t>
            </a:r>
            <a:r>
              <a:rPr lang="pt-BR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97E6F64-9822-8CC8-B7A3-AEAA9B596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666592"/>
          </a:xfrm>
          <a:prstGeom prst="rect">
            <a:avLst/>
          </a:prstGeom>
        </p:spPr>
      </p:pic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9127B6A2-9C01-DA95-96C7-37A20D515CA4}"/>
              </a:ext>
            </a:extLst>
          </p:cNvPr>
          <p:cNvCxnSpPr>
            <a:cxnSpLocks/>
          </p:cNvCxnSpPr>
          <p:nvPr/>
        </p:nvCxnSpPr>
        <p:spPr>
          <a:xfrm flipV="1">
            <a:off x="4414684" y="3175819"/>
            <a:ext cx="1681316" cy="18976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6517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B882A14-65C6-552E-43EA-37608B8C5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09427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7AB2B6E-52B9-4A2B-8BAF-547AE00A9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30651"/>
            <a:ext cx="12192000" cy="2327349"/>
          </a:xfrm>
          <a:prstGeom prst="rect">
            <a:avLst/>
          </a:prstGeom>
        </p:spPr>
      </p:pic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EB3F02B3-E7B7-4BEB-401E-CBFD53D8E198}"/>
              </a:ext>
            </a:extLst>
          </p:cNvPr>
          <p:cNvSpPr/>
          <p:nvPr/>
        </p:nvSpPr>
        <p:spPr>
          <a:xfrm rot="3347936">
            <a:off x="1740309" y="2074607"/>
            <a:ext cx="1573162" cy="12388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0290E3E-9D51-95FC-4DF5-557CE796D086}"/>
              </a:ext>
            </a:extLst>
          </p:cNvPr>
          <p:cNvSpPr txBox="1"/>
          <p:nvPr/>
        </p:nvSpPr>
        <p:spPr>
          <a:xfrm>
            <a:off x="3185651" y="3244334"/>
            <a:ext cx="3425938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Mudar segundo a documentação</a:t>
            </a: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9DABB13F-5443-0433-53BC-7AF442488095}"/>
              </a:ext>
            </a:extLst>
          </p:cNvPr>
          <p:cNvCxnSpPr/>
          <p:nvPr/>
        </p:nvCxnSpPr>
        <p:spPr>
          <a:xfrm>
            <a:off x="3931920" y="1695299"/>
            <a:ext cx="0" cy="43499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077DFFB-F101-2411-FD9C-DD15FD9D20F7}"/>
              </a:ext>
            </a:extLst>
          </p:cNvPr>
          <p:cNvSpPr txBox="1"/>
          <p:nvPr/>
        </p:nvSpPr>
        <p:spPr>
          <a:xfrm>
            <a:off x="4034666" y="3927050"/>
            <a:ext cx="863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Troque</a:t>
            </a:r>
          </a:p>
        </p:txBody>
      </p:sp>
    </p:spTree>
    <p:extLst>
      <p:ext uri="{BB962C8B-B14F-4D97-AF65-F5344CB8AC3E}">
        <p14:creationId xmlns:p14="http://schemas.microsoft.com/office/powerpoint/2010/main" val="3684574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8EA952-C8B6-77EA-D14E-95D4E9CE2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construtor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83B095C-3B09-3C55-2352-892FE70A1506}"/>
              </a:ext>
            </a:extLst>
          </p:cNvPr>
          <p:cNvSpPr txBox="1"/>
          <p:nvPr/>
        </p:nvSpPr>
        <p:spPr>
          <a:xfrm>
            <a:off x="285136" y="2449675"/>
            <a:ext cx="4906296" cy="811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Robot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m_robotContainer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RobotContainer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CFFD98F-9DD1-E8C2-1C29-7A8D1FD96D9F}"/>
              </a:ext>
            </a:extLst>
          </p:cNvPr>
          <p:cNvSpPr txBox="1"/>
          <p:nvPr/>
        </p:nvSpPr>
        <p:spPr>
          <a:xfrm>
            <a:off x="6096000" y="106515"/>
            <a:ext cx="6096000" cy="6838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Robot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Informações que ficarão gravadas nos logs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recordMetadata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ProjectName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"FRC9460"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isReal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ROBÔ REAL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Grava os logs em um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pendrive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conectado ao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roboRIO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addDataReceiver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WPILOGWriter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Envia os dados pela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NetworkTables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Permite visualizar no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AdvantageScope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em tempo real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addDataReceiver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NT4Publisher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SIMULAÇÃO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Envia os dados da simulação para 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AdvantageScope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addDataReceiver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NT4Publisher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Inicia o sistema de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logging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AdvantageKit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IMPORTANTE: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RobotContainer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deve ser criado DEPOIS do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Logger.start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()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m_robotContainer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RobotContainer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2" name="Seta: Curva para Cima 11">
            <a:extLst>
              <a:ext uri="{FF2B5EF4-FFF2-40B4-BE49-F238E27FC236}">
                <a16:creationId xmlns:a16="http://schemas.microsoft.com/office/drawing/2014/main" id="{4F1114CA-40AA-A6A5-716A-D7C92C545943}"/>
              </a:ext>
            </a:extLst>
          </p:cNvPr>
          <p:cNvSpPr/>
          <p:nvPr/>
        </p:nvSpPr>
        <p:spPr>
          <a:xfrm>
            <a:off x="3274142" y="3261436"/>
            <a:ext cx="2821858" cy="986099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bg1"/>
                </a:solidFill>
              </a:rPr>
              <a:t>Alterar</a:t>
            </a:r>
          </a:p>
        </p:txBody>
      </p:sp>
    </p:spTree>
    <p:extLst>
      <p:ext uri="{BB962C8B-B14F-4D97-AF65-F5344CB8AC3E}">
        <p14:creationId xmlns:p14="http://schemas.microsoft.com/office/powerpoint/2010/main" val="36242151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CE663B-5350-5B10-B3C9-270CDE4EE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E330232F-B2FA-B44A-A1B5-5195849E0F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10612"/>
            <a:ext cx="12192000" cy="334738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3A1F1A6-23E7-D41A-9CA6-5440BBB95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38300" y="459663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68AF7890-3010-D75D-6255-BBEA37EFA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C9FE35E-D6E1-737F-11E9-03AD11195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515988"/>
            <a:ext cx="12192000" cy="334738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39D0666-7CB0-5478-A03C-0661C3663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8807" y="1037799"/>
            <a:ext cx="7714388" cy="32606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2800" dirty="0" err="1">
                <a:solidFill>
                  <a:schemeClr val="bg1"/>
                </a:solidFill>
              </a:rPr>
              <a:t>Módulo</a:t>
            </a:r>
            <a:r>
              <a:rPr lang="en-US" sz="2800" dirty="0">
                <a:solidFill>
                  <a:schemeClr val="bg1"/>
                </a:solidFill>
              </a:rPr>
              <a:t> 4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 err="1">
                <a:solidFill>
                  <a:schemeClr val="bg1"/>
                </a:solidFill>
              </a:rPr>
              <a:t>Configurando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Simulador</a:t>
            </a:r>
            <a:endParaRPr lang="en-US" sz="2800" dirty="0">
              <a:solidFill>
                <a:schemeClr val="bg1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468E69C-5240-3EAD-4147-5775354B03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10424" y="4595321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91083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8E9D7B4-B303-418D-82A2-7990FD75E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C0B26C2-270B-E241-7619-611C4A5490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77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1690A937-8F65-2AEC-4C20-8CCE66C53454}"/>
              </a:ext>
            </a:extLst>
          </p:cNvPr>
          <p:cNvSpPr txBox="1"/>
          <p:nvPr/>
        </p:nvSpPr>
        <p:spPr>
          <a:xfrm>
            <a:off x="2238704" y="4698123"/>
            <a:ext cx="1571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>
                <a:solidFill>
                  <a:schemeClr val="bg1"/>
                </a:solidFill>
              </a:rPr>
              <a:t>CTRL+Shift+P</a:t>
            </a:r>
            <a:endParaRPr lang="pt-BR" b="1" dirty="0">
              <a:solidFill>
                <a:schemeClr val="bg1"/>
              </a:solidFill>
            </a:endParaRP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E9376179-626F-610E-1C26-6009F9345F21}"/>
              </a:ext>
            </a:extLst>
          </p:cNvPr>
          <p:cNvCxnSpPr>
            <a:cxnSpLocks/>
          </p:cNvCxnSpPr>
          <p:nvPr/>
        </p:nvCxnSpPr>
        <p:spPr>
          <a:xfrm flipV="1">
            <a:off x="3185652" y="1111045"/>
            <a:ext cx="2290916" cy="35101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10" name="Imagem 9">
            <a:extLst>
              <a:ext uri="{FF2B5EF4-FFF2-40B4-BE49-F238E27FC236}">
                <a16:creationId xmlns:a16="http://schemas.microsoft.com/office/drawing/2014/main" id="{4DF958B6-D919-BAEC-1176-53F108316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6726" y="1648053"/>
            <a:ext cx="7335274" cy="1143160"/>
          </a:xfrm>
          <a:prstGeom prst="rect">
            <a:avLst/>
          </a:prstGeom>
        </p:spPr>
      </p:pic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6A5C0F5B-E0A1-5D53-7479-AA69614A325A}"/>
              </a:ext>
            </a:extLst>
          </p:cNvPr>
          <p:cNvCxnSpPr>
            <a:cxnSpLocks/>
          </p:cNvCxnSpPr>
          <p:nvPr/>
        </p:nvCxnSpPr>
        <p:spPr>
          <a:xfrm flipV="1">
            <a:off x="3598606" y="2359742"/>
            <a:ext cx="1573162" cy="23383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28097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15FE9E5-F1A9-6339-844A-A8B67E391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2875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5258B98-3BD5-0A20-B0E7-944EAEB26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10612"/>
            <a:ext cx="12192000" cy="334738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C74AEE6-9CA7-5247-DC34-99634247D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38300" y="459663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760E4C7-47B8-4356-ABCA-CC9C79E2D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54D8F7F4-3DE3-74F6-69DC-A7328B9112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/>
          </a:blip>
          <a:srcRect l="6645" r="1" b="1"/>
          <a:stretch>
            <a:fillRect/>
          </a:stretch>
        </p:blipFill>
        <p:spPr>
          <a:xfrm>
            <a:off x="20" y="1571"/>
            <a:ext cx="12191980" cy="685642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D0A0432-F95F-6441-CC5D-B6BB755FA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742985"/>
            <a:ext cx="12192000" cy="312031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F0586C3-A19F-D214-ABDE-30AD5B6669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342" y="1250342"/>
            <a:ext cx="4357316" cy="4357316"/>
          </a:xfrm>
          <a:custGeom>
            <a:avLst/>
            <a:gdLst>
              <a:gd name="connsiteX0" fmla="*/ 2178658 w 4357316"/>
              <a:gd name="connsiteY0" fmla="*/ 0 h 4357316"/>
              <a:gd name="connsiteX1" fmla="*/ 4357316 w 4357316"/>
              <a:gd name="connsiteY1" fmla="*/ 2178658 h 4357316"/>
              <a:gd name="connsiteX2" fmla="*/ 2178658 w 4357316"/>
              <a:gd name="connsiteY2" fmla="*/ 4357316 h 4357316"/>
              <a:gd name="connsiteX3" fmla="*/ 0 w 4357316"/>
              <a:gd name="connsiteY3" fmla="*/ 2178658 h 4357316"/>
              <a:gd name="connsiteX4" fmla="*/ 2178658 w 4357316"/>
              <a:gd name="connsiteY4" fmla="*/ 0 h 435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7316" h="4357316">
                <a:moveTo>
                  <a:pt x="2178658" y="0"/>
                </a:moveTo>
                <a:cubicBezTo>
                  <a:pt x="3381898" y="0"/>
                  <a:pt x="4357316" y="975418"/>
                  <a:pt x="4357316" y="2178658"/>
                </a:cubicBezTo>
                <a:cubicBezTo>
                  <a:pt x="4357316" y="3381898"/>
                  <a:pt x="3381898" y="4357316"/>
                  <a:pt x="2178658" y="4357316"/>
                </a:cubicBezTo>
                <a:cubicBezTo>
                  <a:pt x="975418" y="4357316"/>
                  <a:pt x="0" y="3381898"/>
                  <a:pt x="0" y="2178658"/>
                </a:cubicBezTo>
                <a:cubicBezTo>
                  <a:pt x="0" y="975418"/>
                  <a:pt x="975418" y="0"/>
                  <a:pt x="217865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43EB372-CC26-EAAE-055D-F62ABEA38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1" y="2211978"/>
            <a:ext cx="3535679" cy="14257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/>
              <a:t>Advantage Scope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14C5C93-B9E9-4392-ADCF-ABF21209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562423" y="396058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92848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7">
            <a:extLst>
              <a:ext uri="{FF2B5EF4-FFF2-40B4-BE49-F238E27FC236}">
                <a16:creationId xmlns:a16="http://schemas.microsoft.com/office/drawing/2014/main" id="{B5BE1F7E-8D81-425E-A546-F57DADBDB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5BB942-57A0-B23C-FB70-EBBE0BF58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737234"/>
            <a:ext cx="12192000" cy="312031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B34E481-7058-6292-9E67-904238E271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846"/>
          <a:stretch>
            <a:fillRect/>
          </a:stretch>
        </p:blipFill>
        <p:spPr>
          <a:xfrm>
            <a:off x="762000" y="762000"/>
            <a:ext cx="10668000" cy="5334000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48B5FC86-2534-E6CA-AA20-78F7A34BA639}"/>
              </a:ext>
            </a:extLst>
          </p:cNvPr>
          <p:cNvSpPr/>
          <p:nvPr/>
        </p:nvSpPr>
        <p:spPr>
          <a:xfrm rot="12950416">
            <a:off x="4533427" y="1843013"/>
            <a:ext cx="904352" cy="8239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506ED0D0-9E5C-9EE6-9259-BAD71C8224D5}"/>
              </a:ext>
            </a:extLst>
          </p:cNvPr>
          <p:cNvSpPr/>
          <p:nvPr/>
        </p:nvSpPr>
        <p:spPr>
          <a:xfrm rot="12950416">
            <a:off x="1322851" y="895728"/>
            <a:ext cx="211195" cy="2347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2470028"/>
      </p:ext>
    </p:extLst>
  </p:cSld>
  <p:clrMapOvr>
    <a:masterClrMapping/>
  </p:clrMapOvr>
</p:sld>
</file>

<file path=ppt/theme/theme1.xml><?xml version="1.0" encoding="utf-8"?>
<a:theme xmlns:a="http://schemas.openxmlformats.org/drawingml/2006/main" name="AfterglowVTI">
  <a:themeElements>
    <a:clrScheme name="Custom 7">
      <a:dk1>
        <a:sysClr val="windowText" lastClr="000000"/>
      </a:dk1>
      <a:lt1>
        <a:sysClr val="window" lastClr="FFFFFF"/>
      </a:lt1>
      <a:dk2>
        <a:srgbClr val="0A2E36"/>
      </a:dk2>
      <a:lt2>
        <a:srgbClr val="E7E6E6"/>
      </a:lt2>
      <a:accent1>
        <a:srgbClr val="188659"/>
      </a:accent1>
      <a:accent2>
        <a:srgbClr val="A3A300"/>
      </a:accent2>
      <a:accent3>
        <a:srgbClr val="00ADA8"/>
      </a:accent3>
      <a:accent4>
        <a:srgbClr val="EA0440"/>
      </a:accent4>
      <a:accent5>
        <a:srgbClr val="92278F"/>
      </a:accent5>
      <a:accent6>
        <a:srgbClr val="E15BC1"/>
      </a:accent6>
      <a:hlink>
        <a:srgbClr val="188659"/>
      </a:hlink>
      <a:folHlink>
        <a:srgbClr val="EA0440"/>
      </a:folHlink>
    </a:clrScheme>
    <a:fontScheme name="Trade Gothic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fterglowVTI" id="{804DBEB7-1920-4C72-A0CB-091339F1875F}" vid="{D4C59F5A-9ECA-4C96-BDFD-0606A75324E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579</Words>
  <Application>Microsoft Office PowerPoint</Application>
  <PresentationFormat>Widescreen</PresentationFormat>
  <Paragraphs>85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Consolas</vt:lpstr>
      <vt:lpstr>Trade Gothic Next Cond</vt:lpstr>
      <vt:lpstr>Trade Gothic Next Light</vt:lpstr>
      <vt:lpstr>AfterglowVTI</vt:lpstr>
      <vt:lpstr>WPLIB</vt:lpstr>
      <vt:lpstr>Módulo 1 WPLIB Project</vt:lpstr>
      <vt:lpstr>Criando o Projeto</vt:lpstr>
      <vt:lpstr>Apresentação do PowerPoint</vt:lpstr>
      <vt:lpstr>Apresentação do PowerPoint</vt:lpstr>
      <vt:lpstr>Apresentação do PowerPoint</vt:lpstr>
      <vt:lpstr>Módulo 2 Configurando Template</vt:lpstr>
      <vt:lpstr>Drivetrain Swerve</vt:lpstr>
      <vt:lpstr>CTRE-Phoenix (v6) → Install  AdvantageKit → Install  Rode novamente WPILib: Build Robot Code</vt:lpstr>
      <vt:lpstr>Apresentação do PowerPoint</vt:lpstr>
      <vt:lpstr>Apresentação do PowerPoint</vt:lpstr>
      <vt:lpstr>Documentação</vt:lpstr>
      <vt:lpstr>Módulo 3 Configurando ROBOT.Java</vt:lpstr>
      <vt:lpstr>Apresentação do PowerPoint</vt:lpstr>
      <vt:lpstr>Apresentação do PowerPoint</vt:lpstr>
      <vt:lpstr>construtor</vt:lpstr>
      <vt:lpstr>Módulo 4 Configurando Simulador</vt:lpstr>
      <vt:lpstr>Apresentação do PowerPoint</vt:lpstr>
      <vt:lpstr>Apresentação do PowerPoint</vt:lpstr>
      <vt:lpstr>Advantage Scope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18</cp:revision>
  <dcterms:created xsi:type="dcterms:W3CDTF">2026-09-08T19:35:15Z</dcterms:created>
  <dcterms:modified xsi:type="dcterms:W3CDTF">2026-09-16T18:38:15Z</dcterms:modified>
</cp:coreProperties>
</file>