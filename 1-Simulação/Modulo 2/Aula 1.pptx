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856" autoAdjust="0"/>
  </p:normalViewPr>
  <p:slideViewPr>
    <p:cSldViewPr snapToGrid="0">
      <p:cViewPr varScale="1">
        <p:scale>
          <a:sx n="77" d="100"/>
          <a:sy n="77" d="100"/>
        </p:scale>
        <p:origin x="88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790D02-DD89-4691-8F25-C79BE8EE5212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859543-85C0-403F-AC39-96C5C0788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8735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59543-85C0-403F-AC39-96C5C07883DB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233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59543-85C0-403F-AC39-96C5C07883DB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6360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859543-85C0-403F-AC39-96C5C07883DB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9448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197CA0-A0FA-6A4A-A351-D1F61152AC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3049DF9-9A60-96F3-2143-8E16CE732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540779-B035-373B-3656-C455E8F5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04741E-C8EA-81D1-1FA1-A1C88072E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70E90A-0B73-DC43-9EAD-4247E28BC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5638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AD4A9-1D30-267F-3049-92F7B1579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975A7ED-78D7-80C6-65FB-B24F1C656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C0DFAC7-84D1-3368-64AC-7BC1BB883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F3E43F-971D-6C89-603C-83858DC39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ACDE4-9D46-1E9B-A788-A94B62F8B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9855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AF88BA-E199-F53D-127B-247A95BE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0BC69F-456C-2B22-D9E8-5F6EF601A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492028-BCCB-8C48-9C50-72555D669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E113A64-BE9F-EC90-E307-5F89318A1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38CD0-FE09-BC25-F033-C19F2966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8857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E1266-97AA-B0E4-1634-FF7116203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7C7644-4AD8-115E-31C0-80F23F1561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CEF4DA4-6C57-0827-7E56-FAB53A347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E1D734-DF5F-41E8-E7F3-CDDF6C26D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FD0B3EB-9AFF-3C5E-DD3A-67064F471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EB434F7-7472-F8E9-63CF-949F4807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787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E59C81-7096-A536-A6BA-28214534E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D69D86-2808-7297-F720-451AE2D5A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21D1BA-8862-CC79-75E6-1B7DD4E1B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9A41CD3-0758-D0BB-6BA1-0AA7219434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8CA6213-19F8-EA9A-90BC-897773079F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C20668-5545-54C3-8CA1-F792F23EB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ADF0E7-BE39-8953-136D-24EAB3FCC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22E0A35-F194-8D16-E41F-E35140709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924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D53B2-3BDC-05B5-20D2-9EF7C9AA0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94AA509-DA3F-8FFC-39CA-AB1B567A2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F31B4A8-2578-DD27-B324-72DBFE954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996AE7C-8106-10AE-9793-B376D2CFA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02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28964D9-1DCF-C887-50FE-85B4AC1D6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F932B51-B45C-58CD-CCC0-D4EFB055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FC6814B-E48A-24ED-D366-83CF99F7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54950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58819-7FEA-BE1B-88F5-CE67C572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85AC6D-281A-2F9F-A567-A90A5ACC1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FD9C7AB-4A90-20D5-0ECF-EBE8727A1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1C12776-08D8-0207-6C41-BE61C87F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5F36C4-11F9-8833-E4D0-2149156FC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ADD96-7719-FBB0-F251-852D9F1E5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256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A89BDF-686A-E389-4F8C-511DCF72A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3C7C0F1-7694-CC69-9EB7-6610E368F4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22CE62-C4C8-E5A6-E599-FC9C149230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05C779-569A-41CF-6FC9-94A6E29D9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1B01DF-9351-BFD2-151F-568150F2E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53386B-12E4-2C52-5948-1D920F36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71133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87FE6-BA1C-E500-660C-73424EEB0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455E54-CB6B-6813-6B9D-4EEF7811A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E4FBB57-A74B-461D-52CC-56173FF71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297A41-463B-B84B-92A2-A628C8F7A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A92E327-E654-2653-A24E-4C4C554C2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741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9FF4AC2-23D3-CCE3-2C45-01EF7C175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843F94-4220-01D1-11AF-72B3B9A7A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D10054-F2D3-62BF-C160-26BB50DBF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9B38D67-7925-6300-CAA7-DBBF1DA32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D81052-D10C-5702-14A5-1483293F8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81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3F47C43-4443-4352-6E6E-C40925663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DF1E88-2ACB-1FAC-32A8-90C80DC2E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1581964-983E-5DC8-65A8-743F0AC838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AA9952-F93D-4D66-AFD7-196912ED5926}" type="datetimeFigureOut">
              <a:rPr lang="pt-BR" smtClean="0"/>
              <a:t>10/09/2026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17964E-4D90-CE4A-4C1A-661B8D8A50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FF0DD1-F357-82CB-9E53-5AC2E01472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723057-B427-4ECC-9CC6-F92BFFF2121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4940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7D0B33-88A6-EB91-C295-243AE0E11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270" y="898137"/>
            <a:ext cx="4974771" cy="873986"/>
          </a:xfrm>
        </p:spPr>
        <p:txBody>
          <a:bodyPr anchor="b">
            <a:normAutofit/>
          </a:bodyPr>
          <a:lstStyle/>
          <a:p>
            <a:r>
              <a:rPr lang="pt-BR" sz="3600">
                <a:solidFill>
                  <a:schemeClr val="bg1"/>
                </a:solidFill>
              </a:rPr>
              <a:t>ModuleIO.java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ED185D7-D655-EE3A-CCE3-428CC9C7A2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270" y="1958550"/>
            <a:ext cx="4974771" cy="4261275"/>
          </a:xfrm>
        </p:spPr>
        <p:txBody>
          <a:bodyPr anchor="t">
            <a:normAutofit/>
          </a:bodyPr>
          <a:lstStyle/>
          <a:p>
            <a:r>
              <a:rPr lang="pt-BR">
                <a:solidFill>
                  <a:schemeClr val="bg1"/>
                </a:solidFill>
              </a:rPr>
              <a:t>O ModuleIO vai definir quais dados cada módulo precisa fornecer, por exemplo:</a:t>
            </a:r>
          </a:p>
          <a:p>
            <a:pPr marL="0" indent="0">
              <a:buNone/>
            </a:pPr>
            <a:endParaRPr lang="pt-BR">
              <a:solidFill>
                <a:schemeClr val="bg1"/>
              </a:solidFill>
            </a:endParaRP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32A444C-81CA-4D10-998B-529CE31D3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6008" y="348973"/>
            <a:ext cx="4945999" cy="6036681"/>
            <a:chOff x="1674895" y="1345036"/>
            <a:chExt cx="5428610" cy="421093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66CC0ED-7D4E-4CE4-A15A-A6FF507AE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6042E25-B074-48D7-9694-5C95271087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4F61E28-F51E-44F9-B827-A32BAAABDC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315" y="232747"/>
            <a:ext cx="4945999" cy="6036681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137C4459-BFFD-FE9A-6442-F8C9FD136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881" y="1204388"/>
            <a:ext cx="2704630" cy="1917367"/>
          </a:xfrm>
          <a:prstGeom prst="rect">
            <a:avLst/>
          </a:prstGeom>
        </p:spPr>
      </p:pic>
      <p:grpSp>
        <p:nvGrpSpPr>
          <p:cNvPr id="29" name="Graphic 4">
            <a:extLst>
              <a:ext uri="{FF2B5EF4-FFF2-40B4-BE49-F238E27FC236}">
                <a16:creationId xmlns:a16="http://schemas.microsoft.com/office/drawing/2014/main" id="{57CD476F-4071-4E06-BD94-582AC009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73349" y="210930"/>
            <a:ext cx="849365" cy="849366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B6A3560-202E-47CB-A0A4-7BAA40CEDB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8DCE699C-0879-4B2A-BD24-CE9CB03F09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39C6C48-4048-472B-9200-BA3467DDB1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BE535A2-9A69-4D86-98B9-4606364B7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D38EB57-352E-48E7-9482-1AEA738433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D18EEB6E-44FD-4775-9179-950DB8C3D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93B6FB8-B03E-4FC7-AC61-9B1613A3C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6E9617C-8511-4D9B-94C1-C84BFB7ED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076EA5A-A5A8-42A9-A0F7-ECECD999F6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5856DB2-44EF-413E-B792-EFF0409DE1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E2C35C7-1280-4F14-9553-11374063EB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0376E68-4370-4BE5-917D-39794960D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0D187E9-AB0A-480D-B60A-74F7F26FFA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0FB9E719-54B7-FA44-BB32-B2DAC69CC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41" y="4305753"/>
            <a:ext cx="4581710" cy="1347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628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D24AB00-88DA-C341-AD88-FE7F11A9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D9F876B9-7C84-9C61-1C6F-739DAED789D0}"/>
              </a:ext>
            </a:extLst>
          </p:cNvPr>
          <p:cNvSpPr/>
          <p:nvPr/>
        </p:nvSpPr>
        <p:spPr>
          <a:xfrm rot="12585635" flipV="1">
            <a:off x="1714223" y="3048377"/>
            <a:ext cx="1305718" cy="9365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Interface</a:t>
            </a:r>
          </a:p>
        </p:txBody>
      </p:sp>
    </p:spTree>
    <p:extLst>
      <p:ext uri="{BB962C8B-B14F-4D97-AF65-F5344CB8AC3E}">
        <p14:creationId xmlns:p14="http://schemas.microsoft.com/office/powerpoint/2010/main" val="718536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1C1DCF24-F0A6-582C-6483-CA8C75C13161}"/>
              </a:ext>
            </a:extLst>
          </p:cNvPr>
          <p:cNvSpPr txBox="1"/>
          <p:nvPr/>
        </p:nvSpPr>
        <p:spPr>
          <a:xfrm>
            <a:off x="79513" y="101294"/>
            <a:ext cx="4412974" cy="6655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AutoLog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Posição percorrida pela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de rotação da roda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aplicada no motor de tração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Corrente consumida pelo motor de tração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driveCurrentAmps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Ângulo atual do módulo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Velocidade de rotação do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Tensão aplicada no motor de direção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Corrente consumida pelo motor de direção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turnCurrentAmps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5F06623-1940-14DA-1B6C-585834FB6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688" y="0"/>
            <a:ext cx="66323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79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79646-A88B-D642-D927-CEBD2B4AE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3095"/>
              </a:lnSpc>
            </a:pPr>
            <a:r>
              <a:rPr lang="pt-BR" sz="4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ModuleIOInputs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735916-4981-07A2-0AAB-7E6298977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None/>
            </a:pPr>
            <a:r>
              <a:rPr lang="pt-BR" dirty="0"/>
              <a:t>Você precisa desses valores principalmente para </a:t>
            </a:r>
            <a:r>
              <a:rPr lang="pt-BR" b="1" dirty="0"/>
              <a:t>3 coisas</a:t>
            </a:r>
            <a:r>
              <a:rPr lang="pt-BR" dirty="0"/>
              <a:t>: controlar a </a:t>
            </a:r>
            <a:r>
              <a:rPr lang="pt-BR" dirty="0" err="1"/>
              <a:t>Swerve</a:t>
            </a:r>
            <a:r>
              <a:rPr lang="pt-BR" dirty="0"/>
              <a:t>, calcular onde o robô está e diagnosticar problemas.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drivePositionRad</a:t>
            </a:r>
            <a:r>
              <a:rPr lang="pt-BR" dirty="0"/>
              <a:t>: usado para saber </a:t>
            </a:r>
            <a:r>
              <a:rPr lang="pt-BR" b="1" dirty="0"/>
              <a:t>quanto a roda percorreu</a:t>
            </a:r>
            <a:r>
              <a:rPr lang="pt-BR" dirty="0"/>
              <a:t>. Ajuda na </a:t>
            </a:r>
            <a:r>
              <a:rPr lang="pt-BR" dirty="0" err="1"/>
              <a:t>odometria</a:t>
            </a:r>
            <a:r>
              <a:rPr lang="pt-BR" dirty="0"/>
              <a:t>, ou seja, calcular a posição do robô no campo.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driveVelocityRadPerSec</a:t>
            </a:r>
            <a:r>
              <a:rPr lang="pt-BR" dirty="0"/>
              <a:t>: usado para saber </a:t>
            </a:r>
            <a:r>
              <a:rPr lang="pt-BR" b="1" dirty="0"/>
              <a:t>a velocidade da roda</a:t>
            </a:r>
            <a:r>
              <a:rPr lang="pt-BR" dirty="0"/>
              <a:t> e controlar se ela está girando na velocidade desejada.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turnPositionRad</a:t>
            </a:r>
            <a:r>
              <a:rPr lang="pt-BR" dirty="0"/>
              <a:t>: usado para saber </a:t>
            </a:r>
            <a:r>
              <a:rPr lang="pt-BR" b="1" dirty="0"/>
              <a:t>para onde a roda está apontando</a:t>
            </a:r>
            <a:r>
              <a:rPr lang="pt-BR" dirty="0"/>
              <a:t>. Essencial para posicionar corretamente cada módulo.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pt-BR" b="1" dirty="0" err="1">
                <a:solidFill>
                  <a:schemeClr val="tx2"/>
                </a:solidFill>
                <a:latin typeface="Courier New" panose="02070309020205020404" pitchFamily="49" charset="0"/>
              </a:rPr>
              <a:t>turnVelocityRadPerSec</a:t>
            </a:r>
            <a:r>
              <a:rPr lang="pt-BR" dirty="0"/>
              <a:t>: ajuda a acompanhar a velocidade com que o módulo está girando.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374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61A90-7FC9-5517-FAD5-60F2ADD0C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EA60E-0687-A3A4-A7AA-2FDA6A35A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3095"/>
              </a:lnSpc>
            </a:pPr>
            <a:r>
              <a:rPr lang="pt-BR" sz="4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ModuleIOInputs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CE3CC4-15AB-E353-EA6F-75A130478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driveAppliedVolts</a:t>
            </a:r>
            <a:endParaRPr lang="pt-BR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driveCurrentAmps</a:t>
            </a:r>
            <a:endParaRPr lang="pt-BR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turnAppliedVolts</a:t>
            </a:r>
            <a:endParaRPr lang="pt-BR" dirty="0"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pt-BR" dirty="0" err="1">
                <a:latin typeface="Courier New" panose="02070309020205020404" pitchFamily="49" charset="0"/>
              </a:rPr>
              <a:t>turnCurrentAmps</a:t>
            </a:r>
            <a:endParaRPr lang="pt-BR" dirty="0">
              <a:latin typeface="Courier New" panose="02070309020205020404" pitchFamily="49" charset="0"/>
            </a:endParaRPr>
          </a:p>
          <a:p>
            <a:pPr rtl="0">
              <a:buNone/>
            </a:pPr>
            <a:endParaRPr lang="pt-BR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pt-BR" dirty="0"/>
              <a:t>	São mais para </a:t>
            </a:r>
            <a:r>
              <a:rPr lang="pt-BR" b="1" dirty="0"/>
              <a:t>monitoramento e diagnóstico</a:t>
            </a:r>
            <a:r>
              <a:rPr lang="pt-BR" dirty="0"/>
              <a:t>. Exemplo: descobrir se um motor está consumindo corrente demais, travado ou recebendo tensão incorreta.</a:t>
            </a:r>
          </a:p>
        </p:txBody>
      </p:sp>
    </p:spTree>
    <p:extLst>
      <p:ext uri="{BB962C8B-B14F-4D97-AF65-F5344CB8AC3E}">
        <p14:creationId xmlns:p14="http://schemas.microsoft.com/office/powerpoint/2010/main" val="3726466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22C8C4C-4C4C-DCF4-CDF7-08858E2CC3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12" y="4056561"/>
            <a:ext cx="3647525" cy="2580562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3512F101-8DC4-5DBA-60BA-BF87ABBB1A2E}"/>
              </a:ext>
            </a:extLst>
          </p:cNvPr>
          <p:cNvSpPr txBox="1"/>
          <p:nvPr/>
        </p:nvSpPr>
        <p:spPr>
          <a:xfrm>
            <a:off x="77855" y="1445841"/>
            <a:ext cx="1203628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1" dirty="0">
                <a:solidFill>
                  <a:schemeClr val="bg1"/>
                </a:solidFill>
              </a:rPr>
              <a:t>posição + velocidade = controle e </a:t>
            </a:r>
            <a:r>
              <a:rPr lang="pt-BR" sz="2800" b="1" dirty="0" err="1">
                <a:solidFill>
                  <a:schemeClr val="bg1"/>
                </a:solidFill>
              </a:rPr>
              <a:t>odometria</a:t>
            </a:r>
            <a:br>
              <a:rPr lang="pt-BR" sz="2800" dirty="0">
                <a:solidFill>
                  <a:schemeClr val="bg1"/>
                </a:solidFill>
              </a:rPr>
            </a:br>
            <a:r>
              <a:rPr lang="pt-BR" sz="2800" b="1" dirty="0">
                <a:solidFill>
                  <a:schemeClr val="bg1"/>
                </a:solidFill>
              </a:rPr>
              <a:t>voltagem + corrente = diagnóstico e análise</a:t>
            </a:r>
            <a:endParaRPr lang="pt-BR" sz="2800" dirty="0">
              <a:solidFill>
                <a:schemeClr val="bg1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9D0184-34ED-FF69-8BF8-0BDE09428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038" y="5071732"/>
            <a:ext cx="3517923" cy="15653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20B8B96-A0A8-5642-6707-98A23EB8B1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8365" y="4865507"/>
            <a:ext cx="3517923" cy="177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024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494E75C-6BF3-7B03-0B0E-8F4A19298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7064236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B1C1553F-F132-D3F0-C2E1-1A74C33BA3C9}"/>
              </a:ext>
            </a:extLst>
          </p:cNvPr>
          <p:cNvSpPr txBox="1"/>
          <p:nvPr/>
        </p:nvSpPr>
        <p:spPr>
          <a:xfrm>
            <a:off x="7064236" y="1485213"/>
            <a:ext cx="5041625" cy="4464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ATUALIZAÇÃO DOS SENSORES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COMANDOS PARA O DRIVE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COMANDOS PARA O STEER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{}</a:t>
            </a:r>
          </a:p>
        </p:txBody>
      </p:sp>
    </p:spTree>
    <p:extLst>
      <p:ext uri="{BB962C8B-B14F-4D97-AF65-F5344CB8AC3E}">
        <p14:creationId xmlns:p14="http://schemas.microsoft.com/office/powerpoint/2010/main" val="3787931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4A75A56E-0D58-B5EF-C037-E5834AE2D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679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E40767-E9C6-FA04-C210-466986FBD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1825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pt-BR" sz="4000" dirty="0" err="1">
                <a:solidFill>
                  <a:schemeClr val="bg1"/>
                </a:solidFill>
              </a:rPr>
              <a:t>ModuleIOSim</a:t>
            </a:r>
            <a:endParaRPr lang="pt-BR" sz="4000" dirty="0">
              <a:solidFill>
                <a:schemeClr val="bg1"/>
              </a:solidFill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C09AFE8-9934-40C0-A058-4008A3B19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7160" y="1498600"/>
            <a:ext cx="5260976" cy="4707593"/>
            <a:chOff x="6096000" y="841376"/>
            <a:chExt cx="5260976" cy="4707593"/>
          </a:xfrm>
          <a:effectLst>
            <a:outerShdw blurRad="381000" dist="152400" dir="5400000" algn="ctr" rotWithShape="0">
              <a:srgbClr val="000000">
                <a:alpha val="10000"/>
              </a:srgbClr>
            </a:outerShdw>
          </a:effectLst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3588ED6-49C5-4EAF-BBCE-DB6B4184D3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1" y="841376"/>
              <a:ext cx="5260975" cy="4707593"/>
              <a:chOff x="6096001" y="841376"/>
              <a:chExt cx="5260975" cy="4707593"/>
            </a:xfrm>
          </p:grpSpPr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0149B80A-4A62-4495-AE87-F32755EBDD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tx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438C3DC5-5887-49A9-AABB-A9772488F26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1" y="841376"/>
                <a:ext cx="5260975" cy="4707593"/>
              </a:xfrm>
              <a:custGeom>
                <a:avLst/>
                <a:gdLst>
                  <a:gd name="connsiteX0" fmla="*/ 0 w 5260975"/>
                  <a:gd name="connsiteY0" fmla="*/ 0 h 4707593"/>
                  <a:gd name="connsiteX1" fmla="*/ 5260975 w 5260975"/>
                  <a:gd name="connsiteY1" fmla="*/ 0 h 4707593"/>
                  <a:gd name="connsiteX2" fmla="*/ 5260975 w 5260975"/>
                  <a:gd name="connsiteY2" fmla="*/ 3296937 h 4707593"/>
                  <a:gd name="connsiteX3" fmla="*/ 5260975 w 5260975"/>
                  <a:gd name="connsiteY3" fmla="*/ 3518571 h 4707593"/>
                  <a:gd name="connsiteX4" fmla="*/ 5226503 w 5260975"/>
                  <a:gd name="connsiteY4" fmla="*/ 3534000 h 4707593"/>
                  <a:gd name="connsiteX5" fmla="*/ 5206341 w 5260975"/>
                  <a:gd name="connsiteY5" fmla="*/ 3542065 h 4707593"/>
                  <a:gd name="connsiteX6" fmla="*/ 5123287 w 5260975"/>
                  <a:gd name="connsiteY6" fmla="*/ 3594010 h 4707593"/>
                  <a:gd name="connsiteX7" fmla="*/ 5048107 w 5260975"/>
                  <a:gd name="connsiteY7" fmla="*/ 3658244 h 4707593"/>
                  <a:gd name="connsiteX8" fmla="*/ 4992899 w 5260975"/>
                  <a:gd name="connsiteY8" fmla="*/ 3734479 h 4707593"/>
                  <a:gd name="connsiteX9" fmla="*/ 4977440 w 5260975"/>
                  <a:gd name="connsiteY9" fmla="*/ 3752627 h 4707593"/>
                  <a:gd name="connsiteX10" fmla="*/ 4935193 w 5260975"/>
                  <a:gd name="connsiteY10" fmla="*/ 3775382 h 4707593"/>
                  <a:gd name="connsiteX11" fmla="*/ 4897844 w 5260975"/>
                  <a:gd name="connsiteY11" fmla="*/ 3792472 h 4707593"/>
                  <a:gd name="connsiteX12" fmla="*/ 4870767 w 5260975"/>
                  <a:gd name="connsiteY12" fmla="*/ 3811388 h 4707593"/>
                  <a:gd name="connsiteX13" fmla="*/ 4847916 w 5260975"/>
                  <a:gd name="connsiteY13" fmla="*/ 3828767 h 4707593"/>
                  <a:gd name="connsiteX14" fmla="*/ 4796163 w 5260975"/>
                  <a:gd name="connsiteY14" fmla="*/ 3873702 h 4707593"/>
                  <a:gd name="connsiteX15" fmla="*/ 4738843 w 5260975"/>
                  <a:gd name="connsiteY15" fmla="*/ 3911628 h 4707593"/>
                  <a:gd name="connsiteX16" fmla="*/ 4692755 w 5260975"/>
                  <a:gd name="connsiteY16" fmla="*/ 3958099 h 4707593"/>
                  <a:gd name="connsiteX17" fmla="*/ 4673744 w 5260975"/>
                  <a:gd name="connsiteY17" fmla="*/ 3983255 h 4707593"/>
                  <a:gd name="connsiteX18" fmla="*/ 4633801 w 5260975"/>
                  <a:gd name="connsiteY18" fmla="*/ 4000442 h 4707593"/>
                  <a:gd name="connsiteX19" fmla="*/ 4590499 w 5260975"/>
                  <a:gd name="connsiteY19" fmla="*/ 4027326 h 4707593"/>
                  <a:gd name="connsiteX20" fmla="*/ 4559773 w 5260975"/>
                  <a:gd name="connsiteY20" fmla="*/ 4054018 h 4707593"/>
                  <a:gd name="connsiteX21" fmla="*/ 4536059 w 5260975"/>
                  <a:gd name="connsiteY21" fmla="*/ 4071877 h 4707593"/>
                  <a:gd name="connsiteX22" fmla="*/ 4502549 w 5260975"/>
                  <a:gd name="connsiteY22" fmla="*/ 4089832 h 4707593"/>
                  <a:gd name="connsiteX23" fmla="*/ 4468944 w 5260975"/>
                  <a:gd name="connsiteY23" fmla="*/ 4113356 h 4707593"/>
                  <a:gd name="connsiteX24" fmla="*/ 4452622 w 5260975"/>
                  <a:gd name="connsiteY24" fmla="*/ 4127854 h 4707593"/>
                  <a:gd name="connsiteX25" fmla="*/ 4421032 w 5260975"/>
                  <a:gd name="connsiteY25" fmla="*/ 4151953 h 4707593"/>
                  <a:gd name="connsiteX26" fmla="*/ 4388483 w 5260975"/>
                  <a:gd name="connsiteY26" fmla="*/ 4174421 h 4707593"/>
                  <a:gd name="connsiteX27" fmla="*/ 4327321 w 5260975"/>
                  <a:gd name="connsiteY27" fmla="*/ 4200153 h 4707593"/>
                  <a:gd name="connsiteX28" fmla="*/ 4271633 w 5260975"/>
                  <a:gd name="connsiteY28" fmla="*/ 4237983 h 4707593"/>
                  <a:gd name="connsiteX29" fmla="*/ 4227465 w 5260975"/>
                  <a:gd name="connsiteY29" fmla="*/ 4265635 h 4707593"/>
                  <a:gd name="connsiteX30" fmla="*/ 4201733 w 5260975"/>
                  <a:gd name="connsiteY30" fmla="*/ 4283783 h 4707593"/>
                  <a:gd name="connsiteX31" fmla="*/ 4154494 w 5260975"/>
                  <a:gd name="connsiteY31" fmla="*/ 4324301 h 4707593"/>
                  <a:gd name="connsiteX32" fmla="*/ 4081234 w 5260975"/>
                  <a:gd name="connsiteY32" fmla="*/ 4366931 h 4707593"/>
                  <a:gd name="connsiteX33" fmla="*/ 4036971 w 5260975"/>
                  <a:gd name="connsiteY33" fmla="*/ 4389975 h 4707593"/>
                  <a:gd name="connsiteX34" fmla="*/ 3941725 w 5260975"/>
                  <a:gd name="connsiteY34" fmla="*/ 4424733 h 4707593"/>
                  <a:gd name="connsiteX35" fmla="*/ 3910999 w 5260975"/>
                  <a:gd name="connsiteY35" fmla="*/ 4437119 h 4707593"/>
                  <a:gd name="connsiteX36" fmla="*/ 3875859 w 5260975"/>
                  <a:gd name="connsiteY36" fmla="*/ 4445280 h 4707593"/>
                  <a:gd name="connsiteX37" fmla="*/ 3819401 w 5260975"/>
                  <a:gd name="connsiteY37" fmla="*/ 4464579 h 4707593"/>
                  <a:gd name="connsiteX38" fmla="*/ 3709176 w 5260975"/>
                  <a:gd name="connsiteY38" fmla="*/ 4497800 h 4707593"/>
                  <a:gd name="connsiteX39" fmla="*/ 3684981 w 5260975"/>
                  <a:gd name="connsiteY39" fmla="*/ 4502889 h 4707593"/>
                  <a:gd name="connsiteX40" fmla="*/ 3623338 w 5260975"/>
                  <a:gd name="connsiteY40" fmla="*/ 4524300 h 4707593"/>
                  <a:gd name="connsiteX41" fmla="*/ 3586373 w 5260975"/>
                  <a:gd name="connsiteY41" fmla="*/ 4538702 h 4707593"/>
                  <a:gd name="connsiteX42" fmla="*/ 3555743 w 5260975"/>
                  <a:gd name="connsiteY42" fmla="*/ 4546960 h 4707593"/>
                  <a:gd name="connsiteX43" fmla="*/ 3528667 w 5260975"/>
                  <a:gd name="connsiteY43" fmla="*/ 4550801 h 4707593"/>
                  <a:gd name="connsiteX44" fmla="*/ 3457424 w 5260975"/>
                  <a:gd name="connsiteY44" fmla="*/ 4569811 h 4707593"/>
                  <a:gd name="connsiteX45" fmla="*/ 3429003 w 5260975"/>
                  <a:gd name="connsiteY45" fmla="*/ 4577301 h 4707593"/>
                  <a:gd name="connsiteX46" fmla="*/ 3355264 w 5260975"/>
                  <a:gd name="connsiteY46" fmla="*/ 4603033 h 4707593"/>
                  <a:gd name="connsiteX47" fmla="*/ 3292757 w 5260975"/>
                  <a:gd name="connsiteY47" fmla="*/ 4620027 h 4707593"/>
                  <a:gd name="connsiteX48" fmla="*/ 3266643 w 5260975"/>
                  <a:gd name="connsiteY48" fmla="*/ 4628188 h 4707593"/>
                  <a:gd name="connsiteX49" fmla="*/ 3206921 w 5260975"/>
                  <a:gd name="connsiteY49" fmla="*/ 4641823 h 4707593"/>
                  <a:gd name="connsiteX50" fmla="*/ 3173123 w 5260975"/>
                  <a:gd name="connsiteY50" fmla="*/ 4651425 h 4707593"/>
                  <a:gd name="connsiteX51" fmla="*/ 3090646 w 5260975"/>
                  <a:gd name="connsiteY51" fmla="*/ 4662274 h 4707593"/>
                  <a:gd name="connsiteX52" fmla="*/ 3005480 w 5260975"/>
                  <a:gd name="connsiteY52" fmla="*/ 4672739 h 4707593"/>
                  <a:gd name="connsiteX53" fmla="*/ 2958721 w 5260975"/>
                  <a:gd name="connsiteY53" fmla="*/ 4676196 h 4707593"/>
                  <a:gd name="connsiteX54" fmla="*/ 2917915 w 5260975"/>
                  <a:gd name="connsiteY54" fmla="*/ 4681670 h 4707593"/>
                  <a:gd name="connsiteX55" fmla="*/ 2882389 w 5260975"/>
                  <a:gd name="connsiteY55" fmla="*/ 4685126 h 4707593"/>
                  <a:gd name="connsiteX56" fmla="*/ 2825837 w 5260975"/>
                  <a:gd name="connsiteY56" fmla="*/ 4692135 h 4707593"/>
                  <a:gd name="connsiteX57" fmla="*/ 2802313 w 5260975"/>
                  <a:gd name="connsiteY57" fmla="*/ 4693960 h 4707593"/>
                  <a:gd name="connsiteX58" fmla="*/ 2746816 w 5260975"/>
                  <a:gd name="connsiteY58" fmla="*/ 4693863 h 4707593"/>
                  <a:gd name="connsiteX59" fmla="*/ 2727517 w 5260975"/>
                  <a:gd name="connsiteY59" fmla="*/ 4692903 h 4707593"/>
                  <a:gd name="connsiteX60" fmla="*/ 2690359 w 5260975"/>
                  <a:gd name="connsiteY60" fmla="*/ 4680997 h 4707593"/>
                  <a:gd name="connsiteX61" fmla="*/ 2685943 w 5260975"/>
                  <a:gd name="connsiteY61" fmla="*/ 4680133 h 4707593"/>
                  <a:gd name="connsiteX62" fmla="*/ 2661554 w 5260975"/>
                  <a:gd name="connsiteY62" fmla="*/ 4675428 h 4707593"/>
                  <a:gd name="connsiteX63" fmla="*/ 2648208 w 5260975"/>
                  <a:gd name="connsiteY63" fmla="*/ 4673892 h 4707593"/>
                  <a:gd name="connsiteX64" fmla="*/ 2597512 w 5260975"/>
                  <a:gd name="connsiteY64" fmla="*/ 4664099 h 4707593"/>
                  <a:gd name="connsiteX65" fmla="*/ 2568324 w 5260975"/>
                  <a:gd name="connsiteY65" fmla="*/ 4659490 h 4707593"/>
                  <a:gd name="connsiteX66" fmla="*/ 2544704 w 5260975"/>
                  <a:gd name="connsiteY66" fmla="*/ 4660162 h 4707593"/>
                  <a:gd name="connsiteX67" fmla="*/ 2503225 w 5260975"/>
                  <a:gd name="connsiteY67" fmla="*/ 4661026 h 4707593"/>
                  <a:gd name="connsiteX68" fmla="*/ 2489975 w 5260975"/>
                  <a:gd name="connsiteY68" fmla="*/ 4663235 h 4707593"/>
                  <a:gd name="connsiteX69" fmla="*/ 2430061 w 5260975"/>
                  <a:gd name="connsiteY69" fmla="*/ 4656897 h 4707593"/>
                  <a:gd name="connsiteX70" fmla="*/ 2395880 w 5260975"/>
                  <a:gd name="connsiteY70" fmla="*/ 4656417 h 4707593"/>
                  <a:gd name="connsiteX71" fmla="*/ 2357378 w 5260975"/>
                  <a:gd name="connsiteY71" fmla="*/ 4648544 h 4707593"/>
                  <a:gd name="connsiteX72" fmla="*/ 2346145 w 5260975"/>
                  <a:gd name="connsiteY72" fmla="*/ 4648928 h 4707593"/>
                  <a:gd name="connsiteX73" fmla="*/ 2333567 w 5260975"/>
                  <a:gd name="connsiteY73" fmla="*/ 4649600 h 4707593"/>
                  <a:gd name="connsiteX74" fmla="*/ 2294968 w 5260975"/>
                  <a:gd name="connsiteY74" fmla="*/ 4650177 h 4707593"/>
                  <a:gd name="connsiteX75" fmla="*/ 2271540 w 5260975"/>
                  <a:gd name="connsiteY75" fmla="*/ 4653057 h 4707593"/>
                  <a:gd name="connsiteX76" fmla="*/ 2226895 w 5260975"/>
                  <a:gd name="connsiteY76" fmla="*/ 4651329 h 4707593"/>
                  <a:gd name="connsiteX77" fmla="*/ 2210379 w 5260975"/>
                  <a:gd name="connsiteY77" fmla="*/ 4653825 h 4707593"/>
                  <a:gd name="connsiteX78" fmla="*/ 2168613 w 5260975"/>
                  <a:gd name="connsiteY78" fmla="*/ 4654113 h 4707593"/>
                  <a:gd name="connsiteX79" fmla="*/ 2131167 w 5260975"/>
                  <a:gd name="connsiteY79" fmla="*/ 4652673 h 4707593"/>
                  <a:gd name="connsiteX80" fmla="*/ 2095065 w 5260975"/>
                  <a:gd name="connsiteY80" fmla="*/ 4653441 h 4707593"/>
                  <a:gd name="connsiteX81" fmla="*/ 2069237 w 5260975"/>
                  <a:gd name="connsiteY81" fmla="*/ 4656609 h 4707593"/>
                  <a:gd name="connsiteX82" fmla="*/ 2041201 w 5260975"/>
                  <a:gd name="connsiteY82" fmla="*/ 4658529 h 4707593"/>
                  <a:gd name="connsiteX83" fmla="*/ 1963909 w 5260975"/>
                  <a:gd name="connsiteY83" fmla="*/ 4669955 h 4707593"/>
                  <a:gd name="connsiteX84" fmla="*/ 1949603 w 5260975"/>
                  <a:gd name="connsiteY84" fmla="*/ 4667171 h 4707593"/>
                  <a:gd name="connsiteX85" fmla="*/ 1868373 w 5260975"/>
                  <a:gd name="connsiteY85" fmla="*/ 4664578 h 4707593"/>
                  <a:gd name="connsiteX86" fmla="*/ 1850707 w 5260975"/>
                  <a:gd name="connsiteY86" fmla="*/ 4664771 h 4707593"/>
                  <a:gd name="connsiteX87" fmla="*/ 1803275 w 5260975"/>
                  <a:gd name="connsiteY87" fmla="*/ 4653441 h 4707593"/>
                  <a:gd name="connsiteX88" fmla="*/ 1730112 w 5260975"/>
                  <a:gd name="connsiteY88" fmla="*/ 4671396 h 4707593"/>
                  <a:gd name="connsiteX89" fmla="*/ 1661652 w 5260975"/>
                  <a:gd name="connsiteY89" fmla="*/ 4693863 h 4707593"/>
                  <a:gd name="connsiteX90" fmla="*/ 1653011 w 5260975"/>
                  <a:gd name="connsiteY90" fmla="*/ 4696744 h 4707593"/>
                  <a:gd name="connsiteX91" fmla="*/ 1628431 w 5260975"/>
                  <a:gd name="connsiteY91" fmla="*/ 4701641 h 4707593"/>
                  <a:gd name="connsiteX92" fmla="*/ 1597995 w 5260975"/>
                  <a:gd name="connsiteY92" fmla="*/ 4703369 h 4707593"/>
                  <a:gd name="connsiteX93" fmla="*/ 1559396 w 5260975"/>
                  <a:gd name="connsiteY93" fmla="*/ 4707593 h 4707593"/>
                  <a:gd name="connsiteX94" fmla="*/ 1528480 w 5260975"/>
                  <a:gd name="connsiteY94" fmla="*/ 4702312 h 4707593"/>
                  <a:gd name="connsiteX95" fmla="*/ 1485272 w 5260975"/>
                  <a:gd name="connsiteY95" fmla="*/ 4694439 h 4707593"/>
                  <a:gd name="connsiteX96" fmla="*/ 1444562 w 5260975"/>
                  <a:gd name="connsiteY96" fmla="*/ 4686950 h 4707593"/>
                  <a:gd name="connsiteX97" fmla="*/ 1431696 w 5260975"/>
                  <a:gd name="connsiteY97" fmla="*/ 4695783 h 4707593"/>
                  <a:gd name="connsiteX98" fmla="*/ 1411821 w 5260975"/>
                  <a:gd name="connsiteY98" fmla="*/ 4703464 h 4707593"/>
                  <a:gd name="connsiteX99" fmla="*/ 1389738 w 5260975"/>
                  <a:gd name="connsiteY99" fmla="*/ 4694247 h 4707593"/>
                  <a:gd name="connsiteX100" fmla="*/ 1338081 w 5260975"/>
                  <a:gd name="connsiteY100" fmla="*/ 4675141 h 4707593"/>
                  <a:gd name="connsiteX101" fmla="*/ 1305436 w 5260975"/>
                  <a:gd name="connsiteY101" fmla="*/ 4674276 h 4707593"/>
                  <a:gd name="connsiteX102" fmla="*/ 1234481 w 5260975"/>
                  <a:gd name="connsiteY102" fmla="*/ 4666115 h 4707593"/>
                  <a:gd name="connsiteX103" fmla="*/ 1188106 w 5260975"/>
                  <a:gd name="connsiteY103" fmla="*/ 4654497 h 4707593"/>
                  <a:gd name="connsiteX104" fmla="*/ 1154790 w 5260975"/>
                  <a:gd name="connsiteY104" fmla="*/ 4641343 h 4707593"/>
                  <a:gd name="connsiteX105" fmla="*/ 1107069 w 5260975"/>
                  <a:gd name="connsiteY105" fmla="*/ 4624156 h 4707593"/>
                  <a:gd name="connsiteX106" fmla="*/ 1059158 w 5260975"/>
                  <a:gd name="connsiteY106" fmla="*/ 4615227 h 4707593"/>
                  <a:gd name="connsiteX107" fmla="*/ 1024496 w 5260975"/>
                  <a:gd name="connsiteY107" fmla="*/ 4603993 h 4707593"/>
                  <a:gd name="connsiteX108" fmla="*/ 982153 w 5260975"/>
                  <a:gd name="connsiteY108" fmla="*/ 4596311 h 4707593"/>
                  <a:gd name="connsiteX109" fmla="*/ 946628 w 5260975"/>
                  <a:gd name="connsiteY109" fmla="*/ 4596024 h 4707593"/>
                  <a:gd name="connsiteX110" fmla="*/ 890939 w 5260975"/>
                  <a:gd name="connsiteY110" fmla="*/ 4597368 h 4707593"/>
                  <a:gd name="connsiteX111" fmla="*/ 822769 w 5260975"/>
                  <a:gd name="connsiteY111" fmla="*/ 4574133 h 4707593"/>
                  <a:gd name="connsiteX112" fmla="*/ 795212 w 5260975"/>
                  <a:gd name="connsiteY112" fmla="*/ 4568947 h 4707593"/>
                  <a:gd name="connsiteX113" fmla="*/ 769288 w 5260975"/>
                  <a:gd name="connsiteY113" fmla="*/ 4566547 h 4707593"/>
                  <a:gd name="connsiteX114" fmla="*/ 714271 w 5260975"/>
                  <a:gd name="connsiteY114" fmla="*/ 4551089 h 4707593"/>
                  <a:gd name="connsiteX115" fmla="*/ 691900 w 5260975"/>
                  <a:gd name="connsiteY115" fmla="*/ 4545999 h 4707593"/>
                  <a:gd name="connsiteX116" fmla="*/ 660598 w 5260975"/>
                  <a:gd name="connsiteY116" fmla="*/ 4546096 h 4707593"/>
                  <a:gd name="connsiteX117" fmla="*/ 603662 w 5260975"/>
                  <a:gd name="connsiteY117" fmla="*/ 4538991 h 4707593"/>
                  <a:gd name="connsiteX118" fmla="*/ 546821 w 5260975"/>
                  <a:gd name="connsiteY118" fmla="*/ 4518251 h 4707593"/>
                  <a:gd name="connsiteX119" fmla="*/ 522721 w 5260975"/>
                  <a:gd name="connsiteY119" fmla="*/ 4520267 h 4707593"/>
                  <a:gd name="connsiteX120" fmla="*/ 514080 w 5260975"/>
                  <a:gd name="connsiteY120" fmla="*/ 4519788 h 4707593"/>
                  <a:gd name="connsiteX121" fmla="*/ 436404 w 5260975"/>
                  <a:gd name="connsiteY121" fmla="*/ 4508361 h 4707593"/>
                  <a:gd name="connsiteX122" fmla="*/ 428626 w 5260975"/>
                  <a:gd name="connsiteY122" fmla="*/ 4507114 h 4707593"/>
                  <a:gd name="connsiteX123" fmla="*/ 392141 w 5260975"/>
                  <a:gd name="connsiteY123" fmla="*/ 4496936 h 4707593"/>
                  <a:gd name="connsiteX124" fmla="*/ 300157 w 5260975"/>
                  <a:gd name="connsiteY124" fmla="*/ 4490599 h 4707593"/>
                  <a:gd name="connsiteX125" fmla="*/ 294493 w 5260975"/>
                  <a:gd name="connsiteY125" fmla="*/ 4489831 h 4707593"/>
                  <a:gd name="connsiteX126" fmla="*/ 263671 w 5260975"/>
                  <a:gd name="connsiteY126" fmla="*/ 4494919 h 4707593"/>
                  <a:gd name="connsiteX127" fmla="*/ 248406 w 5260975"/>
                  <a:gd name="connsiteY127" fmla="*/ 4502121 h 4707593"/>
                  <a:gd name="connsiteX128" fmla="*/ 224594 w 5260975"/>
                  <a:gd name="connsiteY128" fmla="*/ 4509610 h 4707593"/>
                  <a:gd name="connsiteX129" fmla="*/ 200398 w 5260975"/>
                  <a:gd name="connsiteY129" fmla="*/ 4512395 h 4707593"/>
                  <a:gd name="connsiteX130" fmla="*/ 159783 w 5260975"/>
                  <a:gd name="connsiteY130" fmla="*/ 4501064 h 4707593"/>
                  <a:gd name="connsiteX131" fmla="*/ 144997 w 5260975"/>
                  <a:gd name="connsiteY131" fmla="*/ 4499912 h 4707593"/>
                  <a:gd name="connsiteX132" fmla="*/ 112064 w 5260975"/>
                  <a:gd name="connsiteY132" fmla="*/ 4494440 h 4707593"/>
                  <a:gd name="connsiteX133" fmla="*/ 83259 w 5260975"/>
                  <a:gd name="connsiteY133" fmla="*/ 4494824 h 4707593"/>
                  <a:gd name="connsiteX134" fmla="*/ 60120 w 5260975"/>
                  <a:gd name="connsiteY134" fmla="*/ 4503561 h 4707593"/>
                  <a:gd name="connsiteX135" fmla="*/ 26514 w 5260975"/>
                  <a:gd name="connsiteY135" fmla="*/ 4505289 h 4707593"/>
                  <a:gd name="connsiteX136" fmla="*/ 4814 w 5260975"/>
                  <a:gd name="connsiteY136" fmla="*/ 4498952 h 4707593"/>
                  <a:gd name="connsiteX137" fmla="*/ 398 w 5260975"/>
                  <a:gd name="connsiteY137" fmla="*/ 4498089 h 4707593"/>
                  <a:gd name="connsiteX138" fmla="*/ 0 w 5260975"/>
                  <a:gd name="connsiteY138" fmla="*/ 4498087 h 47075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</a:cxnLst>
                <a:rect l="l" t="t" r="r" b="b"/>
                <a:pathLst>
                  <a:path w="5260975" h="4707593">
                    <a:moveTo>
                      <a:pt x="0" y="0"/>
                    </a:moveTo>
                    <a:lnTo>
                      <a:pt x="5260975" y="0"/>
                    </a:lnTo>
                    <a:lnTo>
                      <a:pt x="5260975" y="3296937"/>
                    </a:lnTo>
                    <a:lnTo>
                      <a:pt x="5260975" y="3518571"/>
                    </a:lnTo>
                    <a:lnTo>
                      <a:pt x="5226503" y="3534000"/>
                    </a:lnTo>
                    <a:cubicBezTo>
                      <a:pt x="5219783" y="3536785"/>
                      <a:pt x="5212389" y="3538321"/>
                      <a:pt x="5206341" y="3542065"/>
                    </a:cubicBezTo>
                    <a:cubicBezTo>
                      <a:pt x="5178495" y="3559156"/>
                      <a:pt x="5151515" y="3577591"/>
                      <a:pt x="5123287" y="3594010"/>
                    </a:cubicBezTo>
                    <a:cubicBezTo>
                      <a:pt x="5094195" y="3611004"/>
                      <a:pt x="5068175" y="3631071"/>
                      <a:pt x="5048107" y="3658244"/>
                    </a:cubicBezTo>
                    <a:cubicBezTo>
                      <a:pt x="5029480" y="3683496"/>
                      <a:pt x="5011429" y="3709131"/>
                      <a:pt x="4992899" y="3734479"/>
                    </a:cubicBezTo>
                    <a:cubicBezTo>
                      <a:pt x="4988194" y="3740912"/>
                      <a:pt x="4983873" y="3748498"/>
                      <a:pt x="4977440" y="3752627"/>
                    </a:cubicBezTo>
                    <a:cubicBezTo>
                      <a:pt x="4964094" y="3761268"/>
                      <a:pt x="4949499" y="3768277"/>
                      <a:pt x="4935193" y="3775382"/>
                    </a:cubicBezTo>
                    <a:cubicBezTo>
                      <a:pt x="4922903" y="3781431"/>
                      <a:pt x="4909845" y="3785943"/>
                      <a:pt x="4897844" y="3792472"/>
                    </a:cubicBezTo>
                    <a:cubicBezTo>
                      <a:pt x="4888243" y="3797658"/>
                      <a:pt x="4879697" y="3804859"/>
                      <a:pt x="4870767" y="3811388"/>
                    </a:cubicBezTo>
                    <a:cubicBezTo>
                      <a:pt x="4862990" y="3817052"/>
                      <a:pt x="4854445" y="3821949"/>
                      <a:pt x="4847916" y="3828767"/>
                    </a:cubicBezTo>
                    <a:cubicBezTo>
                      <a:pt x="4831977" y="3845281"/>
                      <a:pt x="4815942" y="3861508"/>
                      <a:pt x="4796163" y="3873702"/>
                    </a:cubicBezTo>
                    <a:cubicBezTo>
                      <a:pt x="4776672" y="3885799"/>
                      <a:pt x="4758237" y="3899338"/>
                      <a:pt x="4738843" y="3911628"/>
                    </a:cubicBezTo>
                    <a:cubicBezTo>
                      <a:pt x="4719831" y="3923630"/>
                      <a:pt x="4702645" y="3936783"/>
                      <a:pt x="4692755" y="3958099"/>
                    </a:cubicBezTo>
                    <a:cubicBezTo>
                      <a:pt x="4688339" y="3967508"/>
                      <a:pt x="4682097" y="3977782"/>
                      <a:pt x="4673744" y="3983255"/>
                    </a:cubicBezTo>
                    <a:cubicBezTo>
                      <a:pt x="4661838" y="3991032"/>
                      <a:pt x="4646764" y="3993817"/>
                      <a:pt x="4633801" y="4000442"/>
                    </a:cubicBezTo>
                    <a:cubicBezTo>
                      <a:pt x="4618535" y="4008219"/>
                      <a:pt x="4600869" y="4014940"/>
                      <a:pt x="4590499" y="4027326"/>
                    </a:cubicBezTo>
                    <a:cubicBezTo>
                      <a:pt x="4581281" y="4038368"/>
                      <a:pt x="4571968" y="4047009"/>
                      <a:pt x="4559773" y="4054018"/>
                    </a:cubicBezTo>
                    <a:cubicBezTo>
                      <a:pt x="4551229" y="4058915"/>
                      <a:pt x="4544892" y="4067844"/>
                      <a:pt x="4536059" y="4071877"/>
                    </a:cubicBezTo>
                    <a:cubicBezTo>
                      <a:pt x="4524441" y="4077254"/>
                      <a:pt x="4512727" y="4081479"/>
                      <a:pt x="4502549" y="4089832"/>
                    </a:cubicBezTo>
                    <a:cubicBezTo>
                      <a:pt x="4491987" y="4098473"/>
                      <a:pt x="4479986" y="4105290"/>
                      <a:pt x="4468944" y="4113356"/>
                    </a:cubicBezTo>
                    <a:cubicBezTo>
                      <a:pt x="4463087" y="4117676"/>
                      <a:pt x="4458286" y="4123341"/>
                      <a:pt x="4452622" y="4127854"/>
                    </a:cubicBezTo>
                    <a:cubicBezTo>
                      <a:pt x="4442252" y="4136111"/>
                      <a:pt x="4431690" y="4144176"/>
                      <a:pt x="4421032" y="4151953"/>
                    </a:cubicBezTo>
                    <a:cubicBezTo>
                      <a:pt x="4410375" y="4159731"/>
                      <a:pt x="4400197" y="4168756"/>
                      <a:pt x="4388483" y="4174421"/>
                    </a:cubicBezTo>
                    <a:cubicBezTo>
                      <a:pt x="4368513" y="4184023"/>
                      <a:pt x="4346717" y="4189784"/>
                      <a:pt x="4327321" y="4200153"/>
                    </a:cubicBezTo>
                    <a:cubicBezTo>
                      <a:pt x="4307639" y="4210714"/>
                      <a:pt x="4289107" y="4223965"/>
                      <a:pt x="4271633" y="4237983"/>
                    </a:cubicBezTo>
                    <a:cubicBezTo>
                      <a:pt x="4257807" y="4249025"/>
                      <a:pt x="4244845" y="4259971"/>
                      <a:pt x="4227465" y="4265635"/>
                    </a:cubicBezTo>
                    <a:cubicBezTo>
                      <a:pt x="4217768" y="4268804"/>
                      <a:pt x="4207591" y="4275717"/>
                      <a:pt x="4201733" y="4283783"/>
                    </a:cubicBezTo>
                    <a:cubicBezTo>
                      <a:pt x="4189059" y="4301353"/>
                      <a:pt x="4172833" y="4313739"/>
                      <a:pt x="4154494" y="4324301"/>
                    </a:cubicBezTo>
                    <a:cubicBezTo>
                      <a:pt x="4130010" y="4338511"/>
                      <a:pt x="4105814" y="4353009"/>
                      <a:pt x="4081234" y="4366931"/>
                    </a:cubicBezTo>
                    <a:cubicBezTo>
                      <a:pt x="4066737" y="4375189"/>
                      <a:pt x="4052335" y="4383926"/>
                      <a:pt x="4036971" y="4389975"/>
                    </a:cubicBezTo>
                    <a:cubicBezTo>
                      <a:pt x="4005575" y="4402457"/>
                      <a:pt x="3973410" y="4413114"/>
                      <a:pt x="3941725" y="4424733"/>
                    </a:cubicBezTo>
                    <a:cubicBezTo>
                      <a:pt x="3931355" y="4428477"/>
                      <a:pt x="3921561" y="4433854"/>
                      <a:pt x="3910999" y="4437119"/>
                    </a:cubicBezTo>
                    <a:cubicBezTo>
                      <a:pt x="3899573" y="4440671"/>
                      <a:pt x="3887285" y="4441727"/>
                      <a:pt x="3875859" y="4445280"/>
                    </a:cubicBezTo>
                    <a:cubicBezTo>
                      <a:pt x="3856847" y="4451136"/>
                      <a:pt x="3838412" y="4458626"/>
                      <a:pt x="3819401" y="4464579"/>
                    </a:cubicBezTo>
                    <a:cubicBezTo>
                      <a:pt x="3782723" y="4476005"/>
                      <a:pt x="3745949" y="4486951"/>
                      <a:pt x="3709176" y="4497800"/>
                    </a:cubicBezTo>
                    <a:cubicBezTo>
                      <a:pt x="3701303" y="4500105"/>
                      <a:pt x="3692757" y="4500393"/>
                      <a:pt x="3684981" y="4502889"/>
                    </a:cubicBezTo>
                    <a:cubicBezTo>
                      <a:pt x="3664337" y="4509610"/>
                      <a:pt x="3643789" y="4516907"/>
                      <a:pt x="3623338" y="4524300"/>
                    </a:cubicBezTo>
                    <a:cubicBezTo>
                      <a:pt x="3610953" y="4528813"/>
                      <a:pt x="3598854" y="4534382"/>
                      <a:pt x="3586373" y="4538702"/>
                    </a:cubicBezTo>
                    <a:cubicBezTo>
                      <a:pt x="3576387" y="4542159"/>
                      <a:pt x="3566113" y="4544847"/>
                      <a:pt x="3555743" y="4546960"/>
                    </a:cubicBezTo>
                    <a:cubicBezTo>
                      <a:pt x="3546814" y="4548785"/>
                      <a:pt x="3537501" y="4548592"/>
                      <a:pt x="3528667" y="4550801"/>
                    </a:cubicBezTo>
                    <a:cubicBezTo>
                      <a:pt x="3504759" y="4556753"/>
                      <a:pt x="3481140" y="4563475"/>
                      <a:pt x="3457424" y="4569811"/>
                    </a:cubicBezTo>
                    <a:cubicBezTo>
                      <a:pt x="3447919" y="4572308"/>
                      <a:pt x="3438221" y="4574133"/>
                      <a:pt x="3429003" y="4577301"/>
                    </a:cubicBezTo>
                    <a:cubicBezTo>
                      <a:pt x="3404327" y="4585654"/>
                      <a:pt x="3380036" y="4595159"/>
                      <a:pt x="3355264" y="4603033"/>
                    </a:cubicBezTo>
                    <a:cubicBezTo>
                      <a:pt x="3334717" y="4609562"/>
                      <a:pt x="3313593" y="4614266"/>
                      <a:pt x="3292757" y="4620027"/>
                    </a:cubicBezTo>
                    <a:cubicBezTo>
                      <a:pt x="3283924" y="4622524"/>
                      <a:pt x="3275475" y="4626077"/>
                      <a:pt x="3266643" y="4628188"/>
                    </a:cubicBezTo>
                    <a:cubicBezTo>
                      <a:pt x="3246863" y="4632990"/>
                      <a:pt x="3226796" y="4637022"/>
                      <a:pt x="3206921" y="4641823"/>
                    </a:cubicBezTo>
                    <a:cubicBezTo>
                      <a:pt x="3195590" y="4644607"/>
                      <a:pt x="3184645" y="4649600"/>
                      <a:pt x="3173123" y="4651425"/>
                    </a:cubicBezTo>
                    <a:cubicBezTo>
                      <a:pt x="3145759" y="4655745"/>
                      <a:pt x="3118203" y="4658817"/>
                      <a:pt x="3090646" y="4662274"/>
                    </a:cubicBezTo>
                    <a:cubicBezTo>
                      <a:pt x="3062227" y="4665826"/>
                      <a:pt x="3033902" y="4669571"/>
                      <a:pt x="3005480" y="4672739"/>
                    </a:cubicBezTo>
                    <a:cubicBezTo>
                      <a:pt x="2989926" y="4674372"/>
                      <a:pt x="2974275" y="4674660"/>
                      <a:pt x="2958721" y="4676196"/>
                    </a:cubicBezTo>
                    <a:cubicBezTo>
                      <a:pt x="2945087" y="4677541"/>
                      <a:pt x="2931549" y="4680037"/>
                      <a:pt x="2917915" y="4681670"/>
                    </a:cubicBezTo>
                    <a:cubicBezTo>
                      <a:pt x="2906105" y="4683013"/>
                      <a:pt x="2894199" y="4683781"/>
                      <a:pt x="2882389" y="4685126"/>
                    </a:cubicBezTo>
                    <a:cubicBezTo>
                      <a:pt x="2863475" y="4687334"/>
                      <a:pt x="2844655" y="4689831"/>
                      <a:pt x="2825837" y="4692135"/>
                    </a:cubicBezTo>
                    <a:cubicBezTo>
                      <a:pt x="2817964" y="4692999"/>
                      <a:pt x="2809706" y="4695399"/>
                      <a:pt x="2802313" y="4693960"/>
                    </a:cubicBezTo>
                    <a:cubicBezTo>
                      <a:pt x="2783686" y="4690310"/>
                      <a:pt x="2765347" y="4691367"/>
                      <a:pt x="2746816" y="4693863"/>
                    </a:cubicBezTo>
                    <a:cubicBezTo>
                      <a:pt x="2740479" y="4694728"/>
                      <a:pt x="2733662" y="4694535"/>
                      <a:pt x="2727517" y="4692903"/>
                    </a:cubicBezTo>
                    <a:cubicBezTo>
                      <a:pt x="2714939" y="4689638"/>
                      <a:pt x="2702745" y="4685029"/>
                      <a:pt x="2690359" y="4680997"/>
                    </a:cubicBezTo>
                    <a:cubicBezTo>
                      <a:pt x="2689014" y="4680517"/>
                      <a:pt x="2687382" y="4680421"/>
                      <a:pt x="2685943" y="4680133"/>
                    </a:cubicBezTo>
                    <a:cubicBezTo>
                      <a:pt x="2677781" y="4678500"/>
                      <a:pt x="2669717" y="4676868"/>
                      <a:pt x="2661554" y="4675428"/>
                    </a:cubicBezTo>
                    <a:cubicBezTo>
                      <a:pt x="2657138" y="4674660"/>
                      <a:pt x="2652625" y="4674564"/>
                      <a:pt x="2648208" y="4673892"/>
                    </a:cubicBezTo>
                    <a:cubicBezTo>
                      <a:pt x="2631118" y="4671203"/>
                      <a:pt x="2612299" y="4675716"/>
                      <a:pt x="2597512" y="4664099"/>
                    </a:cubicBezTo>
                    <a:cubicBezTo>
                      <a:pt x="2587911" y="4656609"/>
                      <a:pt x="2578597" y="4658338"/>
                      <a:pt x="2568324" y="4659490"/>
                    </a:cubicBezTo>
                    <a:cubicBezTo>
                      <a:pt x="2560547" y="4660354"/>
                      <a:pt x="2552577" y="4660065"/>
                      <a:pt x="2544704" y="4660162"/>
                    </a:cubicBezTo>
                    <a:cubicBezTo>
                      <a:pt x="2530878" y="4660449"/>
                      <a:pt x="2517052" y="4660546"/>
                      <a:pt x="2503225" y="4661026"/>
                    </a:cubicBezTo>
                    <a:cubicBezTo>
                      <a:pt x="2498808" y="4661218"/>
                      <a:pt x="2494297" y="4663619"/>
                      <a:pt x="2489975" y="4663235"/>
                    </a:cubicBezTo>
                    <a:cubicBezTo>
                      <a:pt x="2470004" y="4661410"/>
                      <a:pt x="2450033" y="4658529"/>
                      <a:pt x="2430061" y="4656897"/>
                    </a:cubicBezTo>
                    <a:cubicBezTo>
                      <a:pt x="2418732" y="4655938"/>
                      <a:pt x="2407114" y="4657761"/>
                      <a:pt x="2395880" y="4656417"/>
                    </a:cubicBezTo>
                    <a:cubicBezTo>
                      <a:pt x="2382919" y="4654881"/>
                      <a:pt x="2370245" y="4650945"/>
                      <a:pt x="2357378" y="4648544"/>
                    </a:cubicBezTo>
                    <a:cubicBezTo>
                      <a:pt x="2353826" y="4647872"/>
                      <a:pt x="2349889" y="4648736"/>
                      <a:pt x="2346145" y="4648928"/>
                    </a:cubicBezTo>
                    <a:cubicBezTo>
                      <a:pt x="2341920" y="4649120"/>
                      <a:pt x="2337791" y="4649504"/>
                      <a:pt x="2333567" y="4649600"/>
                    </a:cubicBezTo>
                    <a:cubicBezTo>
                      <a:pt x="2320700" y="4649793"/>
                      <a:pt x="2307835" y="4649504"/>
                      <a:pt x="2294968" y="4650177"/>
                    </a:cubicBezTo>
                    <a:cubicBezTo>
                      <a:pt x="2287095" y="4650561"/>
                      <a:pt x="2278839" y="4654497"/>
                      <a:pt x="2271540" y="4653057"/>
                    </a:cubicBezTo>
                    <a:cubicBezTo>
                      <a:pt x="2256659" y="4650272"/>
                      <a:pt x="2241776" y="4656513"/>
                      <a:pt x="2226895" y="4651329"/>
                    </a:cubicBezTo>
                    <a:cubicBezTo>
                      <a:pt x="2222285" y="4649793"/>
                      <a:pt x="2215948" y="4653633"/>
                      <a:pt x="2210379" y="4653825"/>
                    </a:cubicBezTo>
                    <a:cubicBezTo>
                      <a:pt x="2196457" y="4654305"/>
                      <a:pt x="2182535" y="4654209"/>
                      <a:pt x="2168613" y="4654113"/>
                    </a:cubicBezTo>
                    <a:cubicBezTo>
                      <a:pt x="2156131" y="4654017"/>
                      <a:pt x="2143168" y="4655361"/>
                      <a:pt x="2131167" y="4652673"/>
                    </a:cubicBezTo>
                    <a:cubicBezTo>
                      <a:pt x="2118588" y="4649793"/>
                      <a:pt x="2107259" y="4650177"/>
                      <a:pt x="2095065" y="4653441"/>
                    </a:cubicBezTo>
                    <a:cubicBezTo>
                      <a:pt x="2086711" y="4655649"/>
                      <a:pt x="2077878" y="4655938"/>
                      <a:pt x="2069237" y="4656609"/>
                    </a:cubicBezTo>
                    <a:cubicBezTo>
                      <a:pt x="2059924" y="4657377"/>
                      <a:pt x="2049650" y="4655361"/>
                      <a:pt x="2041201" y="4658529"/>
                    </a:cubicBezTo>
                    <a:cubicBezTo>
                      <a:pt x="2016044" y="4667939"/>
                      <a:pt x="1990216" y="4669955"/>
                      <a:pt x="1963909" y="4669955"/>
                    </a:cubicBezTo>
                    <a:cubicBezTo>
                      <a:pt x="1959107" y="4669955"/>
                      <a:pt x="1954210" y="4668612"/>
                      <a:pt x="1949603" y="4667171"/>
                    </a:cubicBezTo>
                    <a:cubicBezTo>
                      <a:pt x="1922717" y="4658529"/>
                      <a:pt x="1895737" y="4659297"/>
                      <a:pt x="1868373" y="4664578"/>
                    </a:cubicBezTo>
                    <a:cubicBezTo>
                      <a:pt x="1862708" y="4665731"/>
                      <a:pt x="1856372" y="4665923"/>
                      <a:pt x="1850707" y="4664771"/>
                    </a:cubicBezTo>
                    <a:cubicBezTo>
                      <a:pt x="1834768" y="4661410"/>
                      <a:pt x="1819309" y="4655841"/>
                      <a:pt x="1803275" y="4653441"/>
                    </a:cubicBezTo>
                    <a:cubicBezTo>
                      <a:pt x="1776775" y="4649504"/>
                      <a:pt x="1753828" y="4662754"/>
                      <a:pt x="1730112" y="4671396"/>
                    </a:cubicBezTo>
                    <a:cubicBezTo>
                      <a:pt x="1707548" y="4679557"/>
                      <a:pt x="1688345" y="4697992"/>
                      <a:pt x="1661652" y="4693863"/>
                    </a:cubicBezTo>
                    <a:cubicBezTo>
                      <a:pt x="1658965" y="4693479"/>
                      <a:pt x="1655988" y="4696071"/>
                      <a:pt x="1653011" y="4696744"/>
                    </a:cubicBezTo>
                    <a:cubicBezTo>
                      <a:pt x="1644850" y="4698568"/>
                      <a:pt x="1636689" y="4700776"/>
                      <a:pt x="1628431" y="4701641"/>
                    </a:cubicBezTo>
                    <a:cubicBezTo>
                      <a:pt x="1618350" y="4702793"/>
                      <a:pt x="1608076" y="4702409"/>
                      <a:pt x="1597995" y="4703369"/>
                    </a:cubicBezTo>
                    <a:cubicBezTo>
                      <a:pt x="1585032" y="4704521"/>
                      <a:pt x="1572263" y="4707593"/>
                      <a:pt x="1559396" y="4707593"/>
                    </a:cubicBezTo>
                    <a:cubicBezTo>
                      <a:pt x="1549026" y="4707593"/>
                      <a:pt x="1538753" y="4704041"/>
                      <a:pt x="1528480" y="4702312"/>
                    </a:cubicBezTo>
                    <a:cubicBezTo>
                      <a:pt x="1513981" y="4699912"/>
                      <a:pt x="1498042" y="4700584"/>
                      <a:pt x="1485272" y="4694439"/>
                    </a:cubicBezTo>
                    <a:cubicBezTo>
                      <a:pt x="1471639" y="4687910"/>
                      <a:pt x="1458676" y="4684934"/>
                      <a:pt x="1444562" y="4686950"/>
                    </a:cubicBezTo>
                    <a:cubicBezTo>
                      <a:pt x="1439857" y="4687622"/>
                      <a:pt x="1433808" y="4691655"/>
                      <a:pt x="1431696" y="4695783"/>
                    </a:cubicBezTo>
                    <a:cubicBezTo>
                      <a:pt x="1426991" y="4705001"/>
                      <a:pt x="1420559" y="4706634"/>
                      <a:pt x="1411821" y="4703464"/>
                    </a:cubicBezTo>
                    <a:cubicBezTo>
                      <a:pt x="1404236" y="4700776"/>
                      <a:pt x="1394922" y="4699432"/>
                      <a:pt x="1389738" y="4694247"/>
                    </a:cubicBezTo>
                    <a:cubicBezTo>
                      <a:pt x="1375047" y="4679557"/>
                      <a:pt x="1356324" y="4679077"/>
                      <a:pt x="1338081" y="4675141"/>
                    </a:cubicBezTo>
                    <a:cubicBezTo>
                      <a:pt x="1326945" y="4672739"/>
                      <a:pt x="1316574" y="4672644"/>
                      <a:pt x="1305436" y="4674276"/>
                    </a:cubicBezTo>
                    <a:cubicBezTo>
                      <a:pt x="1281241" y="4677925"/>
                      <a:pt x="1257717" y="4672739"/>
                      <a:pt x="1234481" y="4666115"/>
                    </a:cubicBezTo>
                    <a:cubicBezTo>
                      <a:pt x="1219118" y="4661698"/>
                      <a:pt x="1203372" y="4659010"/>
                      <a:pt x="1188106" y="4654497"/>
                    </a:cubicBezTo>
                    <a:cubicBezTo>
                      <a:pt x="1176680" y="4651041"/>
                      <a:pt x="1165255" y="4646912"/>
                      <a:pt x="1154790" y="4641343"/>
                    </a:cubicBezTo>
                    <a:cubicBezTo>
                      <a:pt x="1139618" y="4633181"/>
                      <a:pt x="1126369" y="4620891"/>
                      <a:pt x="1107069" y="4624156"/>
                    </a:cubicBezTo>
                    <a:cubicBezTo>
                      <a:pt x="1090074" y="4627036"/>
                      <a:pt x="1074713" y="4620988"/>
                      <a:pt x="1059158" y="4615227"/>
                    </a:cubicBezTo>
                    <a:cubicBezTo>
                      <a:pt x="1047732" y="4611002"/>
                      <a:pt x="1036308" y="4606681"/>
                      <a:pt x="1024496" y="4603993"/>
                    </a:cubicBezTo>
                    <a:cubicBezTo>
                      <a:pt x="1010478" y="4600824"/>
                      <a:pt x="994635" y="4602169"/>
                      <a:pt x="982153" y="4596311"/>
                    </a:cubicBezTo>
                    <a:cubicBezTo>
                      <a:pt x="969095" y="4590166"/>
                      <a:pt x="958246" y="4594295"/>
                      <a:pt x="946628" y="4596024"/>
                    </a:cubicBezTo>
                    <a:cubicBezTo>
                      <a:pt x="928097" y="4598712"/>
                      <a:pt x="909661" y="4603705"/>
                      <a:pt x="890939" y="4597368"/>
                    </a:cubicBezTo>
                    <a:cubicBezTo>
                      <a:pt x="868184" y="4589687"/>
                      <a:pt x="845620" y="4581430"/>
                      <a:pt x="822769" y="4574133"/>
                    </a:cubicBezTo>
                    <a:cubicBezTo>
                      <a:pt x="813934" y="4571347"/>
                      <a:pt x="804431" y="4570195"/>
                      <a:pt x="795212" y="4568947"/>
                    </a:cubicBezTo>
                    <a:cubicBezTo>
                      <a:pt x="786476" y="4567891"/>
                      <a:pt x="776010" y="4570579"/>
                      <a:pt x="769288" y="4566547"/>
                    </a:cubicBezTo>
                    <a:cubicBezTo>
                      <a:pt x="752005" y="4556178"/>
                      <a:pt x="734243" y="4551089"/>
                      <a:pt x="714271" y="4551089"/>
                    </a:cubicBezTo>
                    <a:cubicBezTo>
                      <a:pt x="706781" y="4551089"/>
                      <a:pt x="699484" y="4546768"/>
                      <a:pt x="691900" y="4545999"/>
                    </a:cubicBezTo>
                    <a:cubicBezTo>
                      <a:pt x="681529" y="4545040"/>
                      <a:pt x="669623" y="4542447"/>
                      <a:pt x="660598" y="4546096"/>
                    </a:cubicBezTo>
                    <a:cubicBezTo>
                      <a:pt x="639379" y="4554737"/>
                      <a:pt x="622193" y="4547536"/>
                      <a:pt x="603662" y="4538991"/>
                    </a:cubicBezTo>
                    <a:cubicBezTo>
                      <a:pt x="585418" y="4530541"/>
                      <a:pt x="566215" y="4523821"/>
                      <a:pt x="546821" y="4518251"/>
                    </a:cubicBezTo>
                    <a:cubicBezTo>
                      <a:pt x="539524" y="4516235"/>
                      <a:pt x="530787" y="4519596"/>
                      <a:pt x="522721" y="4520267"/>
                    </a:cubicBezTo>
                    <a:cubicBezTo>
                      <a:pt x="519840" y="4520460"/>
                      <a:pt x="516671" y="4520748"/>
                      <a:pt x="514080" y="4519788"/>
                    </a:cubicBezTo>
                    <a:cubicBezTo>
                      <a:pt x="489020" y="4510570"/>
                      <a:pt x="463575" y="4503561"/>
                      <a:pt x="436404" y="4508361"/>
                    </a:cubicBezTo>
                    <a:cubicBezTo>
                      <a:pt x="433908" y="4508842"/>
                      <a:pt x="431123" y="4507786"/>
                      <a:pt x="428626" y="4507114"/>
                    </a:cubicBezTo>
                    <a:cubicBezTo>
                      <a:pt x="416432" y="4503657"/>
                      <a:pt x="404526" y="4498184"/>
                      <a:pt x="392141" y="4496936"/>
                    </a:cubicBezTo>
                    <a:cubicBezTo>
                      <a:pt x="361608" y="4493864"/>
                      <a:pt x="330884" y="4492615"/>
                      <a:pt x="300157" y="4490599"/>
                    </a:cubicBezTo>
                    <a:cubicBezTo>
                      <a:pt x="298237" y="4490503"/>
                      <a:pt x="296221" y="4490503"/>
                      <a:pt x="294493" y="4489831"/>
                    </a:cubicBezTo>
                    <a:cubicBezTo>
                      <a:pt x="283163" y="4485702"/>
                      <a:pt x="273274" y="4487047"/>
                      <a:pt x="263671" y="4494919"/>
                    </a:cubicBezTo>
                    <a:cubicBezTo>
                      <a:pt x="259447" y="4498376"/>
                      <a:pt x="253686" y="4500200"/>
                      <a:pt x="248406" y="4502121"/>
                    </a:cubicBezTo>
                    <a:cubicBezTo>
                      <a:pt x="240628" y="4505002"/>
                      <a:pt x="232659" y="4507786"/>
                      <a:pt x="224594" y="4509610"/>
                    </a:cubicBezTo>
                    <a:cubicBezTo>
                      <a:pt x="216624" y="4511338"/>
                      <a:pt x="208079" y="4513738"/>
                      <a:pt x="200398" y="4512395"/>
                    </a:cubicBezTo>
                    <a:cubicBezTo>
                      <a:pt x="186572" y="4509994"/>
                      <a:pt x="173417" y="4504618"/>
                      <a:pt x="159783" y="4501064"/>
                    </a:cubicBezTo>
                    <a:cubicBezTo>
                      <a:pt x="155079" y="4499816"/>
                      <a:pt x="149893" y="4500009"/>
                      <a:pt x="144997" y="4499912"/>
                    </a:cubicBezTo>
                    <a:cubicBezTo>
                      <a:pt x="133763" y="4499625"/>
                      <a:pt x="122241" y="4502409"/>
                      <a:pt x="112064" y="4494440"/>
                    </a:cubicBezTo>
                    <a:cubicBezTo>
                      <a:pt x="102655" y="4486951"/>
                      <a:pt x="93148" y="4489158"/>
                      <a:pt x="83259" y="4494824"/>
                    </a:cubicBezTo>
                    <a:cubicBezTo>
                      <a:pt x="76154" y="4498857"/>
                      <a:pt x="68090" y="4502025"/>
                      <a:pt x="60120" y="4503561"/>
                    </a:cubicBezTo>
                    <a:cubicBezTo>
                      <a:pt x="49174" y="4505673"/>
                      <a:pt x="38324" y="4506538"/>
                      <a:pt x="26514" y="4505289"/>
                    </a:cubicBezTo>
                    <a:cubicBezTo>
                      <a:pt x="18161" y="4504425"/>
                      <a:pt x="11343" y="4504041"/>
                      <a:pt x="4814" y="4498952"/>
                    </a:cubicBezTo>
                    <a:cubicBezTo>
                      <a:pt x="3759" y="4498184"/>
                      <a:pt x="1839" y="4497992"/>
                      <a:pt x="398" y="4498089"/>
                    </a:cubicBezTo>
                    <a:lnTo>
                      <a:pt x="0" y="4498087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BD695E1-00AC-49AE-93BF-22000734A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6096000" y="4138312"/>
              <a:ext cx="5260975" cy="1410656"/>
              <a:chOff x="6096000" y="4138312"/>
              <a:chExt cx="5260975" cy="1410656"/>
            </a:xfrm>
          </p:grpSpPr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721D808-B8BC-4568-A927-12BC276FBF0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7B2886F6-DE07-47C7-840F-22CD86C0D1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6096000" y="4138312"/>
                <a:ext cx="5260975" cy="1410656"/>
              </a:xfrm>
              <a:custGeom>
                <a:avLst/>
                <a:gdLst>
                  <a:gd name="connsiteX0" fmla="*/ 5260975 w 5260975"/>
                  <a:gd name="connsiteY0" fmla="*/ 0 h 1410656"/>
                  <a:gd name="connsiteX1" fmla="*/ 5260975 w 5260975"/>
                  <a:gd name="connsiteY1" fmla="*/ 221634 h 1410656"/>
                  <a:gd name="connsiteX2" fmla="*/ 5226503 w 5260975"/>
                  <a:gd name="connsiteY2" fmla="*/ 237063 h 1410656"/>
                  <a:gd name="connsiteX3" fmla="*/ 5206341 w 5260975"/>
                  <a:gd name="connsiteY3" fmla="*/ 245128 h 1410656"/>
                  <a:gd name="connsiteX4" fmla="*/ 5123287 w 5260975"/>
                  <a:gd name="connsiteY4" fmla="*/ 297073 h 1410656"/>
                  <a:gd name="connsiteX5" fmla="*/ 5048107 w 5260975"/>
                  <a:gd name="connsiteY5" fmla="*/ 361307 h 1410656"/>
                  <a:gd name="connsiteX6" fmla="*/ 4992899 w 5260975"/>
                  <a:gd name="connsiteY6" fmla="*/ 437542 h 1410656"/>
                  <a:gd name="connsiteX7" fmla="*/ 4977440 w 5260975"/>
                  <a:gd name="connsiteY7" fmla="*/ 455690 h 1410656"/>
                  <a:gd name="connsiteX8" fmla="*/ 4935193 w 5260975"/>
                  <a:gd name="connsiteY8" fmla="*/ 478445 h 1410656"/>
                  <a:gd name="connsiteX9" fmla="*/ 4897844 w 5260975"/>
                  <a:gd name="connsiteY9" fmla="*/ 495535 h 1410656"/>
                  <a:gd name="connsiteX10" fmla="*/ 4870767 w 5260975"/>
                  <a:gd name="connsiteY10" fmla="*/ 514451 h 1410656"/>
                  <a:gd name="connsiteX11" fmla="*/ 4847916 w 5260975"/>
                  <a:gd name="connsiteY11" fmla="*/ 531830 h 1410656"/>
                  <a:gd name="connsiteX12" fmla="*/ 4796163 w 5260975"/>
                  <a:gd name="connsiteY12" fmla="*/ 576765 h 1410656"/>
                  <a:gd name="connsiteX13" fmla="*/ 4738843 w 5260975"/>
                  <a:gd name="connsiteY13" fmla="*/ 614691 h 1410656"/>
                  <a:gd name="connsiteX14" fmla="*/ 4692755 w 5260975"/>
                  <a:gd name="connsiteY14" fmla="*/ 661162 h 1410656"/>
                  <a:gd name="connsiteX15" fmla="*/ 4673744 w 5260975"/>
                  <a:gd name="connsiteY15" fmla="*/ 686318 h 1410656"/>
                  <a:gd name="connsiteX16" fmla="*/ 4633801 w 5260975"/>
                  <a:gd name="connsiteY16" fmla="*/ 703505 h 1410656"/>
                  <a:gd name="connsiteX17" fmla="*/ 4590499 w 5260975"/>
                  <a:gd name="connsiteY17" fmla="*/ 730389 h 1410656"/>
                  <a:gd name="connsiteX18" fmla="*/ 4559773 w 5260975"/>
                  <a:gd name="connsiteY18" fmla="*/ 757081 h 1410656"/>
                  <a:gd name="connsiteX19" fmla="*/ 4536059 w 5260975"/>
                  <a:gd name="connsiteY19" fmla="*/ 774940 h 1410656"/>
                  <a:gd name="connsiteX20" fmla="*/ 4502549 w 5260975"/>
                  <a:gd name="connsiteY20" fmla="*/ 792895 h 1410656"/>
                  <a:gd name="connsiteX21" fmla="*/ 4468944 w 5260975"/>
                  <a:gd name="connsiteY21" fmla="*/ 816419 h 1410656"/>
                  <a:gd name="connsiteX22" fmla="*/ 4452622 w 5260975"/>
                  <a:gd name="connsiteY22" fmla="*/ 830917 h 1410656"/>
                  <a:gd name="connsiteX23" fmla="*/ 4421032 w 5260975"/>
                  <a:gd name="connsiteY23" fmla="*/ 855016 h 1410656"/>
                  <a:gd name="connsiteX24" fmla="*/ 4388483 w 5260975"/>
                  <a:gd name="connsiteY24" fmla="*/ 877484 h 1410656"/>
                  <a:gd name="connsiteX25" fmla="*/ 4327321 w 5260975"/>
                  <a:gd name="connsiteY25" fmla="*/ 903216 h 1410656"/>
                  <a:gd name="connsiteX26" fmla="*/ 4271633 w 5260975"/>
                  <a:gd name="connsiteY26" fmla="*/ 941046 h 1410656"/>
                  <a:gd name="connsiteX27" fmla="*/ 4227465 w 5260975"/>
                  <a:gd name="connsiteY27" fmla="*/ 968698 h 1410656"/>
                  <a:gd name="connsiteX28" fmla="*/ 4201733 w 5260975"/>
                  <a:gd name="connsiteY28" fmla="*/ 986846 h 1410656"/>
                  <a:gd name="connsiteX29" fmla="*/ 4154494 w 5260975"/>
                  <a:gd name="connsiteY29" fmla="*/ 1027364 h 1410656"/>
                  <a:gd name="connsiteX30" fmla="*/ 4081234 w 5260975"/>
                  <a:gd name="connsiteY30" fmla="*/ 1069994 h 1410656"/>
                  <a:gd name="connsiteX31" fmla="*/ 4036971 w 5260975"/>
                  <a:gd name="connsiteY31" fmla="*/ 1093038 h 1410656"/>
                  <a:gd name="connsiteX32" fmla="*/ 3941725 w 5260975"/>
                  <a:gd name="connsiteY32" fmla="*/ 1127796 h 1410656"/>
                  <a:gd name="connsiteX33" fmla="*/ 3910999 w 5260975"/>
                  <a:gd name="connsiteY33" fmla="*/ 1140182 h 1410656"/>
                  <a:gd name="connsiteX34" fmla="*/ 3875859 w 5260975"/>
                  <a:gd name="connsiteY34" fmla="*/ 1148343 h 1410656"/>
                  <a:gd name="connsiteX35" fmla="*/ 3819401 w 5260975"/>
                  <a:gd name="connsiteY35" fmla="*/ 1167642 h 1410656"/>
                  <a:gd name="connsiteX36" fmla="*/ 3709176 w 5260975"/>
                  <a:gd name="connsiteY36" fmla="*/ 1200863 h 1410656"/>
                  <a:gd name="connsiteX37" fmla="*/ 3684981 w 5260975"/>
                  <a:gd name="connsiteY37" fmla="*/ 1205952 h 1410656"/>
                  <a:gd name="connsiteX38" fmla="*/ 3623338 w 5260975"/>
                  <a:gd name="connsiteY38" fmla="*/ 1227363 h 1410656"/>
                  <a:gd name="connsiteX39" fmla="*/ 3586373 w 5260975"/>
                  <a:gd name="connsiteY39" fmla="*/ 1241765 h 1410656"/>
                  <a:gd name="connsiteX40" fmla="*/ 3555743 w 5260975"/>
                  <a:gd name="connsiteY40" fmla="*/ 1250023 h 1410656"/>
                  <a:gd name="connsiteX41" fmla="*/ 3528667 w 5260975"/>
                  <a:gd name="connsiteY41" fmla="*/ 1253864 h 1410656"/>
                  <a:gd name="connsiteX42" fmla="*/ 3457424 w 5260975"/>
                  <a:gd name="connsiteY42" fmla="*/ 1272874 h 1410656"/>
                  <a:gd name="connsiteX43" fmla="*/ 3429003 w 5260975"/>
                  <a:gd name="connsiteY43" fmla="*/ 1280364 h 1410656"/>
                  <a:gd name="connsiteX44" fmla="*/ 3355264 w 5260975"/>
                  <a:gd name="connsiteY44" fmla="*/ 1306096 h 1410656"/>
                  <a:gd name="connsiteX45" fmla="*/ 3292757 w 5260975"/>
                  <a:gd name="connsiteY45" fmla="*/ 1323090 h 1410656"/>
                  <a:gd name="connsiteX46" fmla="*/ 3266643 w 5260975"/>
                  <a:gd name="connsiteY46" fmla="*/ 1331251 h 1410656"/>
                  <a:gd name="connsiteX47" fmla="*/ 3206921 w 5260975"/>
                  <a:gd name="connsiteY47" fmla="*/ 1344886 h 1410656"/>
                  <a:gd name="connsiteX48" fmla="*/ 3173123 w 5260975"/>
                  <a:gd name="connsiteY48" fmla="*/ 1354488 h 1410656"/>
                  <a:gd name="connsiteX49" fmla="*/ 3090646 w 5260975"/>
                  <a:gd name="connsiteY49" fmla="*/ 1365337 h 1410656"/>
                  <a:gd name="connsiteX50" fmla="*/ 3005480 w 5260975"/>
                  <a:gd name="connsiteY50" fmla="*/ 1375802 h 1410656"/>
                  <a:gd name="connsiteX51" fmla="*/ 2958721 w 5260975"/>
                  <a:gd name="connsiteY51" fmla="*/ 1379259 h 1410656"/>
                  <a:gd name="connsiteX52" fmla="*/ 2917915 w 5260975"/>
                  <a:gd name="connsiteY52" fmla="*/ 1384733 h 1410656"/>
                  <a:gd name="connsiteX53" fmla="*/ 2882389 w 5260975"/>
                  <a:gd name="connsiteY53" fmla="*/ 1388189 h 1410656"/>
                  <a:gd name="connsiteX54" fmla="*/ 2825837 w 5260975"/>
                  <a:gd name="connsiteY54" fmla="*/ 1395198 h 1410656"/>
                  <a:gd name="connsiteX55" fmla="*/ 2802313 w 5260975"/>
                  <a:gd name="connsiteY55" fmla="*/ 1397023 h 1410656"/>
                  <a:gd name="connsiteX56" fmla="*/ 2746816 w 5260975"/>
                  <a:gd name="connsiteY56" fmla="*/ 1396926 h 1410656"/>
                  <a:gd name="connsiteX57" fmla="*/ 2727517 w 5260975"/>
                  <a:gd name="connsiteY57" fmla="*/ 1395966 h 1410656"/>
                  <a:gd name="connsiteX58" fmla="*/ 2690359 w 5260975"/>
                  <a:gd name="connsiteY58" fmla="*/ 1384060 h 1410656"/>
                  <a:gd name="connsiteX59" fmla="*/ 2685943 w 5260975"/>
                  <a:gd name="connsiteY59" fmla="*/ 1383196 h 1410656"/>
                  <a:gd name="connsiteX60" fmla="*/ 2661554 w 5260975"/>
                  <a:gd name="connsiteY60" fmla="*/ 1378491 h 1410656"/>
                  <a:gd name="connsiteX61" fmla="*/ 2648208 w 5260975"/>
                  <a:gd name="connsiteY61" fmla="*/ 1376955 h 1410656"/>
                  <a:gd name="connsiteX62" fmla="*/ 2597512 w 5260975"/>
                  <a:gd name="connsiteY62" fmla="*/ 1367162 h 1410656"/>
                  <a:gd name="connsiteX63" fmla="*/ 2568324 w 5260975"/>
                  <a:gd name="connsiteY63" fmla="*/ 1362553 h 1410656"/>
                  <a:gd name="connsiteX64" fmla="*/ 2544704 w 5260975"/>
                  <a:gd name="connsiteY64" fmla="*/ 1363225 h 1410656"/>
                  <a:gd name="connsiteX65" fmla="*/ 2503225 w 5260975"/>
                  <a:gd name="connsiteY65" fmla="*/ 1364089 h 1410656"/>
                  <a:gd name="connsiteX66" fmla="*/ 2489975 w 5260975"/>
                  <a:gd name="connsiteY66" fmla="*/ 1366298 h 1410656"/>
                  <a:gd name="connsiteX67" fmla="*/ 2430061 w 5260975"/>
                  <a:gd name="connsiteY67" fmla="*/ 1359960 h 1410656"/>
                  <a:gd name="connsiteX68" fmla="*/ 2395880 w 5260975"/>
                  <a:gd name="connsiteY68" fmla="*/ 1359480 h 1410656"/>
                  <a:gd name="connsiteX69" fmla="*/ 2357378 w 5260975"/>
                  <a:gd name="connsiteY69" fmla="*/ 1351607 h 1410656"/>
                  <a:gd name="connsiteX70" fmla="*/ 2346145 w 5260975"/>
                  <a:gd name="connsiteY70" fmla="*/ 1351991 h 1410656"/>
                  <a:gd name="connsiteX71" fmla="*/ 2333567 w 5260975"/>
                  <a:gd name="connsiteY71" fmla="*/ 1352663 h 1410656"/>
                  <a:gd name="connsiteX72" fmla="*/ 2294968 w 5260975"/>
                  <a:gd name="connsiteY72" fmla="*/ 1353240 h 1410656"/>
                  <a:gd name="connsiteX73" fmla="*/ 2271540 w 5260975"/>
                  <a:gd name="connsiteY73" fmla="*/ 1356120 h 1410656"/>
                  <a:gd name="connsiteX74" fmla="*/ 2226895 w 5260975"/>
                  <a:gd name="connsiteY74" fmla="*/ 1354392 h 1410656"/>
                  <a:gd name="connsiteX75" fmla="*/ 2210379 w 5260975"/>
                  <a:gd name="connsiteY75" fmla="*/ 1356888 h 1410656"/>
                  <a:gd name="connsiteX76" fmla="*/ 2168613 w 5260975"/>
                  <a:gd name="connsiteY76" fmla="*/ 1357176 h 1410656"/>
                  <a:gd name="connsiteX77" fmla="*/ 2131167 w 5260975"/>
                  <a:gd name="connsiteY77" fmla="*/ 1355736 h 1410656"/>
                  <a:gd name="connsiteX78" fmla="*/ 2095065 w 5260975"/>
                  <a:gd name="connsiteY78" fmla="*/ 1356504 h 1410656"/>
                  <a:gd name="connsiteX79" fmla="*/ 2069237 w 5260975"/>
                  <a:gd name="connsiteY79" fmla="*/ 1359672 h 1410656"/>
                  <a:gd name="connsiteX80" fmla="*/ 2041201 w 5260975"/>
                  <a:gd name="connsiteY80" fmla="*/ 1361592 h 1410656"/>
                  <a:gd name="connsiteX81" fmla="*/ 1963909 w 5260975"/>
                  <a:gd name="connsiteY81" fmla="*/ 1373018 h 1410656"/>
                  <a:gd name="connsiteX82" fmla="*/ 1949603 w 5260975"/>
                  <a:gd name="connsiteY82" fmla="*/ 1370234 h 1410656"/>
                  <a:gd name="connsiteX83" fmla="*/ 1868373 w 5260975"/>
                  <a:gd name="connsiteY83" fmla="*/ 1367641 h 1410656"/>
                  <a:gd name="connsiteX84" fmla="*/ 1850707 w 5260975"/>
                  <a:gd name="connsiteY84" fmla="*/ 1367834 h 1410656"/>
                  <a:gd name="connsiteX85" fmla="*/ 1803275 w 5260975"/>
                  <a:gd name="connsiteY85" fmla="*/ 1356504 h 1410656"/>
                  <a:gd name="connsiteX86" fmla="*/ 1730112 w 5260975"/>
                  <a:gd name="connsiteY86" fmla="*/ 1374459 h 1410656"/>
                  <a:gd name="connsiteX87" fmla="*/ 1661652 w 5260975"/>
                  <a:gd name="connsiteY87" fmla="*/ 1396926 h 1410656"/>
                  <a:gd name="connsiteX88" fmla="*/ 1653011 w 5260975"/>
                  <a:gd name="connsiteY88" fmla="*/ 1399807 h 1410656"/>
                  <a:gd name="connsiteX89" fmla="*/ 1628431 w 5260975"/>
                  <a:gd name="connsiteY89" fmla="*/ 1404704 h 1410656"/>
                  <a:gd name="connsiteX90" fmla="*/ 1597995 w 5260975"/>
                  <a:gd name="connsiteY90" fmla="*/ 1406432 h 1410656"/>
                  <a:gd name="connsiteX91" fmla="*/ 1559396 w 5260975"/>
                  <a:gd name="connsiteY91" fmla="*/ 1410656 h 1410656"/>
                  <a:gd name="connsiteX92" fmla="*/ 1528480 w 5260975"/>
                  <a:gd name="connsiteY92" fmla="*/ 1405375 h 1410656"/>
                  <a:gd name="connsiteX93" fmla="*/ 1485272 w 5260975"/>
                  <a:gd name="connsiteY93" fmla="*/ 1397502 h 1410656"/>
                  <a:gd name="connsiteX94" fmla="*/ 1444562 w 5260975"/>
                  <a:gd name="connsiteY94" fmla="*/ 1390013 h 1410656"/>
                  <a:gd name="connsiteX95" fmla="*/ 1431696 w 5260975"/>
                  <a:gd name="connsiteY95" fmla="*/ 1398846 h 1410656"/>
                  <a:gd name="connsiteX96" fmla="*/ 1411821 w 5260975"/>
                  <a:gd name="connsiteY96" fmla="*/ 1406527 h 1410656"/>
                  <a:gd name="connsiteX97" fmla="*/ 1389738 w 5260975"/>
                  <a:gd name="connsiteY97" fmla="*/ 1397310 h 1410656"/>
                  <a:gd name="connsiteX98" fmla="*/ 1338081 w 5260975"/>
                  <a:gd name="connsiteY98" fmla="*/ 1378204 h 1410656"/>
                  <a:gd name="connsiteX99" fmla="*/ 1305436 w 5260975"/>
                  <a:gd name="connsiteY99" fmla="*/ 1377339 h 1410656"/>
                  <a:gd name="connsiteX100" fmla="*/ 1234481 w 5260975"/>
                  <a:gd name="connsiteY100" fmla="*/ 1369178 h 1410656"/>
                  <a:gd name="connsiteX101" fmla="*/ 1188106 w 5260975"/>
                  <a:gd name="connsiteY101" fmla="*/ 1357560 h 1410656"/>
                  <a:gd name="connsiteX102" fmla="*/ 1154790 w 5260975"/>
                  <a:gd name="connsiteY102" fmla="*/ 1344406 h 1410656"/>
                  <a:gd name="connsiteX103" fmla="*/ 1107069 w 5260975"/>
                  <a:gd name="connsiteY103" fmla="*/ 1327219 h 1410656"/>
                  <a:gd name="connsiteX104" fmla="*/ 1059158 w 5260975"/>
                  <a:gd name="connsiteY104" fmla="*/ 1318290 h 1410656"/>
                  <a:gd name="connsiteX105" fmla="*/ 1024496 w 5260975"/>
                  <a:gd name="connsiteY105" fmla="*/ 1307056 h 1410656"/>
                  <a:gd name="connsiteX106" fmla="*/ 982153 w 5260975"/>
                  <a:gd name="connsiteY106" fmla="*/ 1299374 h 1410656"/>
                  <a:gd name="connsiteX107" fmla="*/ 946628 w 5260975"/>
                  <a:gd name="connsiteY107" fmla="*/ 1299087 h 1410656"/>
                  <a:gd name="connsiteX108" fmla="*/ 890939 w 5260975"/>
                  <a:gd name="connsiteY108" fmla="*/ 1300431 h 1410656"/>
                  <a:gd name="connsiteX109" fmla="*/ 822769 w 5260975"/>
                  <a:gd name="connsiteY109" fmla="*/ 1277196 h 1410656"/>
                  <a:gd name="connsiteX110" fmla="*/ 795212 w 5260975"/>
                  <a:gd name="connsiteY110" fmla="*/ 1272010 h 1410656"/>
                  <a:gd name="connsiteX111" fmla="*/ 769288 w 5260975"/>
                  <a:gd name="connsiteY111" fmla="*/ 1269610 h 1410656"/>
                  <a:gd name="connsiteX112" fmla="*/ 714271 w 5260975"/>
                  <a:gd name="connsiteY112" fmla="*/ 1254152 h 1410656"/>
                  <a:gd name="connsiteX113" fmla="*/ 691900 w 5260975"/>
                  <a:gd name="connsiteY113" fmla="*/ 1249062 h 1410656"/>
                  <a:gd name="connsiteX114" fmla="*/ 660598 w 5260975"/>
                  <a:gd name="connsiteY114" fmla="*/ 1249159 h 1410656"/>
                  <a:gd name="connsiteX115" fmla="*/ 603662 w 5260975"/>
                  <a:gd name="connsiteY115" fmla="*/ 1242054 h 1410656"/>
                  <a:gd name="connsiteX116" fmla="*/ 546821 w 5260975"/>
                  <a:gd name="connsiteY116" fmla="*/ 1221314 h 1410656"/>
                  <a:gd name="connsiteX117" fmla="*/ 522721 w 5260975"/>
                  <a:gd name="connsiteY117" fmla="*/ 1223330 h 1410656"/>
                  <a:gd name="connsiteX118" fmla="*/ 514080 w 5260975"/>
                  <a:gd name="connsiteY118" fmla="*/ 1222851 h 1410656"/>
                  <a:gd name="connsiteX119" fmla="*/ 436404 w 5260975"/>
                  <a:gd name="connsiteY119" fmla="*/ 1211424 h 1410656"/>
                  <a:gd name="connsiteX120" fmla="*/ 428626 w 5260975"/>
                  <a:gd name="connsiteY120" fmla="*/ 1210177 h 1410656"/>
                  <a:gd name="connsiteX121" fmla="*/ 392141 w 5260975"/>
                  <a:gd name="connsiteY121" fmla="*/ 1199999 h 1410656"/>
                  <a:gd name="connsiteX122" fmla="*/ 300157 w 5260975"/>
                  <a:gd name="connsiteY122" fmla="*/ 1193662 h 1410656"/>
                  <a:gd name="connsiteX123" fmla="*/ 294493 w 5260975"/>
                  <a:gd name="connsiteY123" fmla="*/ 1192894 h 1410656"/>
                  <a:gd name="connsiteX124" fmla="*/ 263671 w 5260975"/>
                  <a:gd name="connsiteY124" fmla="*/ 1197982 h 1410656"/>
                  <a:gd name="connsiteX125" fmla="*/ 248406 w 5260975"/>
                  <a:gd name="connsiteY125" fmla="*/ 1205184 h 1410656"/>
                  <a:gd name="connsiteX126" fmla="*/ 224594 w 5260975"/>
                  <a:gd name="connsiteY126" fmla="*/ 1212673 h 1410656"/>
                  <a:gd name="connsiteX127" fmla="*/ 200398 w 5260975"/>
                  <a:gd name="connsiteY127" fmla="*/ 1215458 h 1410656"/>
                  <a:gd name="connsiteX128" fmla="*/ 159783 w 5260975"/>
                  <a:gd name="connsiteY128" fmla="*/ 1204127 h 1410656"/>
                  <a:gd name="connsiteX129" fmla="*/ 144997 w 5260975"/>
                  <a:gd name="connsiteY129" fmla="*/ 1202975 h 1410656"/>
                  <a:gd name="connsiteX130" fmla="*/ 112064 w 5260975"/>
                  <a:gd name="connsiteY130" fmla="*/ 1197503 h 1410656"/>
                  <a:gd name="connsiteX131" fmla="*/ 83259 w 5260975"/>
                  <a:gd name="connsiteY131" fmla="*/ 1197887 h 1410656"/>
                  <a:gd name="connsiteX132" fmla="*/ 60120 w 5260975"/>
                  <a:gd name="connsiteY132" fmla="*/ 1206624 h 1410656"/>
                  <a:gd name="connsiteX133" fmla="*/ 26514 w 5260975"/>
                  <a:gd name="connsiteY133" fmla="*/ 1208352 h 1410656"/>
                  <a:gd name="connsiteX134" fmla="*/ 4814 w 5260975"/>
                  <a:gd name="connsiteY134" fmla="*/ 1202015 h 1410656"/>
                  <a:gd name="connsiteX135" fmla="*/ 398 w 5260975"/>
                  <a:gd name="connsiteY135" fmla="*/ 1201152 h 1410656"/>
                  <a:gd name="connsiteX136" fmla="*/ 0 w 5260975"/>
                  <a:gd name="connsiteY136" fmla="*/ 1201150 h 1410656"/>
                  <a:gd name="connsiteX137" fmla="*/ 0 w 5260975"/>
                  <a:gd name="connsiteY137" fmla="*/ 1004512 h 1410656"/>
                  <a:gd name="connsiteX138" fmla="*/ 30355 w 5260975"/>
                  <a:gd name="connsiteY138" fmla="*/ 1002784 h 1410656"/>
                  <a:gd name="connsiteX139" fmla="*/ 52151 w 5260975"/>
                  <a:gd name="connsiteY139" fmla="*/ 997695 h 1410656"/>
                  <a:gd name="connsiteX140" fmla="*/ 64248 w 5260975"/>
                  <a:gd name="connsiteY140" fmla="*/ 994430 h 1410656"/>
                  <a:gd name="connsiteX141" fmla="*/ 126370 w 5260975"/>
                  <a:gd name="connsiteY141" fmla="*/ 985405 h 1410656"/>
                  <a:gd name="connsiteX142" fmla="*/ 154022 w 5260975"/>
                  <a:gd name="connsiteY142" fmla="*/ 975708 h 1410656"/>
                  <a:gd name="connsiteX143" fmla="*/ 161512 w 5260975"/>
                  <a:gd name="connsiteY143" fmla="*/ 974268 h 1410656"/>
                  <a:gd name="connsiteX144" fmla="*/ 202510 w 5260975"/>
                  <a:gd name="connsiteY144" fmla="*/ 978300 h 1410656"/>
                  <a:gd name="connsiteX145" fmla="*/ 233235 w 5260975"/>
                  <a:gd name="connsiteY145" fmla="*/ 993950 h 1410656"/>
                  <a:gd name="connsiteX146" fmla="*/ 239188 w 5260975"/>
                  <a:gd name="connsiteY146" fmla="*/ 999231 h 1410656"/>
                  <a:gd name="connsiteX147" fmla="*/ 324834 w 5260975"/>
                  <a:gd name="connsiteY147" fmla="*/ 997407 h 1410656"/>
                  <a:gd name="connsiteX148" fmla="*/ 337987 w 5260975"/>
                  <a:gd name="connsiteY148" fmla="*/ 995198 h 1410656"/>
                  <a:gd name="connsiteX149" fmla="*/ 401550 w 5260975"/>
                  <a:gd name="connsiteY149" fmla="*/ 1004416 h 1410656"/>
                  <a:gd name="connsiteX150" fmla="*/ 420081 w 5260975"/>
                  <a:gd name="connsiteY150" fmla="*/ 1006240 h 1410656"/>
                  <a:gd name="connsiteX151" fmla="*/ 486523 w 5260975"/>
                  <a:gd name="connsiteY151" fmla="*/ 1014498 h 1410656"/>
                  <a:gd name="connsiteX152" fmla="*/ 495932 w 5260975"/>
                  <a:gd name="connsiteY152" fmla="*/ 1006817 h 1410656"/>
                  <a:gd name="connsiteX153" fmla="*/ 523009 w 5260975"/>
                  <a:gd name="connsiteY153" fmla="*/ 987517 h 1410656"/>
                  <a:gd name="connsiteX154" fmla="*/ 576393 w 5260975"/>
                  <a:gd name="connsiteY154" fmla="*/ 970427 h 1410656"/>
                  <a:gd name="connsiteX155" fmla="*/ 590892 w 5260975"/>
                  <a:gd name="connsiteY155" fmla="*/ 971387 h 1410656"/>
                  <a:gd name="connsiteX156" fmla="*/ 627569 w 5260975"/>
                  <a:gd name="connsiteY156" fmla="*/ 999904 h 1410656"/>
                  <a:gd name="connsiteX157" fmla="*/ 645429 w 5260975"/>
                  <a:gd name="connsiteY157" fmla="*/ 1011329 h 1410656"/>
                  <a:gd name="connsiteX158" fmla="*/ 696125 w 5260975"/>
                  <a:gd name="connsiteY158" fmla="*/ 1032356 h 1410656"/>
                  <a:gd name="connsiteX159" fmla="*/ 700349 w 5260975"/>
                  <a:gd name="connsiteY159" fmla="*/ 1036197 h 1410656"/>
                  <a:gd name="connsiteX160" fmla="*/ 737795 w 5260975"/>
                  <a:gd name="connsiteY160" fmla="*/ 1081804 h 1410656"/>
                  <a:gd name="connsiteX161" fmla="*/ 746244 w 5260975"/>
                  <a:gd name="connsiteY161" fmla="*/ 1089581 h 1410656"/>
                  <a:gd name="connsiteX162" fmla="*/ 756422 w 5260975"/>
                  <a:gd name="connsiteY162" fmla="*/ 1101680 h 1410656"/>
                  <a:gd name="connsiteX163" fmla="*/ 788202 w 5260975"/>
                  <a:gd name="connsiteY163" fmla="*/ 1125108 h 1410656"/>
                  <a:gd name="connsiteX164" fmla="*/ 827569 w 5260975"/>
                  <a:gd name="connsiteY164" fmla="*/ 1132596 h 1410656"/>
                  <a:gd name="connsiteX165" fmla="*/ 875097 w 5260975"/>
                  <a:gd name="connsiteY165" fmla="*/ 1144022 h 1410656"/>
                  <a:gd name="connsiteX166" fmla="*/ 894972 w 5260975"/>
                  <a:gd name="connsiteY166" fmla="*/ 1151704 h 1410656"/>
                  <a:gd name="connsiteX167" fmla="*/ 948260 w 5260975"/>
                  <a:gd name="connsiteY167" fmla="*/ 1166298 h 1410656"/>
                  <a:gd name="connsiteX168" fmla="*/ 986282 w 5260975"/>
                  <a:gd name="connsiteY168" fmla="*/ 1178588 h 1410656"/>
                  <a:gd name="connsiteX169" fmla="*/ 1041107 w 5260975"/>
                  <a:gd name="connsiteY169" fmla="*/ 1185789 h 1410656"/>
                  <a:gd name="connsiteX170" fmla="*/ 1067703 w 5260975"/>
                  <a:gd name="connsiteY170" fmla="*/ 1186076 h 1410656"/>
                  <a:gd name="connsiteX171" fmla="*/ 1116574 w 5260975"/>
                  <a:gd name="connsiteY171" fmla="*/ 1222946 h 1410656"/>
                  <a:gd name="connsiteX172" fmla="*/ 1155557 w 5260975"/>
                  <a:gd name="connsiteY172" fmla="*/ 1247335 h 1410656"/>
                  <a:gd name="connsiteX173" fmla="*/ 1196556 w 5260975"/>
                  <a:gd name="connsiteY173" fmla="*/ 1235525 h 1410656"/>
                  <a:gd name="connsiteX174" fmla="*/ 1207693 w 5260975"/>
                  <a:gd name="connsiteY174" fmla="*/ 1224387 h 1410656"/>
                  <a:gd name="connsiteX175" fmla="*/ 1274904 w 5260975"/>
                  <a:gd name="connsiteY175" fmla="*/ 1213826 h 1410656"/>
                  <a:gd name="connsiteX176" fmla="*/ 1370919 w 5260975"/>
                  <a:gd name="connsiteY176" fmla="*/ 1213442 h 1410656"/>
                  <a:gd name="connsiteX177" fmla="*/ 1530593 w 5260975"/>
                  <a:gd name="connsiteY177" fmla="*/ 1189437 h 1410656"/>
                  <a:gd name="connsiteX178" fmla="*/ 1558436 w 5260975"/>
                  <a:gd name="connsiteY178" fmla="*/ 1178299 h 1410656"/>
                  <a:gd name="connsiteX179" fmla="*/ 1589737 w 5260975"/>
                  <a:gd name="connsiteY179" fmla="*/ 1175515 h 1410656"/>
                  <a:gd name="connsiteX180" fmla="*/ 1601740 w 5260975"/>
                  <a:gd name="connsiteY180" fmla="*/ 1182333 h 1410656"/>
                  <a:gd name="connsiteX181" fmla="*/ 1654259 w 5260975"/>
                  <a:gd name="connsiteY181" fmla="*/ 1192510 h 1410656"/>
                  <a:gd name="connsiteX182" fmla="*/ 1664246 w 5260975"/>
                  <a:gd name="connsiteY182" fmla="*/ 1192702 h 1410656"/>
                  <a:gd name="connsiteX183" fmla="*/ 1698427 w 5260975"/>
                  <a:gd name="connsiteY183" fmla="*/ 1188381 h 1410656"/>
                  <a:gd name="connsiteX184" fmla="*/ 1730112 w 5260975"/>
                  <a:gd name="connsiteY184" fmla="*/ 1185885 h 1410656"/>
                  <a:gd name="connsiteX185" fmla="*/ 1809996 w 5260975"/>
                  <a:gd name="connsiteY185" fmla="*/ 1194046 h 1410656"/>
                  <a:gd name="connsiteX186" fmla="*/ 1871254 w 5260975"/>
                  <a:gd name="connsiteY186" fmla="*/ 1192126 h 1410656"/>
                  <a:gd name="connsiteX187" fmla="*/ 1899482 w 5260975"/>
                  <a:gd name="connsiteY187" fmla="*/ 1194046 h 1410656"/>
                  <a:gd name="connsiteX188" fmla="*/ 1915420 w 5260975"/>
                  <a:gd name="connsiteY188" fmla="*/ 1196927 h 1410656"/>
                  <a:gd name="connsiteX189" fmla="*/ 1951522 w 5260975"/>
                  <a:gd name="connsiteY189" fmla="*/ 1216994 h 1410656"/>
                  <a:gd name="connsiteX190" fmla="*/ 1971302 w 5260975"/>
                  <a:gd name="connsiteY190" fmla="*/ 1221507 h 1410656"/>
                  <a:gd name="connsiteX191" fmla="*/ 2030831 w 5260975"/>
                  <a:gd name="connsiteY191" fmla="*/ 1221123 h 1410656"/>
                  <a:gd name="connsiteX192" fmla="*/ 2120125 w 5260975"/>
                  <a:gd name="connsiteY192" fmla="*/ 1190878 h 1410656"/>
                  <a:gd name="connsiteX193" fmla="*/ 2129439 w 5260975"/>
                  <a:gd name="connsiteY193" fmla="*/ 1186845 h 1410656"/>
                  <a:gd name="connsiteX194" fmla="*/ 2174854 w 5260975"/>
                  <a:gd name="connsiteY194" fmla="*/ 1181852 h 1410656"/>
                  <a:gd name="connsiteX195" fmla="*/ 2205674 w 5260975"/>
                  <a:gd name="connsiteY195" fmla="*/ 1188669 h 1410656"/>
                  <a:gd name="connsiteX196" fmla="*/ 2247634 w 5260975"/>
                  <a:gd name="connsiteY196" fmla="*/ 1202784 h 1410656"/>
                  <a:gd name="connsiteX197" fmla="*/ 2285367 w 5260975"/>
                  <a:gd name="connsiteY197" fmla="*/ 1214594 h 1410656"/>
                  <a:gd name="connsiteX198" fmla="*/ 2312827 w 5260975"/>
                  <a:gd name="connsiteY198" fmla="*/ 1227939 h 1410656"/>
                  <a:gd name="connsiteX199" fmla="*/ 2375622 w 5260975"/>
                  <a:gd name="connsiteY199" fmla="*/ 1237733 h 1410656"/>
                  <a:gd name="connsiteX200" fmla="*/ 2382151 w 5260975"/>
                  <a:gd name="connsiteY200" fmla="*/ 1239365 h 1410656"/>
                  <a:gd name="connsiteX201" fmla="*/ 2429390 w 5260975"/>
                  <a:gd name="connsiteY201" fmla="*/ 1227459 h 1410656"/>
                  <a:gd name="connsiteX202" fmla="*/ 2486134 w 5260975"/>
                  <a:gd name="connsiteY202" fmla="*/ 1215362 h 1410656"/>
                  <a:gd name="connsiteX203" fmla="*/ 2506394 w 5260975"/>
                  <a:gd name="connsiteY203" fmla="*/ 1219490 h 1410656"/>
                  <a:gd name="connsiteX204" fmla="*/ 2534142 w 5260975"/>
                  <a:gd name="connsiteY204" fmla="*/ 1225347 h 1410656"/>
                  <a:gd name="connsiteX205" fmla="*/ 2559874 w 5260975"/>
                  <a:gd name="connsiteY205" fmla="*/ 1222275 h 1410656"/>
                  <a:gd name="connsiteX206" fmla="*/ 2575525 w 5260975"/>
                  <a:gd name="connsiteY206" fmla="*/ 1221987 h 1410656"/>
                  <a:gd name="connsiteX207" fmla="*/ 2646960 w 5260975"/>
                  <a:gd name="connsiteY207" fmla="*/ 1257896 h 1410656"/>
                  <a:gd name="connsiteX208" fmla="*/ 2665107 w 5260975"/>
                  <a:gd name="connsiteY208" fmla="*/ 1260873 h 1410656"/>
                  <a:gd name="connsiteX209" fmla="*/ 2675381 w 5260975"/>
                  <a:gd name="connsiteY209" fmla="*/ 1265290 h 1410656"/>
                  <a:gd name="connsiteX210" fmla="*/ 2737311 w 5260975"/>
                  <a:gd name="connsiteY210" fmla="*/ 1309841 h 1410656"/>
                  <a:gd name="connsiteX211" fmla="*/ 2763619 w 5260975"/>
                  <a:gd name="connsiteY211" fmla="*/ 1318866 h 1410656"/>
                  <a:gd name="connsiteX212" fmla="*/ 2792519 w 5260975"/>
                  <a:gd name="connsiteY212" fmla="*/ 1317041 h 1410656"/>
                  <a:gd name="connsiteX213" fmla="*/ 2809226 w 5260975"/>
                  <a:gd name="connsiteY213" fmla="*/ 1313777 h 1410656"/>
                  <a:gd name="connsiteX214" fmla="*/ 2850705 w 5260975"/>
                  <a:gd name="connsiteY214" fmla="*/ 1285452 h 1410656"/>
                  <a:gd name="connsiteX215" fmla="*/ 2874324 w 5260975"/>
                  <a:gd name="connsiteY215" fmla="*/ 1286413 h 1410656"/>
                  <a:gd name="connsiteX216" fmla="*/ 2911194 w 5260975"/>
                  <a:gd name="connsiteY216" fmla="*/ 1305903 h 1410656"/>
                  <a:gd name="connsiteX217" fmla="*/ 2978116 w 5260975"/>
                  <a:gd name="connsiteY217" fmla="*/ 1314641 h 1410656"/>
                  <a:gd name="connsiteX218" fmla="*/ 3012106 w 5260975"/>
                  <a:gd name="connsiteY218" fmla="*/ 1287373 h 1410656"/>
                  <a:gd name="connsiteX219" fmla="*/ 3029676 w 5260975"/>
                  <a:gd name="connsiteY219" fmla="*/ 1261161 h 1410656"/>
                  <a:gd name="connsiteX220" fmla="*/ 3080469 w 5260975"/>
                  <a:gd name="connsiteY220" fmla="*/ 1230724 h 1410656"/>
                  <a:gd name="connsiteX221" fmla="*/ 3092567 w 5260975"/>
                  <a:gd name="connsiteY221" fmla="*/ 1242054 h 1410656"/>
                  <a:gd name="connsiteX222" fmla="*/ 3129821 w 5260975"/>
                  <a:gd name="connsiteY222" fmla="*/ 1246855 h 1410656"/>
                  <a:gd name="connsiteX223" fmla="*/ 3170147 w 5260975"/>
                  <a:gd name="connsiteY223" fmla="*/ 1246471 h 1410656"/>
                  <a:gd name="connsiteX224" fmla="*/ 3240429 w 5260975"/>
                  <a:gd name="connsiteY224" fmla="*/ 1251559 h 1410656"/>
                  <a:gd name="connsiteX225" fmla="*/ 3287189 w 5260975"/>
                  <a:gd name="connsiteY225" fmla="*/ 1222466 h 1410656"/>
                  <a:gd name="connsiteX226" fmla="*/ 3305049 w 5260975"/>
                  <a:gd name="connsiteY226" fmla="*/ 1210465 h 1410656"/>
                  <a:gd name="connsiteX227" fmla="*/ 3321755 w 5260975"/>
                  <a:gd name="connsiteY227" fmla="*/ 1202784 h 1410656"/>
                  <a:gd name="connsiteX228" fmla="*/ 3341055 w 5260975"/>
                  <a:gd name="connsiteY228" fmla="*/ 1198463 h 1410656"/>
                  <a:gd name="connsiteX229" fmla="*/ 3387621 w 5260975"/>
                  <a:gd name="connsiteY229" fmla="*/ 1182140 h 1410656"/>
                  <a:gd name="connsiteX230" fmla="*/ 3413161 w 5260975"/>
                  <a:gd name="connsiteY230" fmla="*/ 1166105 h 1410656"/>
                  <a:gd name="connsiteX231" fmla="*/ 3470579 w 5260975"/>
                  <a:gd name="connsiteY231" fmla="*/ 1150647 h 1410656"/>
                  <a:gd name="connsiteX232" fmla="*/ 3509657 w 5260975"/>
                  <a:gd name="connsiteY232" fmla="*/ 1136821 h 1410656"/>
                  <a:gd name="connsiteX233" fmla="*/ 3550847 w 5260975"/>
                  <a:gd name="connsiteY233" fmla="*/ 1113009 h 1410656"/>
                  <a:gd name="connsiteX234" fmla="*/ 3556608 w 5260975"/>
                  <a:gd name="connsiteY234" fmla="*/ 1109361 h 1410656"/>
                  <a:gd name="connsiteX235" fmla="*/ 3570435 w 5260975"/>
                  <a:gd name="connsiteY235" fmla="*/ 1093710 h 1410656"/>
                  <a:gd name="connsiteX236" fmla="*/ 3590501 w 5260975"/>
                  <a:gd name="connsiteY236" fmla="*/ 1039846 h 1410656"/>
                  <a:gd name="connsiteX237" fmla="*/ 3596263 w 5260975"/>
                  <a:gd name="connsiteY237" fmla="*/ 1028900 h 1410656"/>
                  <a:gd name="connsiteX238" fmla="*/ 3648591 w 5260975"/>
                  <a:gd name="connsiteY238" fmla="*/ 992030 h 1410656"/>
                  <a:gd name="connsiteX239" fmla="*/ 3667986 w 5260975"/>
                  <a:gd name="connsiteY239" fmla="*/ 995487 h 1410656"/>
                  <a:gd name="connsiteX240" fmla="*/ 3689397 w 5260975"/>
                  <a:gd name="connsiteY240" fmla="*/ 1007585 h 1410656"/>
                  <a:gd name="connsiteX241" fmla="*/ 3736349 w 5260975"/>
                  <a:gd name="connsiteY241" fmla="*/ 1010753 h 1410656"/>
                  <a:gd name="connsiteX242" fmla="*/ 3753919 w 5260975"/>
                  <a:gd name="connsiteY242" fmla="*/ 1004513 h 1410656"/>
                  <a:gd name="connsiteX243" fmla="*/ 3784643 w 5260975"/>
                  <a:gd name="connsiteY243" fmla="*/ 987710 h 1410656"/>
                  <a:gd name="connsiteX244" fmla="*/ 3808359 w 5260975"/>
                  <a:gd name="connsiteY244" fmla="*/ 961689 h 1410656"/>
                  <a:gd name="connsiteX245" fmla="*/ 3842829 w 5260975"/>
                  <a:gd name="connsiteY245" fmla="*/ 918674 h 1410656"/>
                  <a:gd name="connsiteX246" fmla="*/ 3908983 w 5260975"/>
                  <a:gd name="connsiteY246" fmla="*/ 902256 h 1410656"/>
                  <a:gd name="connsiteX247" fmla="*/ 3934428 w 5260975"/>
                  <a:gd name="connsiteY247" fmla="*/ 896783 h 1410656"/>
                  <a:gd name="connsiteX248" fmla="*/ 4026987 w 5260975"/>
                  <a:gd name="connsiteY248" fmla="*/ 873835 h 1410656"/>
                  <a:gd name="connsiteX249" fmla="*/ 4035051 w 5260975"/>
                  <a:gd name="connsiteY249" fmla="*/ 873067 h 1410656"/>
                  <a:gd name="connsiteX250" fmla="*/ 4099189 w 5260975"/>
                  <a:gd name="connsiteY250" fmla="*/ 846664 h 1410656"/>
                  <a:gd name="connsiteX251" fmla="*/ 4114647 w 5260975"/>
                  <a:gd name="connsiteY251" fmla="*/ 840134 h 1410656"/>
                  <a:gd name="connsiteX252" fmla="*/ 4133563 w 5260975"/>
                  <a:gd name="connsiteY252" fmla="*/ 823427 h 1410656"/>
                  <a:gd name="connsiteX253" fmla="*/ 4151039 w 5260975"/>
                  <a:gd name="connsiteY253" fmla="*/ 776284 h 1410656"/>
                  <a:gd name="connsiteX254" fmla="*/ 4171489 w 5260975"/>
                  <a:gd name="connsiteY254" fmla="*/ 754776 h 1410656"/>
                  <a:gd name="connsiteX255" fmla="*/ 4186372 w 5260975"/>
                  <a:gd name="connsiteY255" fmla="*/ 741718 h 1410656"/>
                  <a:gd name="connsiteX256" fmla="*/ 4199429 w 5260975"/>
                  <a:gd name="connsiteY256" fmla="*/ 721940 h 1410656"/>
                  <a:gd name="connsiteX257" fmla="*/ 4212487 w 5260975"/>
                  <a:gd name="connsiteY257" fmla="*/ 674604 h 1410656"/>
                  <a:gd name="connsiteX258" fmla="*/ 4232555 w 5260975"/>
                  <a:gd name="connsiteY258" fmla="*/ 632645 h 1410656"/>
                  <a:gd name="connsiteX259" fmla="*/ 4268657 w 5260975"/>
                  <a:gd name="connsiteY259" fmla="*/ 609410 h 1410656"/>
                  <a:gd name="connsiteX260" fmla="*/ 4291028 w 5260975"/>
                  <a:gd name="connsiteY260" fmla="*/ 597216 h 1410656"/>
                  <a:gd name="connsiteX261" fmla="*/ 4379651 w 5260975"/>
                  <a:gd name="connsiteY261" fmla="*/ 609506 h 1410656"/>
                  <a:gd name="connsiteX262" fmla="*/ 4440139 w 5260975"/>
                  <a:gd name="connsiteY262" fmla="*/ 621507 h 1410656"/>
                  <a:gd name="connsiteX263" fmla="*/ 4460015 w 5260975"/>
                  <a:gd name="connsiteY263" fmla="*/ 616899 h 1410656"/>
                  <a:gd name="connsiteX264" fmla="*/ 4516183 w 5260975"/>
                  <a:gd name="connsiteY264" fmla="*/ 577724 h 1410656"/>
                  <a:gd name="connsiteX265" fmla="*/ 4571681 w 5260975"/>
                  <a:gd name="connsiteY265" fmla="*/ 560250 h 1410656"/>
                  <a:gd name="connsiteX266" fmla="*/ 4613447 w 5260975"/>
                  <a:gd name="connsiteY266" fmla="*/ 555257 h 1410656"/>
                  <a:gd name="connsiteX267" fmla="*/ 4649355 w 5260975"/>
                  <a:gd name="connsiteY267" fmla="*/ 551417 h 1410656"/>
                  <a:gd name="connsiteX268" fmla="*/ 4692467 w 5260975"/>
                  <a:gd name="connsiteY268" fmla="*/ 540663 h 1410656"/>
                  <a:gd name="connsiteX269" fmla="*/ 4716855 w 5260975"/>
                  <a:gd name="connsiteY269" fmla="*/ 528949 h 1410656"/>
                  <a:gd name="connsiteX270" fmla="*/ 4755645 w 5260975"/>
                  <a:gd name="connsiteY270" fmla="*/ 512147 h 1410656"/>
                  <a:gd name="connsiteX271" fmla="*/ 4795395 w 5260975"/>
                  <a:gd name="connsiteY271" fmla="*/ 490351 h 1410656"/>
                  <a:gd name="connsiteX272" fmla="*/ 4825928 w 5260975"/>
                  <a:gd name="connsiteY272" fmla="*/ 459818 h 1410656"/>
                  <a:gd name="connsiteX273" fmla="*/ 4842347 w 5260975"/>
                  <a:gd name="connsiteY273" fmla="*/ 434086 h 1410656"/>
                  <a:gd name="connsiteX274" fmla="*/ 4890451 w 5260975"/>
                  <a:gd name="connsiteY274" fmla="*/ 397216 h 1410656"/>
                  <a:gd name="connsiteX275" fmla="*/ 4933945 w 5260975"/>
                  <a:gd name="connsiteY275" fmla="*/ 327701 h 1410656"/>
                  <a:gd name="connsiteX276" fmla="*/ 4961214 w 5260975"/>
                  <a:gd name="connsiteY276" fmla="*/ 298801 h 1410656"/>
                  <a:gd name="connsiteX277" fmla="*/ 4976672 w 5260975"/>
                  <a:gd name="connsiteY277" fmla="*/ 290639 h 1410656"/>
                  <a:gd name="connsiteX278" fmla="*/ 5002979 w 5260975"/>
                  <a:gd name="connsiteY278" fmla="*/ 270573 h 1410656"/>
                  <a:gd name="connsiteX279" fmla="*/ 5018535 w 5260975"/>
                  <a:gd name="connsiteY279" fmla="*/ 255690 h 1410656"/>
                  <a:gd name="connsiteX280" fmla="*/ 5061069 w 5260975"/>
                  <a:gd name="connsiteY280" fmla="*/ 200961 h 1410656"/>
                  <a:gd name="connsiteX281" fmla="*/ 5074127 w 5260975"/>
                  <a:gd name="connsiteY281" fmla="*/ 184735 h 1410656"/>
                  <a:gd name="connsiteX282" fmla="*/ 5101108 w 5260975"/>
                  <a:gd name="connsiteY282" fmla="*/ 156891 h 1410656"/>
                  <a:gd name="connsiteX283" fmla="*/ 5112918 w 5260975"/>
                  <a:gd name="connsiteY283" fmla="*/ 148441 h 1410656"/>
                  <a:gd name="connsiteX284" fmla="*/ 5133753 w 5260975"/>
                  <a:gd name="connsiteY284" fmla="*/ 125782 h 1410656"/>
                  <a:gd name="connsiteX285" fmla="*/ 5183393 w 5260975"/>
                  <a:gd name="connsiteY285" fmla="*/ 66348 h 1410656"/>
                  <a:gd name="connsiteX286" fmla="*/ 5204709 w 5260975"/>
                  <a:gd name="connsiteY286" fmla="*/ 33030 h 1410656"/>
                  <a:gd name="connsiteX287" fmla="*/ 5247243 w 5260975"/>
                  <a:gd name="connsiteY287" fmla="*/ 8451 h 1410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</a:cxnLst>
                <a:rect l="l" t="t" r="r" b="b"/>
                <a:pathLst>
                  <a:path w="5260975" h="1410656">
                    <a:moveTo>
                      <a:pt x="5260975" y="0"/>
                    </a:moveTo>
                    <a:lnTo>
                      <a:pt x="5260975" y="221634"/>
                    </a:lnTo>
                    <a:lnTo>
                      <a:pt x="5226503" y="237063"/>
                    </a:lnTo>
                    <a:cubicBezTo>
                      <a:pt x="5219783" y="239848"/>
                      <a:pt x="5212389" y="241384"/>
                      <a:pt x="5206341" y="245128"/>
                    </a:cubicBezTo>
                    <a:cubicBezTo>
                      <a:pt x="5178495" y="262219"/>
                      <a:pt x="5151515" y="280654"/>
                      <a:pt x="5123287" y="297073"/>
                    </a:cubicBezTo>
                    <a:cubicBezTo>
                      <a:pt x="5094195" y="314067"/>
                      <a:pt x="5068175" y="334134"/>
                      <a:pt x="5048107" y="361307"/>
                    </a:cubicBezTo>
                    <a:cubicBezTo>
                      <a:pt x="5029480" y="386559"/>
                      <a:pt x="5011429" y="412194"/>
                      <a:pt x="4992899" y="437542"/>
                    </a:cubicBezTo>
                    <a:cubicBezTo>
                      <a:pt x="4988194" y="443975"/>
                      <a:pt x="4983873" y="451561"/>
                      <a:pt x="4977440" y="455690"/>
                    </a:cubicBezTo>
                    <a:cubicBezTo>
                      <a:pt x="4964094" y="464331"/>
                      <a:pt x="4949499" y="471340"/>
                      <a:pt x="4935193" y="478445"/>
                    </a:cubicBezTo>
                    <a:cubicBezTo>
                      <a:pt x="4922903" y="484494"/>
                      <a:pt x="4909845" y="489006"/>
                      <a:pt x="4897844" y="495535"/>
                    </a:cubicBezTo>
                    <a:cubicBezTo>
                      <a:pt x="4888243" y="500721"/>
                      <a:pt x="4879697" y="507922"/>
                      <a:pt x="4870767" y="514451"/>
                    </a:cubicBezTo>
                    <a:cubicBezTo>
                      <a:pt x="4862990" y="520115"/>
                      <a:pt x="4854445" y="525012"/>
                      <a:pt x="4847916" y="531830"/>
                    </a:cubicBezTo>
                    <a:cubicBezTo>
                      <a:pt x="4831977" y="548344"/>
                      <a:pt x="4815942" y="564571"/>
                      <a:pt x="4796163" y="576765"/>
                    </a:cubicBezTo>
                    <a:cubicBezTo>
                      <a:pt x="4776672" y="588862"/>
                      <a:pt x="4758237" y="602401"/>
                      <a:pt x="4738843" y="614691"/>
                    </a:cubicBezTo>
                    <a:cubicBezTo>
                      <a:pt x="4719831" y="626693"/>
                      <a:pt x="4702645" y="639846"/>
                      <a:pt x="4692755" y="661162"/>
                    </a:cubicBezTo>
                    <a:cubicBezTo>
                      <a:pt x="4688339" y="670571"/>
                      <a:pt x="4682097" y="680845"/>
                      <a:pt x="4673744" y="686318"/>
                    </a:cubicBezTo>
                    <a:cubicBezTo>
                      <a:pt x="4661838" y="694095"/>
                      <a:pt x="4646764" y="696880"/>
                      <a:pt x="4633801" y="703505"/>
                    </a:cubicBezTo>
                    <a:cubicBezTo>
                      <a:pt x="4618535" y="711282"/>
                      <a:pt x="4600869" y="718003"/>
                      <a:pt x="4590499" y="730389"/>
                    </a:cubicBezTo>
                    <a:cubicBezTo>
                      <a:pt x="4581281" y="741431"/>
                      <a:pt x="4571968" y="750072"/>
                      <a:pt x="4559773" y="757081"/>
                    </a:cubicBezTo>
                    <a:cubicBezTo>
                      <a:pt x="4551229" y="761978"/>
                      <a:pt x="4544892" y="770907"/>
                      <a:pt x="4536059" y="774940"/>
                    </a:cubicBezTo>
                    <a:cubicBezTo>
                      <a:pt x="4524441" y="780317"/>
                      <a:pt x="4512727" y="784542"/>
                      <a:pt x="4502549" y="792895"/>
                    </a:cubicBezTo>
                    <a:cubicBezTo>
                      <a:pt x="4491987" y="801536"/>
                      <a:pt x="4479986" y="808353"/>
                      <a:pt x="4468944" y="816419"/>
                    </a:cubicBezTo>
                    <a:cubicBezTo>
                      <a:pt x="4463087" y="820739"/>
                      <a:pt x="4458286" y="826404"/>
                      <a:pt x="4452622" y="830917"/>
                    </a:cubicBezTo>
                    <a:cubicBezTo>
                      <a:pt x="4442252" y="839174"/>
                      <a:pt x="4431690" y="847239"/>
                      <a:pt x="4421032" y="855016"/>
                    </a:cubicBezTo>
                    <a:cubicBezTo>
                      <a:pt x="4410375" y="862794"/>
                      <a:pt x="4400197" y="871819"/>
                      <a:pt x="4388483" y="877484"/>
                    </a:cubicBezTo>
                    <a:cubicBezTo>
                      <a:pt x="4368513" y="887086"/>
                      <a:pt x="4346717" y="892847"/>
                      <a:pt x="4327321" y="903216"/>
                    </a:cubicBezTo>
                    <a:cubicBezTo>
                      <a:pt x="4307639" y="913777"/>
                      <a:pt x="4289107" y="927028"/>
                      <a:pt x="4271633" y="941046"/>
                    </a:cubicBezTo>
                    <a:cubicBezTo>
                      <a:pt x="4257807" y="952088"/>
                      <a:pt x="4244845" y="963034"/>
                      <a:pt x="4227465" y="968698"/>
                    </a:cubicBezTo>
                    <a:cubicBezTo>
                      <a:pt x="4217768" y="971867"/>
                      <a:pt x="4207591" y="978780"/>
                      <a:pt x="4201733" y="986846"/>
                    </a:cubicBezTo>
                    <a:cubicBezTo>
                      <a:pt x="4189059" y="1004416"/>
                      <a:pt x="4172833" y="1016802"/>
                      <a:pt x="4154494" y="1027364"/>
                    </a:cubicBezTo>
                    <a:cubicBezTo>
                      <a:pt x="4130010" y="1041574"/>
                      <a:pt x="4105814" y="1056072"/>
                      <a:pt x="4081234" y="1069994"/>
                    </a:cubicBezTo>
                    <a:cubicBezTo>
                      <a:pt x="4066737" y="1078252"/>
                      <a:pt x="4052335" y="1086989"/>
                      <a:pt x="4036971" y="1093038"/>
                    </a:cubicBezTo>
                    <a:cubicBezTo>
                      <a:pt x="4005575" y="1105520"/>
                      <a:pt x="3973410" y="1116177"/>
                      <a:pt x="3941725" y="1127796"/>
                    </a:cubicBezTo>
                    <a:cubicBezTo>
                      <a:pt x="3931355" y="1131540"/>
                      <a:pt x="3921561" y="1136917"/>
                      <a:pt x="3910999" y="1140182"/>
                    </a:cubicBezTo>
                    <a:cubicBezTo>
                      <a:pt x="3899573" y="1143734"/>
                      <a:pt x="3887285" y="1144790"/>
                      <a:pt x="3875859" y="1148343"/>
                    </a:cubicBezTo>
                    <a:cubicBezTo>
                      <a:pt x="3856847" y="1154199"/>
                      <a:pt x="3838412" y="1161689"/>
                      <a:pt x="3819401" y="1167642"/>
                    </a:cubicBezTo>
                    <a:cubicBezTo>
                      <a:pt x="3782723" y="1179068"/>
                      <a:pt x="3745949" y="1190014"/>
                      <a:pt x="3709176" y="1200863"/>
                    </a:cubicBezTo>
                    <a:cubicBezTo>
                      <a:pt x="3701303" y="1203168"/>
                      <a:pt x="3692757" y="1203456"/>
                      <a:pt x="3684981" y="1205952"/>
                    </a:cubicBezTo>
                    <a:cubicBezTo>
                      <a:pt x="3664337" y="1212673"/>
                      <a:pt x="3643789" y="1219970"/>
                      <a:pt x="3623338" y="1227363"/>
                    </a:cubicBezTo>
                    <a:cubicBezTo>
                      <a:pt x="3610953" y="1231876"/>
                      <a:pt x="3598854" y="1237445"/>
                      <a:pt x="3586373" y="1241765"/>
                    </a:cubicBezTo>
                    <a:cubicBezTo>
                      <a:pt x="3576387" y="1245222"/>
                      <a:pt x="3566113" y="1247910"/>
                      <a:pt x="3555743" y="1250023"/>
                    </a:cubicBezTo>
                    <a:cubicBezTo>
                      <a:pt x="3546814" y="1251848"/>
                      <a:pt x="3537501" y="1251655"/>
                      <a:pt x="3528667" y="1253864"/>
                    </a:cubicBezTo>
                    <a:cubicBezTo>
                      <a:pt x="3504759" y="1259816"/>
                      <a:pt x="3481140" y="1266538"/>
                      <a:pt x="3457424" y="1272874"/>
                    </a:cubicBezTo>
                    <a:cubicBezTo>
                      <a:pt x="3447919" y="1275371"/>
                      <a:pt x="3438221" y="1277196"/>
                      <a:pt x="3429003" y="1280364"/>
                    </a:cubicBezTo>
                    <a:cubicBezTo>
                      <a:pt x="3404327" y="1288717"/>
                      <a:pt x="3380036" y="1298222"/>
                      <a:pt x="3355264" y="1306096"/>
                    </a:cubicBezTo>
                    <a:cubicBezTo>
                      <a:pt x="3334717" y="1312625"/>
                      <a:pt x="3313593" y="1317329"/>
                      <a:pt x="3292757" y="1323090"/>
                    </a:cubicBezTo>
                    <a:cubicBezTo>
                      <a:pt x="3283924" y="1325587"/>
                      <a:pt x="3275475" y="1329140"/>
                      <a:pt x="3266643" y="1331251"/>
                    </a:cubicBezTo>
                    <a:cubicBezTo>
                      <a:pt x="3246863" y="1336053"/>
                      <a:pt x="3226796" y="1340085"/>
                      <a:pt x="3206921" y="1344886"/>
                    </a:cubicBezTo>
                    <a:cubicBezTo>
                      <a:pt x="3195590" y="1347670"/>
                      <a:pt x="3184645" y="1352663"/>
                      <a:pt x="3173123" y="1354488"/>
                    </a:cubicBezTo>
                    <a:cubicBezTo>
                      <a:pt x="3145759" y="1358808"/>
                      <a:pt x="3118203" y="1361880"/>
                      <a:pt x="3090646" y="1365337"/>
                    </a:cubicBezTo>
                    <a:cubicBezTo>
                      <a:pt x="3062227" y="1368889"/>
                      <a:pt x="3033902" y="1372634"/>
                      <a:pt x="3005480" y="1375802"/>
                    </a:cubicBezTo>
                    <a:cubicBezTo>
                      <a:pt x="2989926" y="1377435"/>
                      <a:pt x="2974275" y="1377723"/>
                      <a:pt x="2958721" y="1379259"/>
                    </a:cubicBezTo>
                    <a:cubicBezTo>
                      <a:pt x="2945087" y="1380604"/>
                      <a:pt x="2931549" y="1383100"/>
                      <a:pt x="2917915" y="1384733"/>
                    </a:cubicBezTo>
                    <a:cubicBezTo>
                      <a:pt x="2906105" y="1386076"/>
                      <a:pt x="2894199" y="1386844"/>
                      <a:pt x="2882389" y="1388189"/>
                    </a:cubicBezTo>
                    <a:cubicBezTo>
                      <a:pt x="2863475" y="1390397"/>
                      <a:pt x="2844655" y="1392894"/>
                      <a:pt x="2825837" y="1395198"/>
                    </a:cubicBezTo>
                    <a:cubicBezTo>
                      <a:pt x="2817964" y="1396062"/>
                      <a:pt x="2809706" y="1398462"/>
                      <a:pt x="2802313" y="1397023"/>
                    </a:cubicBezTo>
                    <a:cubicBezTo>
                      <a:pt x="2783686" y="1393373"/>
                      <a:pt x="2765347" y="1394430"/>
                      <a:pt x="2746816" y="1396926"/>
                    </a:cubicBezTo>
                    <a:cubicBezTo>
                      <a:pt x="2740479" y="1397791"/>
                      <a:pt x="2733662" y="1397598"/>
                      <a:pt x="2727517" y="1395966"/>
                    </a:cubicBezTo>
                    <a:cubicBezTo>
                      <a:pt x="2714939" y="1392701"/>
                      <a:pt x="2702745" y="1388092"/>
                      <a:pt x="2690359" y="1384060"/>
                    </a:cubicBezTo>
                    <a:cubicBezTo>
                      <a:pt x="2689014" y="1383580"/>
                      <a:pt x="2687382" y="1383484"/>
                      <a:pt x="2685943" y="1383196"/>
                    </a:cubicBezTo>
                    <a:cubicBezTo>
                      <a:pt x="2677781" y="1381563"/>
                      <a:pt x="2669717" y="1379931"/>
                      <a:pt x="2661554" y="1378491"/>
                    </a:cubicBezTo>
                    <a:cubicBezTo>
                      <a:pt x="2657138" y="1377723"/>
                      <a:pt x="2652625" y="1377627"/>
                      <a:pt x="2648208" y="1376955"/>
                    </a:cubicBezTo>
                    <a:cubicBezTo>
                      <a:pt x="2631118" y="1374266"/>
                      <a:pt x="2612299" y="1378779"/>
                      <a:pt x="2597512" y="1367162"/>
                    </a:cubicBezTo>
                    <a:cubicBezTo>
                      <a:pt x="2587911" y="1359672"/>
                      <a:pt x="2578597" y="1361401"/>
                      <a:pt x="2568324" y="1362553"/>
                    </a:cubicBezTo>
                    <a:cubicBezTo>
                      <a:pt x="2560547" y="1363417"/>
                      <a:pt x="2552577" y="1363128"/>
                      <a:pt x="2544704" y="1363225"/>
                    </a:cubicBezTo>
                    <a:cubicBezTo>
                      <a:pt x="2530878" y="1363512"/>
                      <a:pt x="2517052" y="1363609"/>
                      <a:pt x="2503225" y="1364089"/>
                    </a:cubicBezTo>
                    <a:cubicBezTo>
                      <a:pt x="2498808" y="1364281"/>
                      <a:pt x="2494297" y="1366682"/>
                      <a:pt x="2489975" y="1366298"/>
                    </a:cubicBezTo>
                    <a:cubicBezTo>
                      <a:pt x="2470004" y="1364473"/>
                      <a:pt x="2450033" y="1361592"/>
                      <a:pt x="2430061" y="1359960"/>
                    </a:cubicBezTo>
                    <a:cubicBezTo>
                      <a:pt x="2418732" y="1359001"/>
                      <a:pt x="2407114" y="1360824"/>
                      <a:pt x="2395880" y="1359480"/>
                    </a:cubicBezTo>
                    <a:cubicBezTo>
                      <a:pt x="2382919" y="1357944"/>
                      <a:pt x="2370245" y="1354008"/>
                      <a:pt x="2357378" y="1351607"/>
                    </a:cubicBezTo>
                    <a:cubicBezTo>
                      <a:pt x="2353826" y="1350935"/>
                      <a:pt x="2349889" y="1351799"/>
                      <a:pt x="2346145" y="1351991"/>
                    </a:cubicBezTo>
                    <a:cubicBezTo>
                      <a:pt x="2341920" y="1352183"/>
                      <a:pt x="2337791" y="1352567"/>
                      <a:pt x="2333567" y="1352663"/>
                    </a:cubicBezTo>
                    <a:cubicBezTo>
                      <a:pt x="2320700" y="1352856"/>
                      <a:pt x="2307835" y="1352567"/>
                      <a:pt x="2294968" y="1353240"/>
                    </a:cubicBezTo>
                    <a:cubicBezTo>
                      <a:pt x="2287095" y="1353624"/>
                      <a:pt x="2278839" y="1357560"/>
                      <a:pt x="2271540" y="1356120"/>
                    </a:cubicBezTo>
                    <a:cubicBezTo>
                      <a:pt x="2256659" y="1353335"/>
                      <a:pt x="2241776" y="1359576"/>
                      <a:pt x="2226895" y="1354392"/>
                    </a:cubicBezTo>
                    <a:cubicBezTo>
                      <a:pt x="2222285" y="1352856"/>
                      <a:pt x="2215948" y="1356696"/>
                      <a:pt x="2210379" y="1356888"/>
                    </a:cubicBezTo>
                    <a:cubicBezTo>
                      <a:pt x="2196457" y="1357368"/>
                      <a:pt x="2182535" y="1357272"/>
                      <a:pt x="2168613" y="1357176"/>
                    </a:cubicBezTo>
                    <a:cubicBezTo>
                      <a:pt x="2156131" y="1357080"/>
                      <a:pt x="2143168" y="1358424"/>
                      <a:pt x="2131167" y="1355736"/>
                    </a:cubicBezTo>
                    <a:cubicBezTo>
                      <a:pt x="2118588" y="1352856"/>
                      <a:pt x="2107259" y="1353240"/>
                      <a:pt x="2095065" y="1356504"/>
                    </a:cubicBezTo>
                    <a:cubicBezTo>
                      <a:pt x="2086711" y="1358712"/>
                      <a:pt x="2077878" y="1359001"/>
                      <a:pt x="2069237" y="1359672"/>
                    </a:cubicBezTo>
                    <a:cubicBezTo>
                      <a:pt x="2059924" y="1360440"/>
                      <a:pt x="2049650" y="1358424"/>
                      <a:pt x="2041201" y="1361592"/>
                    </a:cubicBezTo>
                    <a:cubicBezTo>
                      <a:pt x="2016044" y="1371002"/>
                      <a:pt x="1990216" y="1373018"/>
                      <a:pt x="1963909" y="1373018"/>
                    </a:cubicBezTo>
                    <a:cubicBezTo>
                      <a:pt x="1959107" y="1373018"/>
                      <a:pt x="1954210" y="1371675"/>
                      <a:pt x="1949603" y="1370234"/>
                    </a:cubicBezTo>
                    <a:cubicBezTo>
                      <a:pt x="1922717" y="1361592"/>
                      <a:pt x="1895737" y="1362360"/>
                      <a:pt x="1868373" y="1367641"/>
                    </a:cubicBezTo>
                    <a:cubicBezTo>
                      <a:pt x="1862708" y="1368794"/>
                      <a:pt x="1856372" y="1368986"/>
                      <a:pt x="1850707" y="1367834"/>
                    </a:cubicBezTo>
                    <a:cubicBezTo>
                      <a:pt x="1834768" y="1364473"/>
                      <a:pt x="1819309" y="1358904"/>
                      <a:pt x="1803275" y="1356504"/>
                    </a:cubicBezTo>
                    <a:cubicBezTo>
                      <a:pt x="1776775" y="1352567"/>
                      <a:pt x="1753828" y="1365817"/>
                      <a:pt x="1730112" y="1374459"/>
                    </a:cubicBezTo>
                    <a:cubicBezTo>
                      <a:pt x="1707548" y="1382620"/>
                      <a:pt x="1688345" y="1401055"/>
                      <a:pt x="1661652" y="1396926"/>
                    </a:cubicBezTo>
                    <a:cubicBezTo>
                      <a:pt x="1658965" y="1396542"/>
                      <a:pt x="1655988" y="1399134"/>
                      <a:pt x="1653011" y="1399807"/>
                    </a:cubicBezTo>
                    <a:cubicBezTo>
                      <a:pt x="1644850" y="1401631"/>
                      <a:pt x="1636689" y="1403839"/>
                      <a:pt x="1628431" y="1404704"/>
                    </a:cubicBezTo>
                    <a:cubicBezTo>
                      <a:pt x="1618350" y="1405856"/>
                      <a:pt x="1608076" y="1405472"/>
                      <a:pt x="1597995" y="1406432"/>
                    </a:cubicBezTo>
                    <a:cubicBezTo>
                      <a:pt x="1585032" y="1407584"/>
                      <a:pt x="1572263" y="1410656"/>
                      <a:pt x="1559396" y="1410656"/>
                    </a:cubicBezTo>
                    <a:cubicBezTo>
                      <a:pt x="1549026" y="1410656"/>
                      <a:pt x="1538753" y="1407104"/>
                      <a:pt x="1528480" y="1405375"/>
                    </a:cubicBezTo>
                    <a:cubicBezTo>
                      <a:pt x="1513981" y="1402975"/>
                      <a:pt x="1498042" y="1403647"/>
                      <a:pt x="1485272" y="1397502"/>
                    </a:cubicBezTo>
                    <a:cubicBezTo>
                      <a:pt x="1471639" y="1390973"/>
                      <a:pt x="1458676" y="1387997"/>
                      <a:pt x="1444562" y="1390013"/>
                    </a:cubicBezTo>
                    <a:cubicBezTo>
                      <a:pt x="1439857" y="1390685"/>
                      <a:pt x="1433808" y="1394718"/>
                      <a:pt x="1431696" y="1398846"/>
                    </a:cubicBezTo>
                    <a:cubicBezTo>
                      <a:pt x="1426991" y="1408064"/>
                      <a:pt x="1420559" y="1409697"/>
                      <a:pt x="1411821" y="1406527"/>
                    </a:cubicBezTo>
                    <a:cubicBezTo>
                      <a:pt x="1404236" y="1403839"/>
                      <a:pt x="1394922" y="1402495"/>
                      <a:pt x="1389738" y="1397310"/>
                    </a:cubicBezTo>
                    <a:cubicBezTo>
                      <a:pt x="1375047" y="1382620"/>
                      <a:pt x="1356324" y="1382140"/>
                      <a:pt x="1338081" y="1378204"/>
                    </a:cubicBezTo>
                    <a:cubicBezTo>
                      <a:pt x="1326945" y="1375802"/>
                      <a:pt x="1316574" y="1375707"/>
                      <a:pt x="1305436" y="1377339"/>
                    </a:cubicBezTo>
                    <a:cubicBezTo>
                      <a:pt x="1281241" y="1380988"/>
                      <a:pt x="1257717" y="1375802"/>
                      <a:pt x="1234481" y="1369178"/>
                    </a:cubicBezTo>
                    <a:cubicBezTo>
                      <a:pt x="1219118" y="1364761"/>
                      <a:pt x="1203372" y="1362073"/>
                      <a:pt x="1188106" y="1357560"/>
                    </a:cubicBezTo>
                    <a:cubicBezTo>
                      <a:pt x="1176680" y="1354104"/>
                      <a:pt x="1165255" y="1349975"/>
                      <a:pt x="1154790" y="1344406"/>
                    </a:cubicBezTo>
                    <a:cubicBezTo>
                      <a:pt x="1139618" y="1336244"/>
                      <a:pt x="1126369" y="1323954"/>
                      <a:pt x="1107069" y="1327219"/>
                    </a:cubicBezTo>
                    <a:cubicBezTo>
                      <a:pt x="1090074" y="1330099"/>
                      <a:pt x="1074713" y="1324051"/>
                      <a:pt x="1059158" y="1318290"/>
                    </a:cubicBezTo>
                    <a:cubicBezTo>
                      <a:pt x="1047732" y="1314065"/>
                      <a:pt x="1036308" y="1309744"/>
                      <a:pt x="1024496" y="1307056"/>
                    </a:cubicBezTo>
                    <a:cubicBezTo>
                      <a:pt x="1010478" y="1303887"/>
                      <a:pt x="994635" y="1305232"/>
                      <a:pt x="982153" y="1299374"/>
                    </a:cubicBezTo>
                    <a:cubicBezTo>
                      <a:pt x="969095" y="1293229"/>
                      <a:pt x="958246" y="1297358"/>
                      <a:pt x="946628" y="1299087"/>
                    </a:cubicBezTo>
                    <a:cubicBezTo>
                      <a:pt x="928097" y="1301775"/>
                      <a:pt x="909661" y="1306768"/>
                      <a:pt x="890939" y="1300431"/>
                    </a:cubicBezTo>
                    <a:cubicBezTo>
                      <a:pt x="868184" y="1292750"/>
                      <a:pt x="845620" y="1284493"/>
                      <a:pt x="822769" y="1277196"/>
                    </a:cubicBezTo>
                    <a:cubicBezTo>
                      <a:pt x="813934" y="1274410"/>
                      <a:pt x="804431" y="1273258"/>
                      <a:pt x="795212" y="1272010"/>
                    </a:cubicBezTo>
                    <a:cubicBezTo>
                      <a:pt x="786476" y="1270954"/>
                      <a:pt x="776010" y="1273642"/>
                      <a:pt x="769288" y="1269610"/>
                    </a:cubicBezTo>
                    <a:cubicBezTo>
                      <a:pt x="752005" y="1259241"/>
                      <a:pt x="734243" y="1254152"/>
                      <a:pt x="714271" y="1254152"/>
                    </a:cubicBezTo>
                    <a:cubicBezTo>
                      <a:pt x="706781" y="1254152"/>
                      <a:pt x="699484" y="1249831"/>
                      <a:pt x="691900" y="1249062"/>
                    </a:cubicBezTo>
                    <a:cubicBezTo>
                      <a:pt x="681529" y="1248103"/>
                      <a:pt x="669623" y="1245510"/>
                      <a:pt x="660598" y="1249159"/>
                    </a:cubicBezTo>
                    <a:cubicBezTo>
                      <a:pt x="639379" y="1257800"/>
                      <a:pt x="622193" y="1250599"/>
                      <a:pt x="603662" y="1242054"/>
                    </a:cubicBezTo>
                    <a:cubicBezTo>
                      <a:pt x="585418" y="1233604"/>
                      <a:pt x="566215" y="1226884"/>
                      <a:pt x="546821" y="1221314"/>
                    </a:cubicBezTo>
                    <a:cubicBezTo>
                      <a:pt x="539524" y="1219298"/>
                      <a:pt x="530787" y="1222659"/>
                      <a:pt x="522721" y="1223330"/>
                    </a:cubicBezTo>
                    <a:cubicBezTo>
                      <a:pt x="519840" y="1223523"/>
                      <a:pt x="516671" y="1223811"/>
                      <a:pt x="514080" y="1222851"/>
                    </a:cubicBezTo>
                    <a:cubicBezTo>
                      <a:pt x="489020" y="1213633"/>
                      <a:pt x="463575" y="1206624"/>
                      <a:pt x="436404" y="1211424"/>
                    </a:cubicBezTo>
                    <a:cubicBezTo>
                      <a:pt x="433908" y="1211905"/>
                      <a:pt x="431123" y="1210849"/>
                      <a:pt x="428626" y="1210177"/>
                    </a:cubicBezTo>
                    <a:cubicBezTo>
                      <a:pt x="416432" y="1206720"/>
                      <a:pt x="404526" y="1201247"/>
                      <a:pt x="392141" y="1199999"/>
                    </a:cubicBezTo>
                    <a:cubicBezTo>
                      <a:pt x="361608" y="1196927"/>
                      <a:pt x="330884" y="1195678"/>
                      <a:pt x="300157" y="1193662"/>
                    </a:cubicBezTo>
                    <a:cubicBezTo>
                      <a:pt x="298237" y="1193566"/>
                      <a:pt x="296221" y="1193566"/>
                      <a:pt x="294493" y="1192894"/>
                    </a:cubicBezTo>
                    <a:cubicBezTo>
                      <a:pt x="283163" y="1188765"/>
                      <a:pt x="273274" y="1190110"/>
                      <a:pt x="263671" y="1197982"/>
                    </a:cubicBezTo>
                    <a:cubicBezTo>
                      <a:pt x="259447" y="1201439"/>
                      <a:pt x="253686" y="1203263"/>
                      <a:pt x="248406" y="1205184"/>
                    </a:cubicBezTo>
                    <a:cubicBezTo>
                      <a:pt x="240628" y="1208065"/>
                      <a:pt x="232659" y="1210849"/>
                      <a:pt x="224594" y="1212673"/>
                    </a:cubicBezTo>
                    <a:cubicBezTo>
                      <a:pt x="216624" y="1214401"/>
                      <a:pt x="208079" y="1216801"/>
                      <a:pt x="200398" y="1215458"/>
                    </a:cubicBezTo>
                    <a:cubicBezTo>
                      <a:pt x="186572" y="1213057"/>
                      <a:pt x="173417" y="1207681"/>
                      <a:pt x="159783" y="1204127"/>
                    </a:cubicBezTo>
                    <a:cubicBezTo>
                      <a:pt x="155079" y="1202879"/>
                      <a:pt x="149893" y="1203072"/>
                      <a:pt x="144997" y="1202975"/>
                    </a:cubicBezTo>
                    <a:cubicBezTo>
                      <a:pt x="133763" y="1202688"/>
                      <a:pt x="122241" y="1205472"/>
                      <a:pt x="112064" y="1197503"/>
                    </a:cubicBezTo>
                    <a:cubicBezTo>
                      <a:pt x="102655" y="1190014"/>
                      <a:pt x="93148" y="1192221"/>
                      <a:pt x="83259" y="1197887"/>
                    </a:cubicBezTo>
                    <a:cubicBezTo>
                      <a:pt x="76154" y="1201920"/>
                      <a:pt x="68090" y="1205088"/>
                      <a:pt x="60120" y="1206624"/>
                    </a:cubicBezTo>
                    <a:cubicBezTo>
                      <a:pt x="49174" y="1208736"/>
                      <a:pt x="38324" y="1209601"/>
                      <a:pt x="26514" y="1208352"/>
                    </a:cubicBezTo>
                    <a:cubicBezTo>
                      <a:pt x="18161" y="1207488"/>
                      <a:pt x="11343" y="1207104"/>
                      <a:pt x="4814" y="1202015"/>
                    </a:cubicBezTo>
                    <a:cubicBezTo>
                      <a:pt x="3759" y="1201247"/>
                      <a:pt x="1839" y="1201055"/>
                      <a:pt x="398" y="1201152"/>
                    </a:cubicBezTo>
                    <a:lnTo>
                      <a:pt x="0" y="1201150"/>
                    </a:lnTo>
                    <a:lnTo>
                      <a:pt x="0" y="1004512"/>
                    </a:lnTo>
                    <a:lnTo>
                      <a:pt x="30355" y="1002784"/>
                    </a:lnTo>
                    <a:cubicBezTo>
                      <a:pt x="37748" y="1002111"/>
                      <a:pt x="44853" y="999520"/>
                      <a:pt x="52151" y="997695"/>
                    </a:cubicBezTo>
                    <a:cubicBezTo>
                      <a:pt x="56183" y="996639"/>
                      <a:pt x="60504" y="993855"/>
                      <a:pt x="64248" y="994430"/>
                    </a:cubicBezTo>
                    <a:cubicBezTo>
                      <a:pt x="85948" y="997791"/>
                      <a:pt x="105823" y="989534"/>
                      <a:pt x="126370" y="985405"/>
                    </a:cubicBezTo>
                    <a:cubicBezTo>
                      <a:pt x="135876" y="983485"/>
                      <a:pt x="144805" y="978876"/>
                      <a:pt x="154022" y="975708"/>
                    </a:cubicBezTo>
                    <a:cubicBezTo>
                      <a:pt x="156423" y="974843"/>
                      <a:pt x="159111" y="974075"/>
                      <a:pt x="161512" y="974268"/>
                    </a:cubicBezTo>
                    <a:cubicBezTo>
                      <a:pt x="175242" y="975420"/>
                      <a:pt x="188876" y="977052"/>
                      <a:pt x="202510" y="978300"/>
                    </a:cubicBezTo>
                    <a:cubicBezTo>
                      <a:pt x="214896" y="979452"/>
                      <a:pt x="227378" y="979836"/>
                      <a:pt x="233235" y="993950"/>
                    </a:cubicBezTo>
                    <a:cubicBezTo>
                      <a:pt x="234100" y="996159"/>
                      <a:pt x="236979" y="997791"/>
                      <a:pt x="239188" y="999231"/>
                    </a:cubicBezTo>
                    <a:cubicBezTo>
                      <a:pt x="273274" y="1021411"/>
                      <a:pt x="291516" y="1020835"/>
                      <a:pt x="324834" y="997407"/>
                    </a:cubicBezTo>
                    <a:cubicBezTo>
                      <a:pt x="328290" y="995007"/>
                      <a:pt x="335683" y="993278"/>
                      <a:pt x="337987" y="995198"/>
                    </a:cubicBezTo>
                    <a:cubicBezTo>
                      <a:pt x="357575" y="1011137"/>
                      <a:pt x="378986" y="1009409"/>
                      <a:pt x="401550" y="1004416"/>
                    </a:cubicBezTo>
                    <a:cubicBezTo>
                      <a:pt x="407407" y="1003072"/>
                      <a:pt x="415664" y="1003072"/>
                      <a:pt x="420081" y="1006240"/>
                    </a:cubicBezTo>
                    <a:cubicBezTo>
                      <a:pt x="441108" y="1020930"/>
                      <a:pt x="463672" y="1018819"/>
                      <a:pt x="486523" y="1014498"/>
                    </a:cubicBezTo>
                    <a:cubicBezTo>
                      <a:pt x="490075" y="1013826"/>
                      <a:pt x="494397" y="1010177"/>
                      <a:pt x="495932" y="1006817"/>
                    </a:cubicBezTo>
                    <a:cubicBezTo>
                      <a:pt x="501406" y="994911"/>
                      <a:pt x="511680" y="990878"/>
                      <a:pt x="523009" y="987517"/>
                    </a:cubicBezTo>
                    <a:cubicBezTo>
                      <a:pt x="540868" y="982044"/>
                      <a:pt x="558438" y="975611"/>
                      <a:pt x="576393" y="970427"/>
                    </a:cubicBezTo>
                    <a:cubicBezTo>
                      <a:pt x="580811" y="969179"/>
                      <a:pt x="586283" y="969947"/>
                      <a:pt x="590892" y="971387"/>
                    </a:cubicBezTo>
                    <a:cubicBezTo>
                      <a:pt x="606638" y="976284"/>
                      <a:pt x="616624" y="988574"/>
                      <a:pt x="627569" y="999904"/>
                    </a:cubicBezTo>
                    <a:cubicBezTo>
                      <a:pt x="632370" y="1004897"/>
                      <a:pt x="638995" y="1008449"/>
                      <a:pt x="645429" y="1011329"/>
                    </a:cubicBezTo>
                    <a:cubicBezTo>
                      <a:pt x="662135" y="1018723"/>
                      <a:pt x="679226" y="1025348"/>
                      <a:pt x="696125" y="1032356"/>
                    </a:cubicBezTo>
                    <a:cubicBezTo>
                      <a:pt x="697757" y="1033029"/>
                      <a:pt x="699100" y="1034757"/>
                      <a:pt x="700349" y="1036197"/>
                    </a:cubicBezTo>
                    <a:cubicBezTo>
                      <a:pt x="712831" y="1051368"/>
                      <a:pt x="725216" y="1066634"/>
                      <a:pt x="737795" y="1081804"/>
                    </a:cubicBezTo>
                    <a:cubicBezTo>
                      <a:pt x="740195" y="1084684"/>
                      <a:pt x="743652" y="1086797"/>
                      <a:pt x="746244" y="1089581"/>
                    </a:cubicBezTo>
                    <a:cubicBezTo>
                      <a:pt x="749893" y="1093422"/>
                      <a:pt x="754502" y="1097071"/>
                      <a:pt x="756422" y="1101680"/>
                    </a:cubicBezTo>
                    <a:cubicBezTo>
                      <a:pt x="762374" y="1116177"/>
                      <a:pt x="773801" y="1122419"/>
                      <a:pt x="788202" y="1125108"/>
                    </a:cubicBezTo>
                    <a:cubicBezTo>
                      <a:pt x="801357" y="1127603"/>
                      <a:pt x="814511" y="1129716"/>
                      <a:pt x="827569" y="1132596"/>
                    </a:cubicBezTo>
                    <a:cubicBezTo>
                      <a:pt x="843507" y="1136053"/>
                      <a:pt x="859350" y="1139798"/>
                      <a:pt x="875097" y="1144022"/>
                    </a:cubicBezTo>
                    <a:cubicBezTo>
                      <a:pt x="881913" y="1145847"/>
                      <a:pt x="889115" y="1147959"/>
                      <a:pt x="894972" y="1151704"/>
                    </a:cubicBezTo>
                    <a:cubicBezTo>
                      <a:pt x="911390" y="1162073"/>
                      <a:pt x="928961" y="1169082"/>
                      <a:pt x="948260" y="1166298"/>
                    </a:cubicBezTo>
                    <a:cubicBezTo>
                      <a:pt x="963718" y="1164089"/>
                      <a:pt x="976680" y="1169754"/>
                      <a:pt x="986282" y="1178588"/>
                    </a:cubicBezTo>
                    <a:cubicBezTo>
                      <a:pt x="1003757" y="1194623"/>
                      <a:pt x="1022479" y="1190973"/>
                      <a:pt x="1041107" y="1185789"/>
                    </a:cubicBezTo>
                    <a:cubicBezTo>
                      <a:pt x="1050708" y="1183101"/>
                      <a:pt x="1058581" y="1183485"/>
                      <a:pt x="1067703" y="1186076"/>
                    </a:cubicBezTo>
                    <a:cubicBezTo>
                      <a:pt x="1088826" y="1192126"/>
                      <a:pt x="1102941" y="1208544"/>
                      <a:pt x="1116574" y="1222946"/>
                    </a:cubicBezTo>
                    <a:cubicBezTo>
                      <a:pt x="1128193" y="1235236"/>
                      <a:pt x="1141251" y="1242149"/>
                      <a:pt x="1155557" y="1247335"/>
                    </a:cubicBezTo>
                    <a:cubicBezTo>
                      <a:pt x="1173608" y="1253959"/>
                      <a:pt x="1187914" y="1251464"/>
                      <a:pt x="1196556" y="1235525"/>
                    </a:cubicBezTo>
                    <a:cubicBezTo>
                      <a:pt x="1198956" y="1231012"/>
                      <a:pt x="1203180" y="1225730"/>
                      <a:pt x="1207693" y="1224387"/>
                    </a:cubicBezTo>
                    <a:cubicBezTo>
                      <a:pt x="1229488" y="1217666"/>
                      <a:pt x="1251572" y="1207872"/>
                      <a:pt x="1274904" y="1213826"/>
                    </a:cubicBezTo>
                    <a:cubicBezTo>
                      <a:pt x="1307165" y="1221987"/>
                      <a:pt x="1338658" y="1221507"/>
                      <a:pt x="1370919" y="1213442"/>
                    </a:cubicBezTo>
                    <a:cubicBezTo>
                      <a:pt x="1423247" y="1200383"/>
                      <a:pt x="1475575" y="1186557"/>
                      <a:pt x="1530593" y="1189437"/>
                    </a:cubicBezTo>
                    <a:cubicBezTo>
                      <a:pt x="1539713" y="1189917"/>
                      <a:pt x="1550563" y="1184060"/>
                      <a:pt x="1558436" y="1178299"/>
                    </a:cubicBezTo>
                    <a:cubicBezTo>
                      <a:pt x="1573511" y="1167354"/>
                      <a:pt x="1572838" y="1166489"/>
                      <a:pt x="1589737" y="1175515"/>
                    </a:cubicBezTo>
                    <a:cubicBezTo>
                      <a:pt x="1593770" y="1177724"/>
                      <a:pt x="1598763" y="1179068"/>
                      <a:pt x="1601740" y="1182333"/>
                    </a:cubicBezTo>
                    <a:cubicBezTo>
                      <a:pt x="1616909" y="1198943"/>
                      <a:pt x="1635633" y="1194910"/>
                      <a:pt x="1654259" y="1192510"/>
                    </a:cubicBezTo>
                    <a:cubicBezTo>
                      <a:pt x="1657524" y="1192030"/>
                      <a:pt x="1661460" y="1191358"/>
                      <a:pt x="1664246" y="1192702"/>
                    </a:cubicBezTo>
                    <a:cubicBezTo>
                      <a:pt x="1676823" y="1198750"/>
                      <a:pt x="1687481" y="1196639"/>
                      <a:pt x="1698427" y="1188381"/>
                    </a:cubicBezTo>
                    <a:cubicBezTo>
                      <a:pt x="1707932" y="1181276"/>
                      <a:pt x="1718878" y="1177052"/>
                      <a:pt x="1730112" y="1185885"/>
                    </a:cubicBezTo>
                    <a:cubicBezTo>
                      <a:pt x="1755076" y="1205472"/>
                      <a:pt x="1781767" y="1206432"/>
                      <a:pt x="1809996" y="1194046"/>
                    </a:cubicBezTo>
                    <a:cubicBezTo>
                      <a:pt x="1830159" y="1185213"/>
                      <a:pt x="1850034" y="1183196"/>
                      <a:pt x="1871254" y="1192126"/>
                    </a:cubicBezTo>
                    <a:cubicBezTo>
                      <a:pt x="1879415" y="1195582"/>
                      <a:pt x="1889977" y="1193278"/>
                      <a:pt x="1899482" y="1194046"/>
                    </a:cubicBezTo>
                    <a:cubicBezTo>
                      <a:pt x="1904859" y="1194430"/>
                      <a:pt x="1910813" y="1194526"/>
                      <a:pt x="1915420" y="1196927"/>
                    </a:cubicBezTo>
                    <a:cubicBezTo>
                      <a:pt x="1927711" y="1203072"/>
                      <a:pt x="1939136" y="1210945"/>
                      <a:pt x="1951522" y="1216994"/>
                    </a:cubicBezTo>
                    <a:cubicBezTo>
                      <a:pt x="1957475" y="1219874"/>
                      <a:pt x="1964580" y="1221410"/>
                      <a:pt x="1971302" y="1221507"/>
                    </a:cubicBezTo>
                    <a:cubicBezTo>
                      <a:pt x="1991177" y="1221987"/>
                      <a:pt x="2011052" y="1221987"/>
                      <a:pt x="2030831" y="1221123"/>
                    </a:cubicBezTo>
                    <a:cubicBezTo>
                      <a:pt x="2063476" y="1219778"/>
                      <a:pt x="2096601" y="1219490"/>
                      <a:pt x="2120125" y="1190878"/>
                    </a:cubicBezTo>
                    <a:cubicBezTo>
                      <a:pt x="2122046" y="1188573"/>
                      <a:pt x="2126174" y="1187229"/>
                      <a:pt x="2129439" y="1186845"/>
                    </a:cubicBezTo>
                    <a:cubicBezTo>
                      <a:pt x="2144513" y="1185021"/>
                      <a:pt x="2159971" y="1184828"/>
                      <a:pt x="2174854" y="1181852"/>
                    </a:cubicBezTo>
                    <a:cubicBezTo>
                      <a:pt x="2186760" y="1179452"/>
                      <a:pt x="2196650" y="1180220"/>
                      <a:pt x="2205674" y="1188669"/>
                    </a:cubicBezTo>
                    <a:cubicBezTo>
                      <a:pt x="2217485" y="1199807"/>
                      <a:pt x="2231887" y="1206336"/>
                      <a:pt x="2247634" y="1202784"/>
                    </a:cubicBezTo>
                    <a:cubicBezTo>
                      <a:pt x="2263379" y="1199327"/>
                      <a:pt x="2273749" y="1206816"/>
                      <a:pt x="2285367" y="1214594"/>
                    </a:cubicBezTo>
                    <a:cubicBezTo>
                      <a:pt x="2293817" y="1220258"/>
                      <a:pt x="2303418" y="1227363"/>
                      <a:pt x="2312827" y="1227939"/>
                    </a:cubicBezTo>
                    <a:cubicBezTo>
                      <a:pt x="2334143" y="1229187"/>
                      <a:pt x="2352482" y="1248967"/>
                      <a:pt x="2375622" y="1237733"/>
                    </a:cubicBezTo>
                    <a:cubicBezTo>
                      <a:pt x="2377158" y="1236965"/>
                      <a:pt x="2379942" y="1238885"/>
                      <a:pt x="2382151" y="1239365"/>
                    </a:cubicBezTo>
                    <a:cubicBezTo>
                      <a:pt x="2399817" y="1243014"/>
                      <a:pt x="2416428" y="1239461"/>
                      <a:pt x="2429390" y="1227459"/>
                    </a:cubicBezTo>
                    <a:cubicBezTo>
                      <a:pt x="2446385" y="1211809"/>
                      <a:pt x="2465203" y="1210272"/>
                      <a:pt x="2486134" y="1215362"/>
                    </a:cubicBezTo>
                    <a:cubicBezTo>
                      <a:pt x="2492856" y="1216994"/>
                      <a:pt x="2499577" y="1218146"/>
                      <a:pt x="2506394" y="1219490"/>
                    </a:cubicBezTo>
                    <a:cubicBezTo>
                      <a:pt x="2515611" y="1221410"/>
                      <a:pt x="2524925" y="1223427"/>
                      <a:pt x="2534142" y="1225347"/>
                    </a:cubicBezTo>
                    <a:cubicBezTo>
                      <a:pt x="2543072" y="1227268"/>
                      <a:pt x="2552962" y="1230532"/>
                      <a:pt x="2559874" y="1222275"/>
                    </a:cubicBezTo>
                    <a:cubicBezTo>
                      <a:pt x="2565827" y="1215169"/>
                      <a:pt x="2570052" y="1215842"/>
                      <a:pt x="2575525" y="1221987"/>
                    </a:cubicBezTo>
                    <a:cubicBezTo>
                      <a:pt x="2594536" y="1243494"/>
                      <a:pt x="2617580" y="1256936"/>
                      <a:pt x="2646960" y="1257896"/>
                    </a:cubicBezTo>
                    <a:cubicBezTo>
                      <a:pt x="2653009" y="1258088"/>
                      <a:pt x="2659154" y="1259432"/>
                      <a:pt x="2665107" y="1260873"/>
                    </a:cubicBezTo>
                    <a:cubicBezTo>
                      <a:pt x="2668756" y="1261736"/>
                      <a:pt x="2673173" y="1262697"/>
                      <a:pt x="2675381" y="1265290"/>
                    </a:cubicBezTo>
                    <a:cubicBezTo>
                      <a:pt x="2692567" y="1285068"/>
                      <a:pt x="2713979" y="1298799"/>
                      <a:pt x="2737311" y="1309841"/>
                    </a:cubicBezTo>
                    <a:cubicBezTo>
                      <a:pt x="2745664" y="1313777"/>
                      <a:pt x="2754594" y="1317713"/>
                      <a:pt x="2763619" y="1318866"/>
                    </a:cubicBezTo>
                    <a:cubicBezTo>
                      <a:pt x="2773028" y="1320018"/>
                      <a:pt x="2782917" y="1318098"/>
                      <a:pt x="2792519" y="1317041"/>
                    </a:cubicBezTo>
                    <a:cubicBezTo>
                      <a:pt x="2798184" y="1316466"/>
                      <a:pt x="2804713" y="1316561"/>
                      <a:pt x="2809226" y="1313777"/>
                    </a:cubicBezTo>
                    <a:cubicBezTo>
                      <a:pt x="2823532" y="1305039"/>
                      <a:pt x="2837358" y="1295631"/>
                      <a:pt x="2850705" y="1285452"/>
                    </a:cubicBezTo>
                    <a:cubicBezTo>
                      <a:pt x="2862131" y="1276715"/>
                      <a:pt x="2864435" y="1275467"/>
                      <a:pt x="2874324" y="1286413"/>
                    </a:cubicBezTo>
                    <a:cubicBezTo>
                      <a:pt x="2884502" y="1297647"/>
                      <a:pt x="2897176" y="1303503"/>
                      <a:pt x="2911194" y="1305903"/>
                    </a:cubicBezTo>
                    <a:cubicBezTo>
                      <a:pt x="2933373" y="1309648"/>
                      <a:pt x="2955745" y="1312816"/>
                      <a:pt x="2978116" y="1314641"/>
                    </a:cubicBezTo>
                    <a:cubicBezTo>
                      <a:pt x="2998375" y="1316273"/>
                      <a:pt x="3008073" y="1307440"/>
                      <a:pt x="3012106" y="1287373"/>
                    </a:cubicBezTo>
                    <a:cubicBezTo>
                      <a:pt x="3014410" y="1276235"/>
                      <a:pt x="3017387" y="1264137"/>
                      <a:pt x="3029676" y="1261161"/>
                    </a:cubicBezTo>
                    <a:cubicBezTo>
                      <a:pt x="3049744" y="1256360"/>
                      <a:pt x="3070579" y="1254248"/>
                      <a:pt x="3080469" y="1230724"/>
                    </a:cubicBezTo>
                    <a:cubicBezTo>
                      <a:pt x="3085941" y="1235909"/>
                      <a:pt x="3089302" y="1238981"/>
                      <a:pt x="3092567" y="1242054"/>
                    </a:cubicBezTo>
                    <a:cubicBezTo>
                      <a:pt x="3101592" y="1250599"/>
                      <a:pt x="3120314" y="1254248"/>
                      <a:pt x="3129821" y="1246855"/>
                    </a:cubicBezTo>
                    <a:cubicBezTo>
                      <a:pt x="3143839" y="1236101"/>
                      <a:pt x="3156705" y="1238117"/>
                      <a:pt x="3170147" y="1246471"/>
                    </a:cubicBezTo>
                    <a:cubicBezTo>
                      <a:pt x="3192615" y="1260297"/>
                      <a:pt x="3217674" y="1257128"/>
                      <a:pt x="3240429" y="1251559"/>
                    </a:cubicBezTo>
                    <a:cubicBezTo>
                      <a:pt x="3257617" y="1247430"/>
                      <a:pt x="3275956" y="1239845"/>
                      <a:pt x="3287189" y="1222466"/>
                    </a:cubicBezTo>
                    <a:cubicBezTo>
                      <a:pt x="3290741" y="1216898"/>
                      <a:pt x="3298711" y="1214113"/>
                      <a:pt x="3305049" y="1210465"/>
                    </a:cubicBezTo>
                    <a:cubicBezTo>
                      <a:pt x="3310329" y="1207488"/>
                      <a:pt x="3315898" y="1204704"/>
                      <a:pt x="3321755" y="1202784"/>
                    </a:cubicBezTo>
                    <a:cubicBezTo>
                      <a:pt x="3327995" y="1200671"/>
                      <a:pt x="3334909" y="1197598"/>
                      <a:pt x="3341055" y="1198463"/>
                    </a:cubicBezTo>
                    <a:cubicBezTo>
                      <a:pt x="3359681" y="1200959"/>
                      <a:pt x="3374467" y="1196062"/>
                      <a:pt x="3387621" y="1182140"/>
                    </a:cubicBezTo>
                    <a:cubicBezTo>
                      <a:pt x="3394439" y="1174939"/>
                      <a:pt x="3404520" y="1166202"/>
                      <a:pt x="3413161" y="1166105"/>
                    </a:cubicBezTo>
                    <a:cubicBezTo>
                      <a:pt x="3434189" y="1165818"/>
                      <a:pt x="3451663" y="1158905"/>
                      <a:pt x="3470579" y="1150647"/>
                    </a:cubicBezTo>
                    <a:cubicBezTo>
                      <a:pt x="3482772" y="1145366"/>
                      <a:pt x="3496598" y="1141718"/>
                      <a:pt x="3509657" y="1136821"/>
                    </a:cubicBezTo>
                    <a:cubicBezTo>
                      <a:pt x="3524923" y="1131060"/>
                      <a:pt x="3541534" y="1128948"/>
                      <a:pt x="3550847" y="1113009"/>
                    </a:cubicBezTo>
                    <a:cubicBezTo>
                      <a:pt x="3551903" y="1111281"/>
                      <a:pt x="3555072" y="1110993"/>
                      <a:pt x="3556608" y="1109361"/>
                    </a:cubicBezTo>
                    <a:cubicBezTo>
                      <a:pt x="3561505" y="1104368"/>
                      <a:pt x="3567842" y="1099760"/>
                      <a:pt x="3570435" y="1093710"/>
                    </a:cubicBezTo>
                    <a:cubicBezTo>
                      <a:pt x="3577923" y="1076044"/>
                      <a:pt x="3583780" y="1057800"/>
                      <a:pt x="3590501" y="1039846"/>
                    </a:cubicBezTo>
                    <a:cubicBezTo>
                      <a:pt x="3591942" y="1036005"/>
                      <a:pt x="3593285" y="1031108"/>
                      <a:pt x="3596263" y="1028900"/>
                    </a:cubicBezTo>
                    <a:cubicBezTo>
                      <a:pt x="3613449" y="1016226"/>
                      <a:pt x="3630925" y="1004032"/>
                      <a:pt x="3648591" y="992030"/>
                    </a:cubicBezTo>
                    <a:cubicBezTo>
                      <a:pt x="3655696" y="987229"/>
                      <a:pt x="3661649" y="989918"/>
                      <a:pt x="3667986" y="995487"/>
                    </a:cubicBezTo>
                    <a:cubicBezTo>
                      <a:pt x="3674131" y="1000768"/>
                      <a:pt x="3681717" y="1006240"/>
                      <a:pt x="3689397" y="1007585"/>
                    </a:cubicBezTo>
                    <a:cubicBezTo>
                      <a:pt x="3704760" y="1010177"/>
                      <a:pt x="3720698" y="1010753"/>
                      <a:pt x="3736349" y="1010753"/>
                    </a:cubicBezTo>
                    <a:cubicBezTo>
                      <a:pt x="3742205" y="1010753"/>
                      <a:pt x="3748446" y="1007297"/>
                      <a:pt x="3753919" y="1004513"/>
                    </a:cubicBezTo>
                    <a:cubicBezTo>
                      <a:pt x="3764289" y="999231"/>
                      <a:pt x="3773890" y="992126"/>
                      <a:pt x="3784643" y="987710"/>
                    </a:cubicBezTo>
                    <a:cubicBezTo>
                      <a:pt x="3797126" y="982621"/>
                      <a:pt x="3804615" y="974459"/>
                      <a:pt x="3808359" y="961689"/>
                    </a:cubicBezTo>
                    <a:cubicBezTo>
                      <a:pt x="3813929" y="942679"/>
                      <a:pt x="3827179" y="929428"/>
                      <a:pt x="3842829" y="918674"/>
                    </a:cubicBezTo>
                    <a:cubicBezTo>
                      <a:pt x="3862705" y="904944"/>
                      <a:pt x="3886421" y="905616"/>
                      <a:pt x="3908983" y="902256"/>
                    </a:cubicBezTo>
                    <a:cubicBezTo>
                      <a:pt x="3917625" y="901008"/>
                      <a:pt x="3926555" y="899951"/>
                      <a:pt x="3934428" y="896783"/>
                    </a:cubicBezTo>
                    <a:cubicBezTo>
                      <a:pt x="3964288" y="884877"/>
                      <a:pt x="3994149" y="873548"/>
                      <a:pt x="4026987" y="873835"/>
                    </a:cubicBezTo>
                    <a:cubicBezTo>
                      <a:pt x="4029674" y="873835"/>
                      <a:pt x="4032363" y="873548"/>
                      <a:pt x="4035051" y="873067"/>
                    </a:cubicBezTo>
                    <a:cubicBezTo>
                      <a:pt x="4058383" y="869131"/>
                      <a:pt x="4082483" y="867594"/>
                      <a:pt x="4099189" y="846664"/>
                    </a:cubicBezTo>
                    <a:cubicBezTo>
                      <a:pt x="4102261" y="842823"/>
                      <a:pt x="4109271" y="841671"/>
                      <a:pt x="4114647" y="840134"/>
                    </a:cubicBezTo>
                    <a:cubicBezTo>
                      <a:pt x="4123961" y="837638"/>
                      <a:pt x="4130203" y="832549"/>
                      <a:pt x="4133563" y="823427"/>
                    </a:cubicBezTo>
                    <a:cubicBezTo>
                      <a:pt x="4139229" y="807681"/>
                      <a:pt x="4145949" y="792223"/>
                      <a:pt x="4151039" y="776284"/>
                    </a:cubicBezTo>
                    <a:cubicBezTo>
                      <a:pt x="4154591" y="765338"/>
                      <a:pt x="4161215" y="759289"/>
                      <a:pt x="4171489" y="754776"/>
                    </a:cubicBezTo>
                    <a:cubicBezTo>
                      <a:pt x="4177251" y="752280"/>
                      <a:pt x="4182243" y="746808"/>
                      <a:pt x="4186372" y="741718"/>
                    </a:cubicBezTo>
                    <a:cubicBezTo>
                      <a:pt x="4191365" y="735573"/>
                      <a:pt x="4193957" y="727412"/>
                      <a:pt x="4199429" y="721940"/>
                    </a:cubicBezTo>
                    <a:cubicBezTo>
                      <a:pt x="4212775" y="708305"/>
                      <a:pt x="4216905" y="693231"/>
                      <a:pt x="4212487" y="674604"/>
                    </a:cubicBezTo>
                    <a:cubicBezTo>
                      <a:pt x="4208551" y="658090"/>
                      <a:pt x="4218921" y="636006"/>
                      <a:pt x="4232555" y="632645"/>
                    </a:cubicBezTo>
                    <a:cubicBezTo>
                      <a:pt x="4247629" y="628900"/>
                      <a:pt x="4257999" y="619684"/>
                      <a:pt x="4268657" y="609410"/>
                    </a:cubicBezTo>
                    <a:cubicBezTo>
                      <a:pt x="4274609" y="603649"/>
                      <a:pt x="4282963" y="598656"/>
                      <a:pt x="4291028" y="597216"/>
                    </a:cubicBezTo>
                    <a:cubicBezTo>
                      <a:pt x="4321657" y="591647"/>
                      <a:pt x="4350557" y="598464"/>
                      <a:pt x="4379651" y="609506"/>
                    </a:cubicBezTo>
                    <a:cubicBezTo>
                      <a:pt x="4398661" y="616707"/>
                      <a:pt x="4419784" y="618627"/>
                      <a:pt x="4440139" y="621507"/>
                    </a:cubicBezTo>
                    <a:cubicBezTo>
                      <a:pt x="4446477" y="622371"/>
                      <a:pt x="4454542" y="620452"/>
                      <a:pt x="4460015" y="616899"/>
                    </a:cubicBezTo>
                    <a:cubicBezTo>
                      <a:pt x="4479218" y="604609"/>
                      <a:pt x="4498325" y="591935"/>
                      <a:pt x="4516183" y="577724"/>
                    </a:cubicBezTo>
                    <a:cubicBezTo>
                      <a:pt x="4532795" y="564379"/>
                      <a:pt x="4551517" y="558810"/>
                      <a:pt x="4571681" y="560250"/>
                    </a:cubicBezTo>
                    <a:cubicBezTo>
                      <a:pt x="4586371" y="561306"/>
                      <a:pt x="4599621" y="558905"/>
                      <a:pt x="4613447" y="555257"/>
                    </a:cubicBezTo>
                    <a:cubicBezTo>
                      <a:pt x="4624969" y="552185"/>
                      <a:pt x="4637643" y="550072"/>
                      <a:pt x="4649355" y="551417"/>
                    </a:cubicBezTo>
                    <a:cubicBezTo>
                      <a:pt x="4665775" y="553337"/>
                      <a:pt x="4679313" y="550553"/>
                      <a:pt x="4692467" y="540663"/>
                    </a:cubicBezTo>
                    <a:cubicBezTo>
                      <a:pt x="4699476" y="535382"/>
                      <a:pt x="4708502" y="532598"/>
                      <a:pt x="4716855" y="528949"/>
                    </a:cubicBezTo>
                    <a:cubicBezTo>
                      <a:pt x="4729721" y="523284"/>
                      <a:pt x="4743067" y="518483"/>
                      <a:pt x="4755645" y="512147"/>
                    </a:cubicBezTo>
                    <a:cubicBezTo>
                      <a:pt x="4769183" y="505425"/>
                      <a:pt x="4781569" y="496112"/>
                      <a:pt x="4795395" y="490351"/>
                    </a:cubicBezTo>
                    <a:cubicBezTo>
                      <a:pt x="4810278" y="484110"/>
                      <a:pt x="4819879" y="474605"/>
                      <a:pt x="4825928" y="459818"/>
                    </a:cubicBezTo>
                    <a:cubicBezTo>
                      <a:pt x="4829769" y="450504"/>
                      <a:pt x="4835049" y="440615"/>
                      <a:pt x="4842347" y="434086"/>
                    </a:cubicBezTo>
                    <a:cubicBezTo>
                      <a:pt x="4857422" y="420740"/>
                      <a:pt x="4875087" y="410370"/>
                      <a:pt x="4890451" y="397216"/>
                    </a:cubicBezTo>
                    <a:cubicBezTo>
                      <a:pt x="4912054" y="378781"/>
                      <a:pt x="4932025" y="359194"/>
                      <a:pt x="4933945" y="327701"/>
                    </a:cubicBezTo>
                    <a:cubicBezTo>
                      <a:pt x="4935001" y="310322"/>
                      <a:pt x="4944219" y="302929"/>
                      <a:pt x="4961214" y="298801"/>
                    </a:cubicBezTo>
                    <a:cubicBezTo>
                      <a:pt x="4966878" y="297457"/>
                      <a:pt x="4974945" y="294864"/>
                      <a:pt x="4976672" y="290639"/>
                    </a:cubicBezTo>
                    <a:cubicBezTo>
                      <a:pt x="4981857" y="278061"/>
                      <a:pt x="4992610" y="275565"/>
                      <a:pt x="5002979" y="270573"/>
                    </a:cubicBezTo>
                    <a:cubicBezTo>
                      <a:pt x="5009221" y="267596"/>
                      <a:pt x="5016903" y="261739"/>
                      <a:pt x="5018535" y="255690"/>
                    </a:cubicBezTo>
                    <a:cubicBezTo>
                      <a:pt x="5025255" y="231206"/>
                      <a:pt x="5043690" y="216804"/>
                      <a:pt x="5061069" y="200961"/>
                    </a:cubicBezTo>
                    <a:cubicBezTo>
                      <a:pt x="5066158" y="196256"/>
                      <a:pt x="5071631" y="190879"/>
                      <a:pt x="5074127" y="184735"/>
                    </a:cubicBezTo>
                    <a:cubicBezTo>
                      <a:pt x="5079409" y="171484"/>
                      <a:pt x="5087281" y="161882"/>
                      <a:pt x="5101108" y="156891"/>
                    </a:cubicBezTo>
                    <a:cubicBezTo>
                      <a:pt x="5105524" y="155354"/>
                      <a:pt x="5109557" y="151801"/>
                      <a:pt x="5112918" y="148441"/>
                    </a:cubicBezTo>
                    <a:cubicBezTo>
                      <a:pt x="5120119" y="141144"/>
                      <a:pt x="5126167" y="132598"/>
                      <a:pt x="5133753" y="125782"/>
                    </a:cubicBezTo>
                    <a:cubicBezTo>
                      <a:pt x="5153051" y="108211"/>
                      <a:pt x="5172159" y="90928"/>
                      <a:pt x="5183393" y="66348"/>
                    </a:cubicBezTo>
                    <a:cubicBezTo>
                      <a:pt x="5188865" y="54346"/>
                      <a:pt x="5195107" y="41288"/>
                      <a:pt x="5204709" y="33030"/>
                    </a:cubicBezTo>
                    <a:cubicBezTo>
                      <a:pt x="5216903" y="22565"/>
                      <a:pt x="5232937" y="16612"/>
                      <a:pt x="5247243" y="8451"/>
                    </a:cubicBezTo>
                    <a:close/>
                  </a:path>
                </a:pathLst>
              </a:custGeom>
              <a:blipFill dpi="0" rotWithShape="1">
                <a:blip r:embed="rId2">
                  <a:alphaModFix amt="57000"/>
                </a:blip>
                <a:srcRect/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BDE8DB83-6DB7-6793-0482-A56A3D829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091" y="2496605"/>
            <a:ext cx="4369112" cy="20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49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04E3875-D52D-47C5-42CE-A52A1AF8CC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27" b="11767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134CA400-BC01-B93D-E26C-2008F4ADA977}"/>
              </a:ext>
            </a:extLst>
          </p:cNvPr>
          <p:cNvSpPr txBox="1"/>
          <p:nvPr/>
        </p:nvSpPr>
        <p:spPr>
          <a:xfrm>
            <a:off x="4430367" y="1627267"/>
            <a:ext cx="6097656" cy="2639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edu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wpi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plant</a:t>
            </a:r>
            <a:r>
              <a:rPr lang="pt-BR" sz="1050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LinearSystemId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59F1079-73E9-8D5B-2E95-22BE00588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7659" y="3290182"/>
            <a:ext cx="4715533" cy="3353268"/>
          </a:xfrm>
          <a:prstGeom prst="rect">
            <a:avLst/>
          </a:prstGeom>
        </p:spPr>
      </p:pic>
      <p:sp>
        <p:nvSpPr>
          <p:cNvPr id="11" name="Seta: para a Direita 10">
            <a:extLst>
              <a:ext uri="{FF2B5EF4-FFF2-40B4-BE49-F238E27FC236}">
                <a16:creationId xmlns:a16="http://schemas.microsoft.com/office/drawing/2014/main" id="{FFDB0153-0010-8BA4-06E3-77207A623DE6}"/>
              </a:ext>
            </a:extLst>
          </p:cNvPr>
          <p:cNvSpPr/>
          <p:nvPr/>
        </p:nvSpPr>
        <p:spPr>
          <a:xfrm>
            <a:off x="4430367" y="4134678"/>
            <a:ext cx="2129459" cy="15008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Vamos criar </a:t>
            </a:r>
            <a:r>
              <a:rPr lang="pt-BR"/>
              <a:t>esses métodos</a:t>
            </a:r>
          </a:p>
        </p:txBody>
      </p:sp>
    </p:spTree>
    <p:extLst>
      <p:ext uri="{BB962C8B-B14F-4D97-AF65-F5344CB8AC3E}">
        <p14:creationId xmlns:p14="http://schemas.microsoft.com/office/powerpoint/2010/main" val="26831807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E2627A7-58B1-F9D1-4134-A862E19BA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7936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7151908-394B-2B18-8064-A8C08413307F}"/>
              </a:ext>
            </a:extLst>
          </p:cNvPr>
          <p:cNvSpPr txBox="1"/>
          <p:nvPr/>
        </p:nvSpPr>
        <p:spPr>
          <a:xfrm>
            <a:off x="7961243" y="328247"/>
            <a:ext cx="4015409" cy="6201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Motor que faz a roda andar    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DCMotor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DCMotor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getKrakenX60Foc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//Ela cria um motor virtual para o drive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DCMotorSim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driveSim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DCMotorSim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LinearSystemId</a:t>
            </a:r>
            <a:r>
              <a:rPr lang="pt-B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createDCMotorSystem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1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</a:t>
            </a:r>
            <a:r>
              <a:rPr lang="pt-B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momento de inércia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6.746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pt-B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redução do drive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1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driveMotor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>
              <a:lnSpc>
                <a:spcPct val="113095"/>
              </a:lnSpc>
              <a:buNone/>
            </a:pPr>
            <a:b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Motor que gira/orienta o módulo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DCMotor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turnMotor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DCMotor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getKrakenX60Foc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final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DCMotorSim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turnSim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DCMotorSim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LinearSystemId</a:t>
            </a:r>
            <a:r>
              <a:rPr lang="pt-BR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createDCMotorSystem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1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turnMotor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0.01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   </a:t>
            </a:r>
            <a:r>
              <a:rPr lang="pt-B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momento de inércia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pt-BR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21.428</a:t>
            </a: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 </a:t>
            </a:r>
            <a:r>
              <a:rPr lang="pt-BR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redução do </a:t>
            </a:r>
            <a:r>
              <a:rPr lang="pt-BR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steer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),</a:t>
            </a: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10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turnMotor</a:t>
            </a:r>
            <a:endParaRPr lang="pt-BR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);</a:t>
            </a:r>
          </a:p>
        </p:txBody>
      </p:sp>
    </p:spTree>
    <p:extLst>
      <p:ext uri="{BB962C8B-B14F-4D97-AF65-F5344CB8AC3E}">
        <p14:creationId xmlns:p14="http://schemas.microsoft.com/office/powerpoint/2010/main" val="2090699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DE3FBDD-C94D-5B64-3506-E9985BE0E73C}"/>
              </a:ext>
            </a:extLst>
          </p:cNvPr>
          <p:cNvSpPr txBox="1"/>
          <p:nvPr/>
        </p:nvSpPr>
        <p:spPr>
          <a:xfrm>
            <a:off x="106846" y="264417"/>
            <a:ext cx="6097656" cy="1359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TENSÕES APLICADAS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1BEF28A2-5120-078E-95C2-4A8B5832FDB5}"/>
              </a:ext>
            </a:extLst>
          </p:cNvPr>
          <p:cNvSpPr txBox="1"/>
          <p:nvPr/>
        </p:nvSpPr>
        <p:spPr>
          <a:xfrm>
            <a:off x="6619460" y="264417"/>
            <a:ext cx="5250345" cy="6107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ModuleIOInputs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Atualiza a física dos motores a cada 20 </a:t>
            </a:r>
            <a:r>
              <a:rPr lang="pt-BR" sz="105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ms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0.02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Dados do motor de tração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getAngularPositionRad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getAngularVelocityRadPerSec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driveCurrentAmps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getCurrentDrawAmps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Dados do motor de direção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getAngularPositionRad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getAngularVelocityRadPerSec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inputs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turnCurrentAmps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getCurrentDrawAmps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78622CA-5E23-E9A1-A694-F995647F0224}"/>
              </a:ext>
            </a:extLst>
          </p:cNvPr>
          <p:cNvSpPr txBox="1"/>
          <p:nvPr/>
        </p:nvSpPr>
        <p:spPr>
          <a:xfrm>
            <a:off x="106846" y="1663501"/>
            <a:ext cx="6097656" cy="5194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DRIVE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setDriveVoltage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driveSim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setInputVoltage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driveAppliedVolts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TURN MOTOR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pt-BR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// ============================================================</a:t>
            </a: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@</a:t>
            </a:r>
            <a:r>
              <a:rPr lang="pt-BR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Override</a:t>
            </a: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pt-BR" sz="105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setTurnVoltage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MathUtil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clamp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pt-BR" sz="105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12.0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b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pt-BR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pt-BR" sz="1050" b="0" dirty="0" err="1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turnSim</a:t>
            </a:r>
            <a:r>
              <a:rPr lang="pt-BR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pt-BR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setInputVoltage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turnAppliedVolts</a:t>
            </a: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pt-BR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331720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425AE4A7-537D-6AF0-408F-734CAF1DD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833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173</TotalTime>
  <Words>766</Words>
  <Application>Microsoft Office PowerPoint</Application>
  <PresentationFormat>Widescreen</PresentationFormat>
  <Paragraphs>153</Paragraphs>
  <Slides>13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Consolas</vt:lpstr>
      <vt:lpstr>Courier New</vt:lpstr>
      <vt:lpstr>Tema do Office</vt:lpstr>
      <vt:lpstr>ModuleIO.java </vt:lpstr>
      <vt:lpstr>Apresentação do PowerPoint</vt:lpstr>
      <vt:lpstr>Apresentação do PowerPoint</vt:lpstr>
      <vt:lpstr>ModuleIOInputs</vt:lpstr>
      <vt:lpstr>ModuleIOInputs</vt:lpstr>
      <vt:lpstr>Apresentação do PowerPoint</vt:lpstr>
      <vt:lpstr>Apresentação do PowerPoint</vt:lpstr>
      <vt:lpstr>Apresentação do PowerPoint</vt:lpstr>
      <vt:lpstr>ModuleIOSim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Henrique Trevezane</dc:creator>
  <cp:lastModifiedBy>Fabio Henrique Trevezane</cp:lastModifiedBy>
  <cp:revision>15</cp:revision>
  <dcterms:created xsi:type="dcterms:W3CDTF">2026-09-10T13:54:18Z</dcterms:created>
  <dcterms:modified xsi:type="dcterms:W3CDTF">2026-09-10T16:47:34Z</dcterms:modified>
</cp:coreProperties>
</file>