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39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5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8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9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0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7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3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7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‹nº›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15180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2935B3-43F9-4F49-AEEE-A09015DDF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3C3E9F-031F-4D06-B2D1-FBDE7797A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6B24CB-2D97-4762-B34A-9FE40CECA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2E85C82-5A92-4169-B806-F7A311C1C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36DD679-1C6F-4F84-9CA0-27B1ABCFD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0EBB60D-86C6-45E0-AB7B-8C952F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06710FE-8C5F-4C9D-AF9E-1A7CDAE4C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8556C1B-E283-4483-ACD0-2808A242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75218D-6500-488D-AB87-B8B426C1CC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859891A-F84B-4F49-B829-12D780F427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A4DD948-16D9-47F3-880E-69BF40A2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CED433A-4441-4EF2-A360-2D5C19C7F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BD65ED-6591-A8D9-2AA7-3EC3E84F6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0575" y="540000"/>
            <a:ext cx="4500561" cy="4259814"/>
          </a:xfrm>
        </p:spPr>
        <p:txBody>
          <a:bodyPr>
            <a:normAutofit/>
          </a:bodyPr>
          <a:lstStyle/>
          <a:p>
            <a:r>
              <a:rPr lang="pt-BR" dirty="0"/>
              <a:t>Module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55466-E3B0-D36A-CD21-EF0CB3D1B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575" y="4988476"/>
            <a:ext cx="4500561" cy="1320249"/>
          </a:xfrm>
        </p:spPr>
        <p:txBody>
          <a:bodyPr>
            <a:normAutofit/>
          </a:bodyPr>
          <a:lstStyle/>
          <a:p>
            <a:r>
              <a:rPr lang="pt-BR" b="1" dirty="0"/>
              <a:t>módulo </a:t>
            </a:r>
            <a:r>
              <a:rPr lang="pt-BR" b="1" dirty="0" err="1"/>
              <a:t>Swerve</a:t>
            </a:r>
            <a:r>
              <a:rPr lang="pt-BR" b="1" dirty="0"/>
              <a:t> lógico</a:t>
            </a:r>
            <a:r>
              <a:rPr lang="pt-BR" dirty="0"/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4A0AA1-C9DD-452F-AF3C-8231C0CD8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" y="3600"/>
            <a:ext cx="6854400" cy="6854400"/>
            <a:chOff x="0" y="3600"/>
            <a:chExt cx="6854400" cy="685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81A3F73-01DC-494A-B9CC-582418F95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C4A7316-203B-47F8-B448-E54B106DB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DFB6685-5F8D-4A29-9735-BF4667A59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BCE8FF-7BCB-5AF6-7349-4205D2513E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00"/>
          <a:stretch>
            <a:fillRect/>
          </a:stretch>
        </p:blipFill>
        <p:spPr>
          <a:xfrm>
            <a:off x="20" y="-1"/>
            <a:ext cx="685798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</p:spTree>
    <p:extLst>
      <p:ext uri="{BB962C8B-B14F-4D97-AF65-F5344CB8AC3E}">
        <p14:creationId xmlns:p14="http://schemas.microsoft.com/office/powerpoint/2010/main" val="112866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9AACA9-BD92-429F-8047-0731DB46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FE3358-29EE-4087-8570-9666D88A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6388" y="0"/>
            <a:ext cx="7266875" cy="6858000"/>
            <a:chOff x="0" y="0"/>
            <a:chExt cx="726687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FD9C6E8-5129-4C44-8443-5ABF75EC6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38CFD4D-22F2-420F-8CB7-042571895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D49264-261A-4A8E-AB05-33332DCC9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C20F8FA-12CB-4D89-9416-29678581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0AE7F139-7EE9-D824-7340-D28790C19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50" y="545125"/>
            <a:ext cx="5473700" cy="3352967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Motores Virtuais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CEC3E273-87A4-4415-4F7E-D7DC004EA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4031" y="4054274"/>
            <a:ext cx="3563938" cy="1282901"/>
          </a:xfrm>
        </p:spPr>
        <p:txBody>
          <a:bodyPr>
            <a:normAutofit/>
          </a:bodyPr>
          <a:lstStyle/>
          <a:p>
            <a:pPr algn="ctr"/>
            <a:r>
              <a:rPr lang="pt-BR" dirty="0" err="1"/>
              <a:t>Kraken</a:t>
            </a:r>
            <a:r>
              <a:rPr lang="pt-BR" dirty="0"/>
              <a:t> virtual</a:t>
            </a:r>
          </a:p>
        </p:txBody>
      </p:sp>
    </p:spTree>
    <p:extLst>
      <p:ext uri="{BB962C8B-B14F-4D97-AF65-F5344CB8AC3E}">
        <p14:creationId xmlns:p14="http://schemas.microsoft.com/office/powerpoint/2010/main" val="63524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40F0E49-2104-3B54-F50B-3F77F8300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6" b="1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4471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284BD35-C8ED-5777-CFF8-F72C983F6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167716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A0F1F49-4259-DD10-1B17-411FD56D2C6F}"/>
              </a:ext>
            </a:extLst>
          </p:cNvPr>
          <p:cNvSpPr txBox="1"/>
          <p:nvPr/>
        </p:nvSpPr>
        <p:spPr>
          <a:xfrm>
            <a:off x="7167716" y="390484"/>
            <a:ext cx="3775587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littletonrobotics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junction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A065F4-D05A-CD31-A60B-EEAF221E3F92}"/>
              </a:ext>
            </a:extLst>
          </p:cNvPr>
          <p:cNvSpPr txBox="1"/>
          <p:nvPr/>
        </p:nvSpPr>
        <p:spPr>
          <a:xfrm>
            <a:off x="7167716" y="1044885"/>
            <a:ext cx="5063614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Pode ser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ou futuramente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ModuleIOTalonFX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DADOS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Classe gerada automaticamente pelo @AutoLog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ModuleIOInputsAutoLogged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ModuleIOInputsAutoLogged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Número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 = FL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= FR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= BL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= BR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0375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C895E64-4A52-8E39-8B92-5FD806C02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1375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F766FD7-2FE1-B826-4372-5EBD65A1BCF0}"/>
              </a:ext>
            </a:extLst>
          </p:cNvPr>
          <p:cNvSpPr txBox="1"/>
          <p:nvPr/>
        </p:nvSpPr>
        <p:spPr>
          <a:xfrm>
            <a:off x="6892413" y="466522"/>
            <a:ext cx="5073444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CONSTRUTOR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ATUALIZAÇÃO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Pede para a implementação IO atualizar os sensores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os dados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1859335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65219FD-435E-72B8-8681-4E4D57E7A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9FA0870-9717-EFDF-A19B-F94419B4CC05}"/>
              </a:ext>
            </a:extLst>
          </p:cNvPr>
          <p:cNvSpPr txBox="1"/>
          <p:nvPr/>
        </p:nvSpPr>
        <p:spPr>
          <a:xfrm>
            <a:off x="6440129" y="1386250"/>
            <a:ext cx="5447071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COMANDO DO DRIVE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COMANDO DO TURN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842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0DFE65-51E0-0D4E-49A4-82071691A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5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7FEF61D-8374-F956-9379-752C14FEE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07378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167D87B-2A27-FEA9-5CEA-9362921E0F57}"/>
              </a:ext>
            </a:extLst>
          </p:cNvPr>
          <p:cNvSpPr/>
          <p:nvPr/>
        </p:nvSpPr>
        <p:spPr>
          <a:xfrm>
            <a:off x="2407920" y="3027680"/>
            <a:ext cx="934720" cy="995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9E5CBD-FD1F-8DB6-14DB-2219AEB5A4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07"/>
          <a:stretch>
            <a:fillRect/>
          </a:stretch>
        </p:blipFill>
        <p:spPr>
          <a:xfrm>
            <a:off x="6315679" y="0"/>
            <a:ext cx="5876321" cy="6858000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22EAE255-831E-9A7A-B5C4-0AA73B159A61}"/>
              </a:ext>
            </a:extLst>
          </p:cNvPr>
          <p:cNvSpPr/>
          <p:nvPr/>
        </p:nvSpPr>
        <p:spPr>
          <a:xfrm rot="7260172">
            <a:off x="8705084" y="1848464"/>
            <a:ext cx="648929" cy="7865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22E2F9-7EE6-24FA-77ED-A7FD2722DD3E}"/>
              </a:ext>
            </a:extLst>
          </p:cNvPr>
          <p:cNvSpPr txBox="1"/>
          <p:nvPr/>
        </p:nvSpPr>
        <p:spPr>
          <a:xfrm>
            <a:off x="3507836" y="3100030"/>
            <a:ext cx="2642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Logo abaixo</a:t>
            </a:r>
          </a:p>
          <a:p>
            <a:r>
              <a:rPr lang="pt-BR" dirty="0"/>
              <a:t>Vamos criar os motores</a:t>
            </a:r>
          </a:p>
          <a:p>
            <a:r>
              <a:rPr lang="pt-BR" dirty="0"/>
              <a:t>Da </a:t>
            </a:r>
            <a:r>
              <a:rPr lang="pt-BR" dirty="0" err="1"/>
              <a:t>Swerve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39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59AAC9D-7EFD-565B-BAEC-2BB4CD53CC63}"/>
              </a:ext>
            </a:extLst>
          </p:cNvPr>
          <p:cNvSpPr txBox="1"/>
          <p:nvPr/>
        </p:nvSpPr>
        <p:spPr>
          <a:xfrm>
            <a:off x="127819" y="371172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Cada módulo possui sua própria simulação de: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motor de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motor de Turn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sensores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 =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=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=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=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8B151E8-8849-1120-E0F5-5DE05A301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095" y="571101"/>
            <a:ext cx="2562583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08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A4BDD30-B90E-46D1-002B-6BC61D4A4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5969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FE2F6D2-4538-1351-EB41-DBBD0F01BCBB}"/>
              </a:ext>
            </a:extLst>
          </p:cNvPr>
          <p:cNvSpPr txBox="1"/>
          <p:nvPr/>
        </p:nvSpPr>
        <p:spPr>
          <a:xfrm>
            <a:off x="6959695" y="2018742"/>
            <a:ext cx="4996331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ATUALIZAÇÃO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22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C4B807-846F-9C97-C562-6E5B96CD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5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356F6-170B-7369-B7E9-2951F1FDD9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Motores Virtuais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5395B5-1946-4A5B-337C-AF93B6D91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Configurar para responder ao </a:t>
            </a:r>
            <a:r>
              <a:rPr lang="pt-BR" dirty="0" err="1"/>
              <a:t>SwerveModuleState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978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A22C2C6-827F-C25C-1051-AC0FD72B7760}"/>
              </a:ext>
            </a:extLst>
          </p:cNvPr>
          <p:cNvSpPr txBox="1"/>
          <p:nvPr/>
        </p:nvSpPr>
        <p:spPr>
          <a:xfrm>
            <a:off x="6271055" y="2743200"/>
            <a:ext cx="6096000" cy="99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08D34A-E559-0AE3-E7D1-157B6FB3F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20947" cy="6858000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EB83740A-0079-23DA-6F5D-EDD17D4F2261}"/>
              </a:ext>
            </a:extLst>
          </p:cNvPr>
          <p:cNvSpPr/>
          <p:nvPr/>
        </p:nvSpPr>
        <p:spPr>
          <a:xfrm rot="2871412">
            <a:off x="6843252" y="894735"/>
            <a:ext cx="1956619" cy="13371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Imports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3230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6122E2B-3A8F-3B4B-EFD7-7B4429A4F9A6}"/>
              </a:ext>
            </a:extLst>
          </p:cNvPr>
          <p:cNvSpPr txBox="1"/>
          <p:nvPr/>
        </p:nvSpPr>
        <p:spPr>
          <a:xfrm>
            <a:off x="6272980" y="0"/>
            <a:ext cx="5919020" cy="70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desejado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Calcula o erro entre o ângulo desejado e atual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Controle proporcional simples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PARA O 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Mostra no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AdvantageScope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o estado solicitado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DesiredState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1246AA-578B-694F-06E7-F1757A3AC709}"/>
              </a:ext>
            </a:extLst>
          </p:cNvPr>
          <p:cNvSpPr txBox="1"/>
          <p:nvPr/>
        </p:nvSpPr>
        <p:spPr>
          <a:xfrm>
            <a:off x="0" y="1133428"/>
            <a:ext cx="6740012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DESEJADO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- VELOCIDADE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a velocidade desejada da roda em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</p:txBody>
      </p:sp>
    </p:spTree>
    <p:extLst>
      <p:ext uri="{BB962C8B-B14F-4D97-AF65-F5344CB8AC3E}">
        <p14:creationId xmlns:p14="http://schemas.microsoft.com/office/powerpoint/2010/main" val="363594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60BE929-973A-CE30-2DB4-2471DCF41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77548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38E4A34-27B0-9B82-3908-F735D9DD98E4}"/>
              </a:ext>
            </a:extLst>
          </p:cNvPr>
          <p:cNvSpPr txBox="1"/>
          <p:nvPr/>
        </p:nvSpPr>
        <p:spPr>
          <a:xfrm>
            <a:off x="7177548" y="1494763"/>
            <a:ext cx="5014452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LIMITA A VELOCIDADE DAS RODAS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SwerveDriveKinematics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desaturateWheelSpeeds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COMANDA OS 4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77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ED101FB-F9B9-3CEF-3280-752EDFFB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58318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802</Words>
  <Application>Microsoft Office PowerPoint</Application>
  <PresentationFormat>Widescreen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Avenir Next LT Pro</vt:lpstr>
      <vt:lpstr>Bell MT</vt:lpstr>
      <vt:lpstr>Consolas</vt:lpstr>
      <vt:lpstr>GlowVTI</vt:lpstr>
      <vt:lpstr>Module</vt:lpstr>
      <vt:lpstr>Motores Virtuais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Motores Virtuais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16</cp:revision>
  <dcterms:created xsi:type="dcterms:W3CDTF">2026-09-10T16:50:17Z</dcterms:created>
  <dcterms:modified xsi:type="dcterms:W3CDTF">2026-09-10T19:42:01Z</dcterms:modified>
</cp:coreProperties>
</file>