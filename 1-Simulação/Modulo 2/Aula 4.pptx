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5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760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92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90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072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67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98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93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583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604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5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44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9163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66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194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21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729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14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883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816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683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544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23567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8116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4043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758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033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2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4B722CA-D069-4140-84E0-82C9E72F095A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F8E055AC-27BB-43AC-A549-53A9253B1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749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  <p:sldLayoutId id="2147483765" r:id="rId20"/>
    <p:sldLayoutId id="2147483766" r:id="rId21"/>
    <p:sldLayoutId id="2147483767" r:id="rId22"/>
    <p:sldLayoutId id="2147483768" r:id="rId23"/>
    <p:sldLayoutId id="2147483769" r:id="rId24"/>
    <p:sldLayoutId id="2147483770" r:id="rId25"/>
    <p:sldLayoutId id="2147483771" r:id="rId26"/>
    <p:sldLayoutId id="2147483772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404E9-EF9C-3D2B-2EAB-BA2C31A9D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0"/>
            <a:ext cx="7930892" cy="2238587"/>
          </a:xfrm>
        </p:spPr>
        <p:txBody>
          <a:bodyPr anchor="t">
            <a:normAutofit/>
          </a:bodyPr>
          <a:lstStyle/>
          <a:p>
            <a:r>
              <a:rPr lang="pt-BR" dirty="0" err="1"/>
              <a:t>Odometria</a:t>
            </a:r>
            <a:endParaRPr lang="pt-BR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D95D62-DA70-2B8D-27E1-F9D88707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/>
          <a:lstStyle/>
          <a:p>
            <a:r>
              <a:rPr lang="pt-BR" dirty="0"/>
              <a:t>Esse é o ponto em que podemos começar a abandonar aquela Pose2d calculada artificialmente com Twist2d.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F5C6C5-9013-6950-3044-E3EAA6318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3705990"/>
            <a:ext cx="3429000" cy="28615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342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55B79-FD8C-04BF-13DA-D2A136F6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Drive.java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A6C89A7-9DDA-902A-A4DF-0DE509A56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429" y="2083349"/>
            <a:ext cx="7192379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3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B5FE11-1D9F-53EB-2C52-7D6742FF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CD820DF0-BB0D-74D3-2385-7F2997502E5C}"/>
              </a:ext>
            </a:extLst>
          </p:cNvPr>
          <p:cNvSpPr/>
          <p:nvPr/>
        </p:nvSpPr>
        <p:spPr>
          <a:xfrm rot="8999552">
            <a:off x="5992591" y="1406014"/>
            <a:ext cx="767256" cy="641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48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7082D42-89CF-ED72-7C01-E3B6801DB4B8}"/>
              </a:ext>
            </a:extLst>
          </p:cNvPr>
          <p:cNvSpPr txBox="1"/>
          <p:nvPr/>
        </p:nvSpPr>
        <p:spPr>
          <a:xfrm>
            <a:off x="442452" y="101294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ODOMETRIA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SwerveDriveOdometry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odometry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SwerveDriveOdometry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Geometria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inicial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Posições iniciais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Pose inicial no campo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87D11D-1C07-09E9-3ED4-4F07D8C4A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565" y="1219200"/>
            <a:ext cx="66294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0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500ACC-2C61-2A79-5C79-5CD1BE31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5735312-8DBF-83B1-D18C-48160B5838E8}"/>
              </a:ext>
            </a:extLst>
          </p:cNvPr>
          <p:cNvSpPr/>
          <p:nvPr/>
        </p:nvSpPr>
        <p:spPr>
          <a:xfrm rot="8999552">
            <a:off x="7693572" y="3352800"/>
            <a:ext cx="767256" cy="641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26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429CF-F7FE-183B-4F4E-2D867E3A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B284018-B87C-DE9D-A979-CD8BE3FE2083}"/>
              </a:ext>
            </a:extLst>
          </p:cNvPr>
          <p:cNvSpPr txBox="1"/>
          <p:nvPr/>
        </p:nvSpPr>
        <p:spPr>
          <a:xfrm>
            <a:off x="353961" y="1477556"/>
            <a:ext cx="609600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ODOMETRIA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X, Y e rotação usando: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Distância percorrida pelos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odometry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101208-264E-2BE2-84C2-749910BE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145" y="1477556"/>
            <a:ext cx="3324689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8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C258A-69C1-6AD5-C559-779A66AE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Remova o bloco do Twist2d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E5DF20-A6B6-DD23-9168-B0C2363EF2B6}"/>
              </a:ext>
            </a:extLst>
          </p:cNvPr>
          <p:cNvSpPr txBox="1"/>
          <p:nvPr/>
        </p:nvSpPr>
        <p:spPr>
          <a:xfrm>
            <a:off x="698091" y="1814670"/>
            <a:ext cx="6096000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SIMULAÇÃO TEMPORÁRIA DO MOVIMENTO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executa aproximadamente a cada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quanto o robô se deslocou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durante esses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movimento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Twist2d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Pose2d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pose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(movimento);</a:t>
            </a:r>
          </a:p>
        </p:txBody>
      </p:sp>
      <p:sp>
        <p:nvSpPr>
          <p:cNvPr id="8" name="Sinal de Multiplicação 7">
            <a:extLst>
              <a:ext uri="{FF2B5EF4-FFF2-40B4-BE49-F238E27FC236}">
                <a16:creationId xmlns:a16="http://schemas.microsoft.com/office/drawing/2014/main" id="{E48009E9-E035-EB91-5506-AAF081DBE4B0}"/>
              </a:ext>
            </a:extLst>
          </p:cNvPr>
          <p:cNvSpPr/>
          <p:nvPr/>
        </p:nvSpPr>
        <p:spPr>
          <a:xfrm>
            <a:off x="4404852" y="3274143"/>
            <a:ext cx="1061884" cy="89473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560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7F0C82-0FB8-9A62-DD26-8F6C3B01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3022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B68F126-21BA-1A94-777D-93638E0E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C26A8D9-A867-40CB-818B-B5C99E5E3690}"/>
              </a:ext>
            </a:extLst>
          </p:cNvPr>
          <p:cNvSpPr/>
          <p:nvPr/>
        </p:nvSpPr>
        <p:spPr>
          <a:xfrm rot="13797331">
            <a:off x="3975837" y="5945539"/>
            <a:ext cx="528320" cy="477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200CC15-4073-98E0-D816-E5630C4E5900}"/>
              </a:ext>
            </a:extLst>
          </p:cNvPr>
          <p:cNvSpPr/>
          <p:nvPr/>
        </p:nvSpPr>
        <p:spPr>
          <a:xfrm rot="13797331">
            <a:off x="2191281" y="3020443"/>
            <a:ext cx="528320" cy="477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59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3F9AC6-A36C-7F9B-C822-3169F4986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3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51C47-4C77-9F67-1195-F87A15BD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DDC9DC6-B9BB-3A7C-DF48-7936AC217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45840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ência Laranja">
  <a:themeElements>
    <a:clrScheme name="Experiência Laranja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106</TotalTime>
  <Words>264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Oswald SemiBold</vt:lpstr>
      <vt:lpstr>Univers Condensed Light</vt:lpstr>
      <vt:lpstr>Experiência Laranja</vt:lpstr>
      <vt:lpstr>Odometria</vt:lpstr>
      <vt:lpstr>Drive.java</vt:lpstr>
      <vt:lpstr>Apresentação do PowerPoint</vt:lpstr>
      <vt:lpstr>Apresentação do PowerPoint</vt:lpstr>
      <vt:lpstr>Apresentação do PowerPoint</vt:lpstr>
      <vt:lpstr>Apresentação do PowerPoint</vt:lpstr>
      <vt:lpstr>Remova o bloco do Twist2d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4</cp:revision>
  <dcterms:created xsi:type="dcterms:W3CDTF">2026-09-12T12:18:02Z</dcterms:created>
  <dcterms:modified xsi:type="dcterms:W3CDTF">2026-09-12T14:04:43Z</dcterms:modified>
</cp:coreProperties>
</file>