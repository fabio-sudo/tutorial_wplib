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2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58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57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39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39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04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62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2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38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81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110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637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500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08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408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72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19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9F9CF28-E540-4213-AD60-791E62A67F71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9FAC92-428E-4231-B978-E6CDE5D88B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453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845EE-EF40-6EC2-CE28-A28A7D92F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Kraken</a:t>
            </a:r>
            <a:r>
              <a:rPr lang="pt-BR" dirty="0"/>
              <a:t> virtuais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DE5DD4-BF58-0617-0FD2-B3B2879A2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Sensores</a:t>
            </a:r>
          </a:p>
        </p:txBody>
      </p:sp>
    </p:spTree>
    <p:extLst>
      <p:ext uri="{BB962C8B-B14F-4D97-AF65-F5344CB8AC3E}">
        <p14:creationId xmlns:p14="http://schemas.microsoft.com/office/powerpoint/2010/main" val="28444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A70593-FDC5-1F31-0791-189545521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92" y="1820618"/>
            <a:ext cx="4076949" cy="16847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178875B-31D0-3664-68E2-AC0FDC60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43" y="2180918"/>
            <a:ext cx="4650658" cy="3525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21A6F11-F6CC-D695-88AD-05B176002DC1}"/>
              </a:ext>
            </a:extLst>
          </p:cNvPr>
          <p:cNvSpPr txBox="1">
            <a:spLocks/>
          </p:cNvSpPr>
          <p:nvPr/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Posição e Velocidades Reais</a:t>
            </a:r>
          </a:p>
        </p:txBody>
      </p:sp>
    </p:spTree>
    <p:extLst>
      <p:ext uri="{BB962C8B-B14F-4D97-AF65-F5344CB8AC3E}">
        <p14:creationId xmlns:p14="http://schemas.microsoft.com/office/powerpoint/2010/main" val="104312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DA00F3-6560-C62B-ABA3-D51F7ECA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0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2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547EC-595F-E5E4-0BB4-37B1EF6D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Constants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0237CF0-F190-29D6-83B1-E389EFE9D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6105"/>
            <a:ext cx="4871558" cy="43513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82FA10-B7AA-E8D6-BDF0-750507879F93}"/>
              </a:ext>
            </a:extLst>
          </p:cNvPr>
          <p:cNvSpPr txBox="1"/>
          <p:nvPr/>
        </p:nvSpPr>
        <p:spPr>
          <a:xfrm>
            <a:off x="5709758" y="3429000"/>
            <a:ext cx="609600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Raio da roda do módulo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0.0508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13AF1FC-E271-77AF-A009-1E3F9A6D17CE}"/>
              </a:ext>
            </a:extLst>
          </p:cNvPr>
          <p:cNvCxnSpPr>
            <a:cxnSpLocks/>
          </p:cNvCxnSpPr>
          <p:nvPr/>
        </p:nvCxnSpPr>
        <p:spPr>
          <a:xfrm flipV="1">
            <a:off x="5279923" y="3805084"/>
            <a:ext cx="816077" cy="599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42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C6957-1009-4C7E-3759-0019D9FD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FAC9FD-BAD6-47B4-9C11-BE23CEAC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B67B9C-9B45-4084-9BB5-187071EE9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2F6381-6394-487A-1736-8EA3D864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16" y="1078264"/>
            <a:ext cx="3422930" cy="47014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Module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3D53411-987C-84DC-2026-F17C15883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86" y="0"/>
            <a:ext cx="7537714" cy="68580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111EB0-3E89-5950-DC2F-A477B071EC81}"/>
              </a:ext>
            </a:extLst>
          </p:cNvPr>
          <p:cNvSpPr txBox="1"/>
          <p:nvPr/>
        </p:nvSpPr>
        <p:spPr>
          <a:xfrm>
            <a:off x="80237" y="4064981"/>
            <a:ext cx="4654287" cy="865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1E74CBA-64F0-5F8D-F31B-31EDD9235200}"/>
              </a:ext>
            </a:extLst>
          </p:cNvPr>
          <p:cNvCxnSpPr/>
          <p:nvPr/>
        </p:nvCxnSpPr>
        <p:spPr>
          <a:xfrm flipH="1">
            <a:off x="4778477" y="3008671"/>
            <a:ext cx="2762865" cy="1317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70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444C01-6B3B-41E4-EE78-D29D4F828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4546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9E0DD2-156F-F3F7-BF95-57D2284AC805}"/>
              </a:ext>
            </a:extLst>
          </p:cNvPr>
          <p:cNvSpPr txBox="1"/>
          <p:nvPr/>
        </p:nvSpPr>
        <p:spPr>
          <a:xfrm>
            <a:off x="7145461" y="1359570"/>
            <a:ext cx="5046539" cy="36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ATUAL DO MÓDULO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a velocidade angular da roda (</a:t>
            </a:r>
            <a:r>
              <a:rPr lang="pt-BR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/s)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velocidade linear (m/s)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51912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09831F-D54A-60BE-D77A-7B930D5B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3232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CC42EA8-C46F-6A7C-8C6E-6278911A8D3F}"/>
              </a:ext>
            </a:extLst>
          </p:cNvPr>
          <p:cNvSpPr txBox="1"/>
          <p:nvPr/>
        </p:nvSpPr>
        <p:spPr>
          <a:xfrm>
            <a:off x="6843251" y="1288286"/>
            <a:ext cx="5161936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a posição angular da roda (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distância percorrida (m)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96751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B7545-1B89-2D6B-B256-82C9B67B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Nossa Atualização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A6827-E9E3-57BD-3B88-4892ADEFC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 dirty="0"/>
              <a:t>Antes, o </a:t>
            </a:r>
            <a:r>
              <a:rPr lang="pt-BR" dirty="0">
                <a:latin typeface="Courier New" panose="02070309020205020404" pitchFamily="49" charset="0"/>
              </a:rPr>
              <a:t>Module</a:t>
            </a:r>
            <a:r>
              <a:rPr lang="pt-BR" dirty="0"/>
              <a:t> só recebia ordens: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"ande a 1,5 m/s"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"aponte para 30°"</a:t>
            </a:r>
          </a:p>
          <a:p>
            <a:pPr>
              <a:buNone/>
            </a:pPr>
            <a:r>
              <a:rPr lang="pt-BR" dirty="0"/>
              <a:t>Agora ele também consegue responder: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"estou andando a 1,2 m/s"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"estou apontando para 28°"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"já percorri 3,4 metros"</a:t>
            </a:r>
          </a:p>
          <a:p>
            <a:r>
              <a:rPr lang="pt-BR" dirty="0"/>
              <a:t>Adicionamos dois métodos principais:</a:t>
            </a:r>
          </a:p>
          <a:p>
            <a:pPr lvl="0"/>
            <a:r>
              <a:rPr lang="pt-BR" dirty="0" err="1"/>
              <a:t>getState</a:t>
            </a:r>
            <a:r>
              <a:rPr lang="pt-BR" dirty="0"/>
              <a:t>() </a:t>
            </a:r>
          </a:p>
          <a:p>
            <a:pPr lvl="0"/>
            <a:r>
              <a:rPr lang="pt-BR" dirty="0" err="1"/>
              <a:t>getPosition</a:t>
            </a:r>
            <a:r>
              <a:rPr lang="pt-BR" dirty="0"/>
              <a:t>() </a:t>
            </a:r>
          </a:p>
          <a:p>
            <a:r>
              <a:rPr lang="pt-BR" dirty="0"/>
              <a:t>O </a:t>
            </a:r>
            <a:r>
              <a:rPr lang="pt-BR" dirty="0" err="1"/>
              <a:t>getState</a:t>
            </a:r>
            <a:r>
              <a:rPr lang="pt-BR" dirty="0"/>
              <a:t>() usa os sensores simulados para montar um </a:t>
            </a:r>
            <a:r>
              <a:rPr lang="pt-BR" dirty="0" err="1"/>
              <a:t>SwerveModuleState</a:t>
            </a:r>
            <a:r>
              <a:rPr lang="pt-BR" dirty="0"/>
              <a:t>.</a:t>
            </a:r>
          </a:p>
          <a:p>
            <a:pPr marL="369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797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F96C6C-7ED0-3E18-56B6-892822DB5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984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EA5E4E6-47FB-E580-D956-FE2096F8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804"/>
          <a:stretch>
            <a:fillRect/>
          </a:stretch>
        </p:blipFill>
        <p:spPr>
          <a:xfrm>
            <a:off x="7609840" y="0"/>
            <a:ext cx="4582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7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9D22444-F696-F0CF-0245-F48A1ECA033B}"/>
              </a:ext>
            </a:extLst>
          </p:cNvPr>
          <p:cNvSpPr txBox="1"/>
          <p:nvPr/>
        </p:nvSpPr>
        <p:spPr>
          <a:xfrm>
            <a:off x="7167111" y="751740"/>
            <a:ext cx="4956063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A49780-B232-3E6C-5BC4-F3EF1EAC5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872" y="0"/>
            <a:ext cx="6974680" cy="6858000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4D4BD68-2947-E8F7-0657-7CA671735A58}"/>
              </a:ext>
            </a:extLst>
          </p:cNvPr>
          <p:cNvSpPr/>
          <p:nvPr/>
        </p:nvSpPr>
        <p:spPr>
          <a:xfrm rot="12539730">
            <a:off x="6601757" y="3676274"/>
            <a:ext cx="580103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B303684-EE02-547E-C98F-155D70622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400" y="1199804"/>
            <a:ext cx="3222400" cy="26864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DCE231E-09A7-43BE-569C-39B6D93FB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00" y="4070375"/>
            <a:ext cx="1422118" cy="146554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9305C1B-AD65-A590-A046-B4D9CDD69BE1}"/>
              </a:ext>
            </a:extLst>
          </p:cNvPr>
          <p:cNvSpPr txBox="1"/>
          <p:nvPr/>
        </p:nvSpPr>
        <p:spPr>
          <a:xfrm>
            <a:off x="7049730" y="5720063"/>
            <a:ext cx="3465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"eu mandei o robô andar"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371C63-4DA9-167F-09EE-2BF44D1FFBAC}"/>
              </a:ext>
            </a:extLst>
          </p:cNvPr>
          <p:cNvSpPr txBox="1"/>
          <p:nvPr/>
        </p:nvSpPr>
        <p:spPr>
          <a:xfrm>
            <a:off x="7049730" y="6273541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"os sensores me dizem o que realmente aconteceu"</a:t>
            </a:r>
          </a:p>
        </p:txBody>
      </p:sp>
    </p:spTree>
    <p:extLst>
      <p:ext uri="{BB962C8B-B14F-4D97-AF65-F5344CB8AC3E}">
        <p14:creationId xmlns:p14="http://schemas.microsoft.com/office/powerpoint/2010/main" val="153914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2449F1-0E4A-0973-ADCE-5B6ABB18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125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F13B87-315D-6E0C-49C7-AE75268D9B7E}"/>
              </a:ext>
            </a:extLst>
          </p:cNvPr>
          <p:cNvSpPr txBox="1"/>
          <p:nvPr/>
        </p:nvSpPr>
        <p:spPr>
          <a:xfrm>
            <a:off x="6744929" y="375215"/>
            <a:ext cx="478831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ESTADOS ATUAIS DOS 4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POSIÇÕES ATUAIS DOS 4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FF8900EB-A759-0D6B-2085-A92C18F45BCB}"/>
              </a:ext>
            </a:extLst>
          </p:cNvPr>
          <p:cNvSpPr/>
          <p:nvPr/>
        </p:nvSpPr>
        <p:spPr>
          <a:xfrm rot="12539730">
            <a:off x="4837471" y="869941"/>
            <a:ext cx="580103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492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EF5782-DF43-5877-ADA9-D35B1082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0898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D12141-8B77-7921-E214-7D94CAE27FB1}"/>
              </a:ext>
            </a:extLst>
          </p:cNvPr>
          <p:cNvSpPr txBox="1"/>
          <p:nvPr/>
        </p:nvSpPr>
        <p:spPr>
          <a:xfrm>
            <a:off x="7885470" y="2489309"/>
            <a:ext cx="3362632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REAL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ActualSwerveStates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acumulada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ModulePositions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11F2B23-1889-60B2-BB58-660262BB98B8}"/>
              </a:ext>
            </a:extLst>
          </p:cNvPr>
          <p:cNvSpPr/>
          <p:nvPr/>
        </p:nvSpPr>
        <p:spPr>
          <a:xfrm rot="12539730">
            <a:off x="4513007" y="1056755"/>
            <a:ext cx="580103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78058B19-403A-3157-61C1-1F3A0E670D88}"/>
              </a:ext>
            </a:extLst>
          </p:cNvPr>
          <p:cNvSpPr/>
          <p:nvPr/>
        </p:nvSpPr>
        <p:spPr>
          <a:xfrm rot="12539730">
            <a:off x="5697794" y="5535349"/>
            <a:ext cx="580103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96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D691E8-C283-52C4-29AE-E531B3C2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22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00EE3E-D660-C440-28E3-A06FC0DA4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625" y="963507"/>
            <a:ext cx="6849344" cy="4995027"/>
          </a:xfrm>
        </p:spPr>
        <p:txBody>
          <a:bodyPr anchor="ctr">
            <a:normAutofit/>
          </a:bodyPr>
          <a:lstStyle/>
          <a:p>
            <a:pPr algn="l"/>
            <a:r>
              <a:rPr lang="pt-BR" sz="5200" dirty="0"/>
              <a:t>virtual do </a:t>
            </a:r>
            <a:r>
              <a:rPr lang="pt-BR" sz="5200" dirty="0" err="1"/>
              <a:t>Pigeon</a:t>
            </a:r>
            <a:r>
              <a:rPr lang="pt-BR" sz="5200" dirty="0"/>
              <a:t>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A83926-8A28-1DA8-F3AE-72F365D79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031" y="957287"/>
            <a:ext cx="2760795" cy="4995027"/>
          </a:xfrm>
        </p:spPr>
        <p:txBody>
          <a:bodyPr anchor="ctr">
            <a:normAutofit/>
          </a:bodyPr>
          <a:lstStyle/>
          <a:p>
            <a:pPr algn="r"/>
            <a:r>
              <a:rPr lang="pt-BR" dirty="0"/>
              <a:t>GyroIO.java e GyroIOSim.java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34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1C41AAA-45C9-1BDE-10DF-1EDA53C20EED}"/>
              </a:ext>
            </a:extLst>
          </p:cNvPr>
          <p:cNvSpPr txBox="1"/>
          <p:nvPr/>
        </p:nvSpPr>
        <p:spPr>
          <a:xfrm>
            <a:off x="7063272" y="192601"/>
            <a:ext cx="5130281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AutoLog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DE ENTRADA DO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AutoLog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Indica se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está conectado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ATUALIZAÇÃO DOS SENSORES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DO GYRO NA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setSimYawVelocity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0A50893-7925-BC36-19D0-AFFF3CBD1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63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3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DEC0046-945D-2050-2E89-7A85DB5F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9544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4E6D8D3-77BF-04C6-017B-BE39DE98B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50" y="4180687"/>
            <a:ext cx="4029637" cy="246731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8C48FEF-FD93-966A-4BCE-0F29BBD4D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566" y="209994"/>
            <a:ext cx="2896004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8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BC239C-8DD8-3C09-98A1-EAE7AA7AF6ED}"/>
              </a:ext>
            </a:extLst>
          </p:cNvPr>
          <p:cNvSpPr txBox="1"/>
          <p:nvPr/>
        </p:nvSpPr>
        <p:spPr>
          <a:xfrm>
            <a:off x="177436" y="192601"/>
            <a:ext cx="6302828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DO GYRO SIMULADO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atual de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ATUALIZAÇÃO DO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loop do robô roda aproximadamente a cada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Integra a velocidade angular para descobrir o novo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o ângulo entre -PI e +PI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4E3FCF-2A3F-FCE9-3AF6-B462C5E24C11}"/>
              </a:ext>
            </a:extLst>
          </p:cNvPr>
          <p:cNvSpPr txBox="1"/>
          <p:nvPr/>
        </p:nvSpPr>
        <p:spPr>
          <a:xfrm>
            <a:off x="6096000" y="333072"/>
            <a:ext cx="579742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PREENCHE OS DADOS DO SENSOR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 ROTAÇÃO DA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setSimYawVelocity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1872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7CC844-81BF-3B28-C3DB-BDE3BBC0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conectar o </a:t>
            </a:r>
            <a:r>
              <a:rPr lang="pt-BR" dirty="0" err="1"/>
              <a:t>GyroIOSim</a:t>
            </a:r>
            <a:r>
              <a:rPr lang="pt-BR" dirty="0"/>
              <a:t> ao Drive.java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E5C02A4-98ED-E7F3-C0C0-A75900BF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89" y="2000049"/>
            <a:ext cx="1904050" cy="218821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08CA85-808A-EA1C-7E89-7AC8D3CD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953" y="1849120"/>
            <a:ext cx="6429120" cy="500888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B7228B2-040D-2963-3DB4-2C07625C9D3C}"/>
              </a:ext>
            </a:extLst>
          </p:cNvPr>
          <p:cNvSpPr txBox="1"/>
          <p:nvPr/>
        </p:nvSpPr>
        <p:spPr>
          <a:xfrm>
            <a:off x="510074" y="3851181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utilizado atualmente na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95646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5616269-90F0-CE44-54B5-87B2EA7B8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37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A336FCF-216E-50E3-A642-DF984009260F}"/>
              </a:ext>
            </a:extLst>
          </p:cNvPr>
          <p:cNvSpPr txBox="1"/>
          <p:nvPr/>
        </p:nvSpPr>
        <p:spPr>
          <a:xfrm>
            <a:off x="6096000" y="283908"/>
            <a:ext cx="5097624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MEDIDO PELOS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 os estados reais simulados das quatro rodas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descobrir como o chassi está se movimentando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GYRO SIMULADO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Informa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quanto o robô está realmente girando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setSimYawVelocity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o ângulo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dados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Gyro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E792BB4-351C-1983-7B71-600658635DA1}"/>
              </a:ext>
            </a:extLst>
          </p:cNvPr>
          <p:cNvSpPr/>
          <p:nvPr/>
        </p:nvSpPr>
        <p:spPr>
          <a:xfrm rot="12843768">
            <a:off x="3885601" y="1156996"/>
            <a:ext cx="485192" cy="513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031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A59764-A35D-905A-0FCE-93089CB58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9583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F37CC67-C7F2-1298-4132-E82C00F6B387}"/>
              </a:ext>
            </a:extLst>
          </p:cNvPr>
          <p:cNvSpPr txBox="1"/>
          <p:nvPr/>
        </p:nvSpPr>
        <p:spPr>
          <a:xfrm>
            <a:off x="8941837" y="3510311"/>
            <a:ext cx="3159967" cy="1176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//Segundo os sensores dos módulos, qual é a velocidade real do chassi agora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MeasuredChassisSpeeds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measuredChassisSpeeds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52FB0617-6D02-D73D-FDD9-3003D1963BA5}"/>
              </a:ext>
            </a:extLst>
          </p:cNvPr>
          <p:cNvSpPr txBox="1">
            <a:spLocks/>
          </p:cNvSpPr>
          <p:nvPr/>
        </p:nvSpPr>
        <p:spPr>
          <a:xfrm>
            <a:off x="8347485" y="506963"/>
            <a:ext cx="4348670" cy="97045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Registrar Log</a:t>
            </a:r>
          </a:p>
        </p:txBody>
      </p:sp>
    </p:spTree>
    <p:extLst>
      <p:ext uri="{BB962C8B-B14F-4D97-AF65-F5344CB8AC3E}">
        <p14:creationId xmlns:p14="http://schemas.microsoft.com/office/powerpoint/2010/main" val="2347745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8B1FE6F-0DEF-52B6-F8A7-75B7E93EA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2" r="383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07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325AC8-A41E-8AE9-A840-FA7E4688A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00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124</TotalTime>
  <Words>1057</Words>
  <Application>Microsoft Office PowerPoint</Application>
  <PresentationFormat>Widescreen</PresentationFormat>
  <Paragraphs>243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Calisto MT</vt:lpstr>
      <vt:lpstr>Consolas</vt:lpstr>
      <vt:lpstr>Courier New</vt:lpstr>
      <vt:lpstr>Wingdings 2</vt:lpstr>
      <vt:lpstr>Ardósia</vt:lpstr>
      <vt:lpstr>Kraken virtuais</vt:lpstr>
      <vt:lpstr>Apresentação do PowerPoint</vt:lpstr>
      <vt:lpstr>Apresentação do PowerPoint</vt:lpstr>
      <vt:lpstr>Constants</vt:lpstr>
      <vt:lpstr>Module</vt:lpstr>
      <vt:lpstr>Apresentação do PowerPoint</vt:lpstr>
      <vt:lpstr>Apresentação do PowerPoint</vt:lpstr>
      <vt:lpstr>Nossa Atualização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virtual do Pigeon 2</vt:lpstr>
      <vt:lpstr>Apresentação do PowerPoint</vt:lpstr>
      <vt:lpstr>Apresentação do PowerPoint</vt:lpstr>
      <vt:lpstr>Apresentação do PowerPoint</vt:lpstr>
      <vt:lpstr>conectar o GyroIOSim ao Drive.java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20</cp:revision>
  <dcterms:created xsi:type="dcterms:W3CDTF">2026-09-11T16:00:26Z</dcterms:created>
  <dcterms:modified xsi:type="dcterms:W3CDTF">2026-09-12T12:17:44Z</dcterms:modified>
</cp:coreProperties>
</file>