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91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26D9F-20F0-44C5-81CC-97C4FCFBA9E4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3397982-23EF-4A3E-B3A3-14764E80FE79}">
      <dgm:prSet/>
      <dgm:spPr/>
      <dgm:t>
        <a:bodyPr/>
        <a:lstStyle/>
        <a:p>
          <a:r>
            <a:rPr lang="pt-BR"/>
            <a:t>Fusão contínua                  ✅</a:t>
          </a:r>
          <a:endParaRPr lang="en-US"/>
        </a:p>
      </dgm:t>
    </dgm:pt>
    <dgm:pt modelId="{CB609F88-2121-4CA2-9909-9624A9B9B957}" type="parTrans" cxnId="{6F6FA947-8949-4EFB-8768-EB0D700EF593}">
      <dgm:prSet/>
      <dgm:spPr/>
      <dgm:t>
        <a:bodyPr/>
        <a:lstStyle/>
        <a:p>
          <a:endParaRPr lang="en-US"/>
        </a:p>
      </dgm:t>
    </dgm:pt>
    <dgm:pt modelId="{EC06F8B8-3862-478A-BD5F-D08A52E197F8}" type="sibTrans" cxnId="{6F6FA947-8949-4EFB-8768-EB0D700EF593}">
      <dgm:prSet/>
      <dgm:spPr/>
      <dgm:t>
        <a:bodyPr/>
        <a:lstStyle/>
        <a:p>
          <a:endParaRPr lang="en-US"/>
        </a:p>
      </dgm:t>
    </dgm:pt>
    <dgm:pt modelId="{6EF15580-A6E6-4EE7-A2FA-8F8D43B2DD4A}">
      <dgm:prSet/>
      <dgm:spPr/>
      <dgm:t>
        <a:bodyPr/>
        <a:lstStyle/>
        <a:p>
          <a:r>
            <a:rPr lang="pt-BR"/>
            <a:t>Perda/retorno da visão          ✅</a:t>
          </a:r>
          <a:endParaRPr lang="en-US"/>
        </a:p>
      </dgm:t>
    </dgm:pt>
    <dgm:pt modelId="{32CF4315-0BDB-48D7-A987-BD3FBF279182}" type="parTrans" cxnId="{9869C22C-C333-471E-A399-19A77A555949}">
      <dgm:prSet/>
      <dgm:spPr/>
      <dgm:t>
        <a:bodyPr/>
        <a:lstStyle/>
        <a:p>
          <a:endParaRPr lang="en-US"/>
        </a:p>
      </dgm:t>
    </dgm:pt>
    <dgm:pt modelId="{2A2FBF66-8390-4B40-B9B1-CE039ABAC4D3}" type="sibTrans" cxnId="{9869C22C-C333-471E-A399-19A77A555949}">
      <dgm:prSet/>
      <dgm:spPr/>
      <dgm:t>
        <a:bodyPr/>
        <a:lstStyle/>
        <a:p>
          <a:endParaRPr lang="en-US"/>
        </a:p>
      </dgm:t>
    </dgm:pt>
    <dgm:pt modelId="{997B8A40-3D0E-4DF6-B49D-C8FC665E3568}">
      <dgm:prSet/>
      <dgm:spPr/>
      <dgm:t>
        <a:bodyPr/>
        <a:lstStyle/>
        <a:p>
          <a:r>
            <a:rPr lang="pt-BR"/>
            <a:t>Filtro de distância             ✅</a:t>
          </a:r>
          <a:endParaRPr lang="en-US"/>
        </a:p>
      </dgm:t>
    </dgm:pt>
    <dgm:pt modelId="{B0DEEC33-614E-4FAD-BD68-1FC83294A791}" type="parTrans" cxnId="{4E3D529B-03FE-40C7-92BF-C15B07055927}">
      <dgm:prSet/>
      <dgm:spPr/>
      <dgm:t>
        <a:bodyPr/>
        <a:lstStyle/>
        <a:p>
          <a:endParaRPr lang="en-US"/>
        </a:p>
      </dgm:t>
    </dgm:pt>
    <dgm:pt modelId="{070EC9A8-9CC4-413B-8E59-92FB255AA3B9}" type="sibTrans" cxnId="{4E3D529B-03FE-40C7-92BF-C15B07055927}">
      <dgm:prSet/>
      <dgm:spPr/>
      <dgm:t>
        <a:bodyPr/>
        <a:lstStyle/>
        <a:p>
          <a:endParaRPr lang="en-US"/>
        </a:p>
      </dgm:t>
    </dgm:pt>
    <dgm:pt modelId="{D0EEA75A-4539-4E8C-AB30-80C0D099448C}">
      <dgm:prSet/>
      <dgm:spPr/>
      <dgm:t>
        <a:bodyPr/>
        <a:lstStyle/>
        <a:p>
          <a:r>
            <a:rPr lang="pt-BR"/>
            <a:t>Filtro de rotação rápida        ✅</a:t>
          </a:r>
          <a:endParaRPr lang="en-US"/>
        </a:p>
      </dgm:t>
    </dgm:pt>
    <dgm:pt modelId="{53F1394D-6457-4253-A7F3-4BB61235D9C1}" type="parTrans" cxnId="{9812A950-0446-435D-9337-6D38CC7B2941}">
      <dgm:prSet/>
      <dgm:spPr/>
      <dgm:t>
        <a:bodyPr/>
        <a:lstStyle/>
        <a:p>
          <a:endParaRPr lang="en-US"/>
        </a:p>
      </dgm:t>
    </dgm:pt>
    <dgm:pt modelId="{92370E67-60A1-4735-96C3-A6417B67F2C5}" type="sibTrans" cxnId="{9812A950-0446-435D-9337-6D38CC7B2941}">
      <dgm:prSet/>
      <dgm:spPr/>
      <dgm:t>
        <a:bodyPr/>
        <a:lstStyle/>
        <a:p>
          <a:endParaRPr lang="en-US"/>
        </a:p>
      </dgm:t>
    </dgm:pt>
    <dgm:pt modelId="{7E310C82-C533-4C95-8793-2D25811C5696}">
      <dgm:prSet/>
      <dgm:spPr/>
      <dgm:t>
        <a:bodyPr/>
        <a:lstStyle/>
        <a:p>
          <a:r>
            <a:rPr lang="pt-BR"/>
            <a:t>Método com confiança variável   ✅</a:t>
          </a:r>
          <a:endParaRPr lang="en-US"/>
        </a:p>
      </dgm:t>
    </dgm:pt>
    <dgm:pt modelId="{69620D22-3231-41BB-B4CD-594FB48CDBE3}" type="parTrans" cxnId="{321856DE-D704-4F8B-B28C-8088EF90601C}">
      <dgm:prSet/>
      <dgm:spPr/>
      <dgm:t>
        <a:bodyPr/>
        <a:lstStyle/>
        <a:p>
          <a:endParaRPr lang="en-US"/>
        </a:p>
      </dgm:t>
    </dgm:pt>
    <dgm:pt modelId="{D04E009C-10C6-4C6A-9C94-99C24F6ECB5C}" type="sibTrans" cxnId="{321856DE-D704-4F8B-B28C-8088EF90601C}">
      <dgm:prSet/>
      <dgm:spPr/>
      <dgm:t>
        <a:bodyPr/>
        <a:lstStyle/>
        <a:p>
          <a:endParaRPr lang="en-US"/>
        </a:p>
      </dgm:t>
    </dgm:pt>
    <dgm:pt modelId="{2D6E8398-8FF4-49EA-9BFA-087A2AD2AD8D}">
      <dgm:prSet/>
      <dgm:spPr/>
      <dgm:t>
        <a:bodyPr/>
        <a:lstStyle/>
        <a:p>
          <a:r>
            <a:rPr lang="pt-BR"/>
            <a:t>Valor padrão 0.70 validado      ✅</a:t>
          </a:r>
          <a:endParaRPr lang="en-US"/>
        </a:p>
      </dgm:t>
    </dgm:pt>
    <dgm:pt modelId="{AF4A1E43-2A3E-425B-8092-1029534A4EFB}" type="parTrans" cxnId="{6084EAC8-6A99-49D3-92D1-1E5771F8DBDE}">
      <dgm:prSet/>
      <dgm:spPr/>
      <dgm:t>
        <a:bodyPr/>
        <a:lstStyle/>
        <a:p>
          <a:endParaRPr lang="en-US"/>
        </a:p>
      </dgm:t>
    </dgm:pt>
    <dgm:pt modelId="{C2DD52FD-BF73-4CA9-903A-DE10AFAB1CFC}" type="sibTrans" cxnId="{6084EAC8-6A99-49D3-92D1-1E5771F8DBDE}">
      <dgm:prSet/>
      <dgm:spPr/>
      <dgm:t>
        <a:bodyPr/>
        <a:lstStyle/>
        <a:p>
          <a:endParaRPr lang="en-US"/>
        </a:p>
      </dgm:t>
    </dgm:pt>
    <dgm:pt modelId="{F50B29F7-575D-4B33-9E59-673218A744DB}" type="pres">
      <dgm:prSet presAssocID="{84B26D9F-20F0-44C5-81CC-97C4FCFBA9E4}" presName="linear" presStyleCnt="0">
        <dgm:presLayoutVars>
          <dgm:animLvl val="lvl"/>
          <dgm:resizeHandles val="exact"/>
        </dgm:presLayoutVars>
      </dgm:prSet>
      <dgm:spPr/>
    </dgm:pt>
    <dgm:pt modelId="{EF024788-97C1-4478-B61C-E777D1C579CD}" type="pres">
      <dgm:prSet presAssocID="{D3397982-23EF-4A3E-B3A3-14764E80FE79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85AE1F69-C6F3-4587-BD8C-DC764DE45D02}" type="pres">
      <dgm:prSet presAssocID="{EC06F8B8-3862-478A-BD5F-D08A52E197F8}" presName="spacer" presStyleCnt="0"/>
      <dgm:spPr/>
    </dgm:pt>
    <dgm:pt modelId="{87B7C012-5BC0-4605-9311-F77594881EE1}" type="pres">
      <dgm:prSet presAssocID="{6EF15580-A6E6-4EE7-A2FA-8F8D43B2DD4A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76D83BAF-4B25-4355-857D-F1DAF537B113}" type="pres">
      <dgm:prSet presAssocID="{2A2FBF66-8390-4B40-B9B1-CE039ABAC4D3}" presName="spacer" presStyleCnt="0"/>
      <dgm:spPr/>
    </dgm:pt>
    <dgm:pt modelId="{19D720D4-00AB-4389-931B-9C98A197E814}" type="pres">
      <dgm:prSet presAssocID="{997B8A40-3D0E-4DF6-B49D-C8FC665E3568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6098958D-5AA6-40A7-9EC8-D30668AF1BE6}" type="pres">
      <dgm:prSet presAssocID="{070EC9A8-9CC4-413B-8E59-92FB255AA3B9}" presName="spacer" presStyleCnt="0"/>
      <dgm:spPr/>
    </dgm:pt>
    <dgm:pt modelId="{70EAC62D-45A2-4440-BD80-53FF7563B774}" type="pres">
      <dgm:prSet presAssocID="{D0EEA75A-4539-4E8C-AB30-80C0D099448C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4CAE2AB7-6654-4541-A717-7DC04E1EF107}" type="pres">
      <dgm:prSet presAssocID="{92370E67-60A1-4735-96C3-A6417B67F2C5}" presName="spacer" presStyleCnt="0"/>
      <dgm:spPr/>
    </dgm:pt>
    <dgm:pt modelId="{77788CED-38AA-4829-858C-83B00A1806E1}" type="pres">
      <dgm:prSet presAssocID="{7E310C82-C533-4C95-8793-2D25811C5696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6032A4AE-4420-47CD-9BD7-DA347E834AF0}" type="pres">
      <dgm:prSet presAssocID="{D04E009C-10C6-4C6A-9C94-99C24F6ECB5C}" presName="spacer" presStyleCnt="0"/>
      <dgm:spPr/>
    </dgm:pt>
    <dgm:pt modelId="{DD9F32AA-9673-452F-AAFE-C193B18A7C59}" type="pres">
      <dgm:prSet presAssocID="{2D6E8398-8FF4-49EA-9BFA-087A2AD2AD8D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9869C22C-C333-471E-A399-19A77A555949}" srcId="{84B26D9F-20F0-44C5-81CC-97C4FCFBA9E4}" destId="{6EF15580-A6E6-4EE7-A2FA-8F8D43B2DD4A}" srcOrd="1" destOrd="0" parTransId="{32CF4315-0BDB-48D7-A987-BD3FBF279182}" sibTransId="{2A2FBF66-8390-4B40-B9B1-CE039ABAC4D3}"/>
    <dgm:cxn modelId="{34985A3E-7537-4D48-9E3E-DF5EF79A94B0}" type="presOf" srcId="{D3397982-23EF-4A3E-B3A3-14764E80FE79}" destId="{EF024788-97C1-4478-B61C-E777D1C579CD}" srcOrd="0" destOrd="0" presId="urn:microsoft.com/office/officeart/2005/8/layout/vList2"/>
    <dgm:cxn modelId="{6F6FA947-8949-4EFB-8768-EB0D700EF593}" srcId="{84B26D9F-20F0-44C5-81CC-97C4FCFBA9E4}" destId="{D3397982-23EF-4A3E-B3A3-14764E80FE79}" srcOrd="0" destOrd="0" parTransId="{CB609F88-2121-4CA2-9909-9624A9B9B957}" sibTransId="{EC06F8B8-3862-478A-BD5F-D08A52E197F8}"/>
    <dgm:cxn modelId="{9812A950-0446-435D-9337-6D38CC7B2941}" srcId="{84B26D9F-20F0-44C5-81CC-97C4FCFBA9E4}" destId="{D0EEA75A-4539-4E8C-AB30-80C0D099448C}" srcOrd="3" destOrd="0" parTransId="{53F1394D-6457-4253-A7F3-4BB61235D9C1}" sibTransId="{92370E67-60A1-4735-96C3-A6417B67F2C5}"/>
    <dgm:cxn modelId="{74EE6998-B74D-410F-A1C0-D6200A4D4C08}" type="presOf" srcId="{6EF15580-A6E6-4EE7-A2FA-8F8D43B2DD4A}" destId="{87B7C012-5BC0-4605-9311-F77594881EE1}" srcOrd="0" destOrd="0" presId="urn:microsoft.com/office/officeart/2005/8/layout/vList2"/>
    <dgm:cxn modelId="{4E3D529B-03FE-40C7-92BF-C15B07055927}" srcId="{84B26D9F-20F0-44C5-81CC-97C4FCFBA9E4}" destId="{997B8A40-3D0E-4DF6-B49D-C8FC665E3568}" srcOrd="2" destOrd="0" parTransId="{B0DEEC33-614E-4FAD-BD68-1FC83294A791}" sibTransId="{070EC9A8-9CC4-413B-8E59-92FB255AA3B9}"/>
    <dgm:cxn modelId="{319699B5-EABE-4355-90FC-2C7CB2188915}" type="presOf" srcId="{84B26D9F-20F0-44C5-81CC-97C4FCFBA9E4}" destId="{F50B29F7-575D-4B33-9E59-673218A744DB}" srcOrd="0" destOrd="0" presId="urn:microsoft.com/office/officeart/2005/8/layout/vList2"/>
    <dgm:cxn modelId="{88991ABB-E7DC-441A-AB3D-FCDFE9977FD1}" type="presOf" srcId="{D0EEA75A-4539-4E8C-AB30-80C0D099448C}" destId="{70EAC62D-45A2-4440-BD80-53FF7563B774}" srcOrd="0" destOrd="0" presId="urn:microsoft.com/office/officeart/2005/8/layout/vList2"/>
    <dgm:cxn modelId="{A29AE9C0-BAB1-4541-9F42-4FD24604AA29}" type="presOf" srcId="{2D6E8398-8FF4-49EA-9BFA-087A2AD2AD8D}" destId="{DD9F32AA-9673-452F-AAFE-C193B18A7C59}" srcOrd="0" destOrd="0" presId="urn:microsoft.com/office/officeart/2005/8/layout/vList2"/>
    <dgm:cxn modelId="{6084EAC8-6A99-49D3-92D1-1E5771F8DBDE}" srcId="{84B26D9F-20F0-44C5-81CC-97C4FCFBA9E4}" destId="{2D6E8398-8FF4-49EA-9BFA-087A2AD2AD8D}" srcOrd="5" destOrd="0" parTransId="{AF4A1E43-2A3E-425B-8092-1029534A4EFB}" sibTransId="{C2DD52FD-BF73-4CA9-903A-DE10AFAB1CFC}"/>
    <dgm:cxn modelId="{321856DE-D704-4F8B-B28C-8088EF90601C}" srcId="{84B26D9F-20F0-44C5-81CC-97C4FCFBA9E4}" destId="{7E310C82-C533-4C95-8793-2D25811C5696}" srcOrd="4" destOrd="0" parTransId="{69620D22-3231-41BB-B4CD-594FB48CDBE3}" sibTransId="{D04E009C-10C6-4C6A-9C94-99C24F6ECB5C}"/>
    <dgm:cxn modelId="{06F9B0E4-107B-454C-AF3D-D7CF12BBD79A}" type="presOf" srcId="{7E310C82-C533-4C95-8793-2D25811C5696}" destId="{77788CED-38AA-4829-858C-83B00A1806E1}" srcOrd="0" destOrd="0" presId="urn:microsoft.com/office/officeart/2005/8/layout/vList2"/>
    <dgm:cxn modelId="{017443E8-6E04-4A43-9CEE-7A4B4CD6BC19}" type="presOf" srcId="{997B8A40-3D0E-4DF6-B49D-C8FC665E3568}" destId="{19D720D4-00AB-4389-931B-9C98A197E814}" srcOrd="0" destOrd="0" presId="urn:microsoft.com/office/officeart/2005/8/layout/vList2"/>
    <dgm:cxn modelId="{9FEDF4C8-8F04-43F7-BF5F-F85280C7B7A4}" type="presParOf" srcId="{F50B29F7-575D-4B33-9E59-673218A744DB}" destId="{EF024788-97C1-4478-B61C-E777D1C579CD}" srcOrd="0" destOrd="0" presId="urn:microsoft.com/office/officeart/2005/8/layout/vList2"/>
    <dgm:cxn modelId="{F5F4F444-D2CE-4929-B596-18C6908E4518}" type="presParOf" srcId="{F50B29F7-575D-4B33-9E59-673218A744DB}" destId="{85AE1F69-C6F3-4587-BD8C-DC764DE45D02}" srcOrd="1" destOrd="0" presId="urn:microsoft.com/office/officeart/2005/8/layout/vList2"/>
    <dgm:cxn modelId="{42E785D8-CB7B-4C22-8DF2-6A2F137FB7FD}" type="presParOf" srcId="{F50B29F7-575D-4B33-9E59-673218A744DB}" destId="{87B7C012-5BC0-4605-9311-F77594881EE1}" srcOrd="2" destOrd="0" presId="urn:microsoft.com/office/officeart/2005/8/layout/vList2"/>
    <dgm:cxn modelId="{8D93A70E-EA4B-4450-8013-704BF5C16EF6}" type="presParOf" srcId="{F50B29F7-575D-4B33-9E59-673218A744DB}" destId="{76D83BAF-4B25-4355-857D-F1DAF537B113}" srcOrd="3" destOrd="0" presId="urn:microsoft.com/office/officeart/2005/8/layout/vList2"/>
    <dgm:cxn modelId="{4182427A-F7A7-4894-9C94-8703345E04AB}" type="presParOf" srcId="{F50B29F7-575D-4B33-9E59-673218A744DB}" destId="{19D720D4-00AB-4389-931B-9C98A197E814}" srcOrd="4" destOrd="0" presId="urn:microsoft.com/office/officeart/2005/8/layout/vList2"/>
    <dgm:cxn modelId="{6D72407E-64CB-4EC0-8E2C-EDAFF2C92E98}" type="presParOf" srcId="{F50B29F7-575D-4B33-9E59-673218A744DB}" destId="{6098958D-5AA6-40A7-9EC8-D30668AF1BE6}" srcOrd="5" destOrd="0" presId="urn:microsoft.com/office/officeart/2005/8/layout/vList2"/>
    <dgm:cxn modelId="{E2074DAD-5833-4E98-9D92-F36540984C7A}" type="presParOf" srcId="{F50B29F7-575D-4B33-9E59-673218A744DB}" destId="{70EAC62D-45A2-4440-BD80-53FF7563B774}" srcOrd="6" destOrd="0" presId="urn:microsoft.com/office/officeart/2005/8/layout/vList2"/>
    <dgm:cxn modelId="{D3750D63-41C7-4354-832E-06CBA7892925}" type="presParOf" srcId="{F50B29F7-575D-4B33-9E59-673218A744DB}" destId="{4CAE2AB7-6654-4541-A717-7DC04E1EF107}" srcOrd="7" destOrd="0" presId="urn:microsoft.com/office/officeart/2005/8/layout/vList2"/>
    <dgm:cxn modelId="{5A2E53E7-580A-4D40-8E27-1A41C84310CB}" type="presParOf" srcId="{F50B29F7-575D-4B33-9E59-673218A744DB}" destId="{77788CED-38AA-4829-858C-83B00A1806E1}" srcOrd="8" destOrd="0" presId="urn:microsoft.com/office/officeart/2005/8/layout/vList2"/>
    <dgm:cxn modelId="{5C9AD896-4CE9-4D6D-85F5-CDBB81315C95}" type="presParOf" srcId="{F50B29F7-575D-4B33-9E59-673218A744DB}" destId="{6032A4AE-4420-47CD-9BD7-DA347E834AF0}" srcOrd="9" destOrd="0" presId="urn:microsoft.com/office/officeart/2005/8/layout/vList2"/>
    <dgm:cxn modelId="{32A6FA18-0F10-42D7-85DE-8628F7CFFA8A}" type="presParOf" srcId="{F50B29F7-575D-4B33-9E59-673218A744DB}" destId="{DD9F32AA-9673-452F-AAFE-C193B18A7C59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95028C0-7FAC-4156-AF19-10D4022C26C0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3BCE199-033A-4798-A9EE-36EB2EF1DDA0}">
      <dgm:prSet/>
      <dgm:spPr/>
      <dgm:t>
        <a:bodyPr/>
        <a:lstStyle/>
        <a:p>
          <a:pPr algn="ctr"/>
          <a:r>
            <a:rPr lang="pt-BR"/>
            <a:t>2+ tags + perto</a:t>
          </a:r>
          <a:endParaRPr lang="en-US"/>
        </a:p>
      </dgm:t>
    </dgm:pt>
    <dgm:pt modelId="{41CF6307-032B-42E8-BB10-3B528C928440}" type="parTrans" cxnId="{A318F850-90D3-4B3B-BA70-B1A129D2114E}">
      <dgm:prSet/>
      <dgm:spPr/>
      <dgm:t>
        <a:bodyPr/>
        <a:lstStyle/>
        <a:p>
          <a:pPr algn="ctr"/>
          <a:endParaRPr lang="en-US"/>
        </a:p>
      </dgm:t>
    </dgm:pt>
    <dgm:pt modelId="{09CCCAD1-7F4F-415C-90A5-FE936ADC2487}" type="sibTrans" cxnId="{A318F850-90D3-4B3B-BA70-B1A129D2114E}">
      <dgm:prSet/>
      <dgm:spPr/>
      <dgm:t>
        <a:bodyPr/>
        <a:lstStyle/>
        <a:p>
          <a:pPr algn="ctr"/>
          <a:endParaRPr lang="en-US"/>
        </a:p>
      </dgm:t>
    </dgm:pt>
    <dgm:pt modelId="{CD96E2D2-26B8-494E-B626-66EF81C6F31A}">
      <dgm:prSet/>
      <dgm:spPr/>
      <dgm:t>
        <a:bodyPr/>
        <a:lstStyle/>
        <a:p>
          <a:pPr algn="ctr"/>
          <a:r>
            <a:rPr lang="pt-BR"/>
            <a:t>↓</a:t>
          </a:r>
          <a:endParaRPr lang="en-US"/>
        </a:p>
      </dgm:t>
    </dgm:pt>
    <dgm:pt modelId="{2BBB0EAC-A622-4DC4-AB98-E46CE3A05824}" type="parTrans" cxnId="{44B56404-2FCB-4891-BEEA-325A08DC6B34}">
      <dgm:prSet/>
      <dgm:spPr/>
      <dgm:t>
        <a:bodyPr/>
        <a:lstStyle/>
        <a:p>
          <a:pPr algn="ctr"/>
          <a:endParaRPr lang="en-US"/>
        </a:p>
      </dgm:t>
    </dgm:pt>
    <dgm:pt modelId="{C6FDE64E-5B7A-446E-B43D-D0A3D50221F9}" type="sibTrans" cxnId="{44B56404-2FCB-4891-BEEA-325A08DC6B34}">
      <dgm:prSet/>
      <dgm:spPr/>
      <dgm:t>
        <a:bodyPr/>
        <a:lstStyle/>
        <a:p>
          <a:pPr algn="ctr"/>
          <a:endParaRPr lang="en-US"/>
        </a:p>
      </dgm:t>
    </dgm:pt>
    <dgm:pt modelId="{3166F461-C589-4923-99CD-08AFA306DE49}">
      <dgm:prSet/>
      <dgm:spPr/>
      <dgm:t>
        <a:bodyPr/>
        <a:lstStyle/>
        <a:p>
          <a:pPr algn="ctr"/>
          <a:r>
            <a:rPr lang="pt-BR"/>
            <a:t>0.20 ~ 0.30</a:t>
          </a:r>
          <a:endParaRPr lang="en-US"/>
        </a:p>
      </dgm:t>
    </dgm:pt>
    <dgm:pt modelId="{0F20BBA0-AFA7-484E-B993-C075DD7643C3}" type="parTrans" cxnId="{18BD1460-71FA-4F01-BFE9-0B1585FA3D2D}">
      <dgm:prSet/>
      <dgm:spPr/>
      <dgm:t>
        <a:bodyPr/>
        <a:lstStyle/>
        <a:p>
          <a:pPr algn="ctr"/>
          <a:endParaRPr lang="en-US"/>
        </a:p>
      </dgm:t>
    </dgm:pt>
    <dgm:pt modelId="{5B16846C-0065-4FD3-A9AE-3BC625D276D0}" type="sibTrans" cxnId="{18BD1460-71FA-4F01-BFE9-0B1585FA3D2D}">
      <dgm:prSet/>
      <dgm:spPr/>
      <dgm:t>
        <a:bodyPr/>
        <a:lstStyle/>
        <a:p>
          <a:pPr algn="ctr"/>
          <a:endParaRPr lang="en-US"/>
        </a:p>
      </dgm:t>
    </dgm:pt>
    <dgm:pt modelId="{D872FDFF-03BE-40F1-80A8-AB78CE1F5D16}">
      <dgm:prSet/>
      <dgm:spPr/>
      <dgm:t>
        <a:bodyPr/>
        <a:lstStyle/>
        <a:p>
          <a:pPr algn="ctr"/>
          <a:r>
            <a:rPr lang="pt-BR"/>
            <a:t>confia bastante</a:t>
          </a:r>
          <a:endParaRPr lang="en-US"/>
        </a:p>
      </dgm:t>
    </dgm:pt>
    <dgm:pt modelId="{B3D57D8C-DFDC-475E-A645-51FF7068A8E2}" type="parTrans" cxnId="{007DE757-1770-4F21-98F1-FE8E67BF8F65}">
      <dgm:prSet/>
      <dgm:spPr/>
      <dgm:t>
        <a:bodyPr/>
        <a:lstStyle/>
        <a:p>
          <a:pPr algn="ctr"/>
          <a:endParaRPr lang="en-US"/>
        </a:p>
      </dgm:t>
    </dgm:pt>
    <dgm:pt modelId="{6D77DAFD-04AF-4F92-A459-4517B5B9F140}" type="sibTrans" cxnId="{007DE757-1770-4F21-98F1-FE8E67BF8F65}">
      <dgm:prSet/>
      <dgm:spPr/>
      <dgm:t>
        <a:bodyPr/>
        <a:lstStyle/>
        <a:p>
          <a:pPr algn="ctr"/>
          <a:endParaRPr lang="en-US"/>
        </a:p>
      </dgm:t>
    </dgm:pt>
    <dgm:pt modelId="{4C1C72B6-9DFE-45A8-A4F9-1E473E2610F0}">
      <dgm:prSet/>
      <dgm:spPr/>
      <dgm:t>
        <a:bodyPr/>
        <a:lstStyle/>
        <a:p>
          <a:pPr algn="ctr"/>
          <a:r>
            <a:rPr lang="pt-BR"/>
            <a:t>2+ tags + distância média</a:t>
          </a:r>
          <a:endParaRPr lang="en-US"/>
        </a:p>
      </dgm:t>
    </dgm:pt>
    <dgm:pt modelId="{4D91FA36-7769-47B5-BA3A-372DB554ECEE}" type="parTrans" cxnId="{0B033F57-7FC7-4D52-BC46-9F8B5D75986B}">
      <dgm:prSet/>
      <dgm:spPr/>
      <dgm:t>
        <a:bodyPr/>
        <a:lstStyle/>
        <a:p>
          <a:pPr algn="ctr"/>
          <a:endParaRPr lang="en-US"/>
        </a:p>
      </dgm:t>
    </dgm:pt>
    <dgm:pt modelId="{E9CA8A55-2846-40A1-B963-F47E3B805930}" type="sibTrans" cxnId="{0B033F57-7FC7-4D52-BC46-9F8B5D75986B}">
      <dgm:prSet/>
      <dgm:spPr/>
      <dgm:t>
        <a:bodyPr/>
        <a:lstStyle/>
        <a:p>
          <a:pPr algn="ctr"/>
          <a:endParaRPr lang="en-US"/>
        </a:p>
      </dgm:t>
    </dgm:pt>
    <dgm:pt modelId="{1D643754-2AF5-4974-B8AE-F1DBC6050FD9}">
      <dgm:prSet/>
      <dgm:spPr/>
      <dgm:t>
        <a:bodyPr/>
        <a:lstStyle/>
        <a:p>
          <a:pPr algn="ctr"/>
          <a:r>
            <a:rPr lang="pt-BR"/>
            <a:t>↓</a:t>
          </a:r>
          <a:endParaRPr lang="en-US"/>
        </a:p>
      </dgm:t>
    </dgm:pt>
    <dgm:pt modelId="{64F70714-C07E-43FA-A8AD-E1729E9D8F4D}" type="parTrans" cxnId="{14542B53-0377-4BA7-8700-79C18A5A6694}">
      <dgm:prSet/>
      <dgm:spPr/>
      <dgm:t>
        <a:bodyPr/>
        <a:lstStyle/>
        <a:p>
          <a:pPr algn="ctr"/>
          <a:endParaRPr lang="en-US"/>
        </a:p>
      </dgm:t>
    </dgm:pt>
    <dgm:pt modelId="{CED53381-1BEE-46F9-A54D-977C154574E0}" type="sibTrans" cxnId="{14542B53-0377-4BA7-8700-79C18A5A6694}">
      <dgm:prSet/>
      <dgm:spPr/>
      <dgm:t>
        <a:bodyPr/>
        <a:lstStyle/>
        <a:p>
          <a:pPr algn="ctr"/>
          <a:endParaRPr lang="en-US"/>
        </a:p>
      </dgm:t>
    </dgm:pt>
    <dgm:pt modelId="{890FEFF9-D4E9-43AF-A602-5FAA1737CD2F}">
      <dgm:prSet/>
      <dgm:spPr/>
      <dgm:t>
        <a:bodyPr/>
        <a:lstStyle/>
        <a:p>
          <a:pPr algn="ctr"/>
          <a:r>
            <a:rPr lang="pt-BR"/>
            <a:t>0.40 ~ 0.60</a:t>
          </a:r>
          <a:endParaRPr lang="en-US"/>
        </a:p>
      </dgm:t>
    </dgm:pt>
    <dgm:pt modelId="{14C06F77-0170-409C-8274-8C32253C0A03}" type="parTrans" cxnId="{D60C57E2-3038-4578-9B46-EC8558B1D69B}">
      <dgm:prSet/>
      <dgm:spPr/>
      <dgm:t>
        <a:bodyPr/>
        <a:lstStyle/>
        <a:p>
          <a:pPr algn="ctr"/>
          <a:endParaRPr lang="en-US"/>
        </a:p>
      </dgm:t>
    </dgm:pt>
    <dgm:pt modelId="{F6748650-2D28-4DB5-BC79-D736D82F03CE}" type="sibTrans" cxnId="{D60C57E2-3038-4578-9B46-EC8558B1D69B}">
      <dgm:prSet/>
      <dgm:spPr/>
      <dgm:t>
        <a:bodyPr/>
        <a:lstStyle/>
        <a:p>
          <a:pPr algn="ctr"/>
          <a:endParaRPr lang="en-US"/>
        </a:p>
      </dgm:t>
    </dgm:pt>
    <dgm:pt modelId="{CF787BAC-2D04-4848-9CA1-D5EA979F50EA}">
      <dgm:prSet/>
      <dgm:spPr/>
      <dgm:t>
        <a:bodyPr/>
        <a:lstStyle/>
        <a:p>
          <a:pPr algn="ctr"/>
          <a:r>
            <a:rPr lang="pt-BR"/>
            <a:t>1 tag</a:t>
          </a:r>
          <a:endParaRPr lang="en-US"/>
        </a:p>
      </dgm:t>
    </dgm:pt>
    <dgm:pt modelId="{B5B537E0-644B-41D3-9931-CC1A0F94A549}" type="parTrans" cxnId="{728CCC43-E773-4EE0-B6CD-47278DCFD3D9}">
      <dgm:prSet/>
      <dgm:spPr/>
      <dgm:t>
        <a:bodyPr/>
        <a:lstStyle/>
        <a:p>
          <a:pPr algn="ctr"/>
          <a:endParaRPr lang="en-US"/>
        </a:p>
      </dgm:t>
    </dgm:pt>
    <dgm:pt modelId="{F6C76319-D49A-4297-A953-804D221C019D}" type="sibTrans" cxnId="{728CCC43-E773-4EE0-B6CD-47278DCFD3D9}">
      <dgm:prSet/>
      <dgm:spPr/>
      <dgm:t>
        <a:bodyPr/>
        <a:lstStyle/>
        <a:p>
          <a:pPr algn="ctr"/>
          <a:endParaRPr lang="en-US"/>
        </a:p>
      </dgm:t>
    </dgm:pt>
    <dgm:pt modelId="{AA697DFB-0394-4251-89EB-E7DEAC547BBB}">
      <dgm:prSet/>
      <dgm:spPr/>
      <dgm:t>
        <a:bodyPr/>
        <a:lstStyle/>
        <a:p>
          <a:pPr algn="ctr"/>
          <a:r>
            <a:rPr lang="pt-BR"/>
            <a:t>↓</a:t>
          </a:r>
          <a:endParaRPr lang="en-US"/>
        </a:p>
      </dgm:t>
    </dgm:pt>
    <dgm:pt modelId="{9162A9C4-D26E-44B8-BECF-E6F9E0BBC080}" type="parTrans" cxnId="{43561DB9-68A2-4342-8F09-EC9D40D90C45}">
      <dgm:prSet/>
      <dgm:spPr/>
      <dgm:t>
        <a:bodyPr/>
        <a:lstStyle/>
        <a:p>
          <a:pPr algn="ctr"/>
          <a:endParaRPr lang="en-US"/>
        </a:p>
      </dgm:t>
    </dgm:pt>
    <dgm:pt modelId="{7504732A-B82C-4237-8E28-FFEE70F6DB06}" type="sibTrans" cxnId="{43561DB9-68A2-4342-8F09-EC9D40D90C45}">
      <dgm:prSet/>
      <dgm:spPr/>
      <dgm:t>
        <a:bodyPr/>
        <a:lstStyle/>
        <a:p>
          <a:pPr algn="ctr"/>
          <a:endParaRPr lang="en-US"/>
        </a:p>
      </dgm:t>
    </dgm:pt>
    <dgm:pt modelId="{DAFE7FC1-4CBC-4A18-A66A-0D22CDFAAEA4}">
      <dgm:prSet/>
      <dgm:spPr/>
      <dgm:t>
        <a:bodyPr/>
        <a:lstStyle/>
        <a:p>
          <a:pPr algn="ctr"/>
          <a:r>
            <a:rPr lang="pt-BR"/>
            <a:t>0.70 ~ 1.20</a:t>
          </a:r>
          <a:endParaRPr lang="en-US"/>
        </a:p>
      </dgm:t>
    </dgm:pt>
    <dgm:pt modelId="{808C51D5-7396-46C6-AF36-5C610141D993}" type="parTrans" cxnId="{D46CF392-66DB-4F57-8940-7C6D229D755C}">
      <dgm:prSet/>
      <dgm:spPr/>
      <dgm:t>
        <a:bodyPr/>
        <a:lstStyle/>
        <a:p>
          <a:pPr algn="ctr"/>
          <a:endParaRPr lang="en-US"/>
        </a:p>
      </dgm:t>
    </dgm:pt>
    <dgm:pt modelId="{84A2C6C9-C859-4471-8AC3-9D7B72D5E1CD}" type="sibTrans" cxnId="{D46CF392-66DB-4F57-8940-7C6D229D755C}">
      <dgm:prSet/>
      <dgm:spPr/>
      <dgm:t>
        <a:bodyPr/>
        <a:lstStyle/>
        <a:p>
          <a:pPr algn="ctr"/>
          <a:endParaRPr lang="en-US"/>
        </a:p>
      </dgm:t>
    </dgm:pt>
    <dgm:pt modelId="{21C48B14-DA70-4A9D-97B9-259EA522D03E}">
      <dgm:prSet/>
      <dgm:spPr/>
      <dgm:t>
        <a:bodyPr/>
        <a:lstStyle/>
        <a:p>
          <a:pPr algn="ctr"/>
          <a:r>
            <a:rPr lang="pt-BR"/>
            <a:t>confia menos</a:t>
          </a:r>
          <a:endParaRPr lang="en-US"/>
        </a:p>
      </dgm:t>
    </dgm:pt>
    <dgm:pt modelId="{77BDEDD7-9977-49F6-A1BA-691F5035DFE5}" type="parTrans" cxnId="{147A3025-2CCB-4F7B-A00E-5687A3531972}">
      <dgm:prSet/>
      <dgm:spPr/>
      <dgm:t>
        <a:bodyPr/>
        <a:lstStyle/>
        <a:p>
          <a:pPr algn="ctr"/>
          <a:endParaRPr lang="en-US"/>
        </a:p>
      </dgm:t>
    </dgm:pt>
    <dgm:pt modelId="{662FC6C0-4A1B-4875-AA3E-085717D5EB20}" type="sibTrans" cxnId="{147A3025-2CCB-4F7B-A00E-5687A3531972}">
      <dgm:prSet/>
      <dgm:spPr/>
      <dgm:t>
        <a:bodyPr/>
        <a:lstStyle/>
        <a:p>
          <a:pPr algn="ctr"/>
          <a:endParaRPr lang="en-US"/>
        </a:p>
      </dgm:t>
    </dgm:pt>
    <dgm:pt modelId="{6C5844BB-16E1-42CF-80BA-D0CAB7FC0A35}">
      <dgm:prSet/>
      <dgm:spPr/>
      <dgm:t>
        <a:bodyPr/>
        <a:lstStyle/>
        <a:p>
          <a:pPr algn="ctr"/>
          <a:r>
            <a:rPr lang="pt-BR"/>
            <a:t>tag distante</a:t>
          </a:r>
          <a:endParaRPr lang="en-US"/>
        </a:p>
      </dgm:t>
    </dgm:pt>
    <dgm:pt modelId="{2A678FC1-6946-49DE-B0C1-8D284BD53ADA}" type="parTrans" cxnId="{473B3FEF-4C24-42A1-B81B-531A74D2999F}">
      <dgm:prSet/>
      <dgm:spPr/>
      <dgm:t>
        <a:bodyPr/>
        <a:lstStyle/>
        <a:p>
          <a:pPr algn="ctr"/>
          <a:endParaRPr lang="en-US"/>
        </a:p>
      </dgm:t>
    </dgm:pt>
    <dgm:pt modelId="{ADAABABE-6D92-4A92-9FF5-C0264DB28845}" type="sibTrans" cxnId="{473B3FEF-4C24-42A1-B81B-531A74D2999F}">
      <dgm:prSet/>
      <dgm:spPr/>
      <dgm:t>
        <a:bodyPr/>
        <a:lstStyle/>
        <a:p>
          <a:pPr algn="ctr"/>
          <a:endParaRPr lang="en-US"/>
        </a:p>
      </dgm:t>
    </dgm:pt>
    <dgm:pt modelId="{5DDE57EE-BF1C-49A0-A437-D0BF9FCF5F4D}">
      <dgm:prSet/>
      <dgm:spPr/>
      <dgm:t>
        <a:bodyPr/>
        <a:lstStyle/>
        <a:p>
          <a:pPr algn="ctr"/>
          <a:r>
            <a:rPr lang="pt-BR"/>
            <a:t>↓</a:t>
          </a:r>
          <a:endParaRPr lang="en-US"/>
        </a:p>
      </dgm:t>
    </dgm:pt>
    <dgm:pt modelId="{D837B6F0-48DC-4AF3-B683-FA85EB10E20A}" type="parTrans" cxnId="{B97CC6F2-33A8-4BE2-A108-23045A9D4D2F}">
      <dgm:prSet/>
      <dgm:spPr/>
      <dgm:t>
        <a:bodyPr/>
        <a:lstStyle/>
        <a:p>
          <a:pPr algn="ctr"/>
          <a:endParaRPr lang="en-US"/>
        </a:p>
      </dgm:t>
    </dgm:pt>
    <dgm:pt modelId="{7A50036B-DDB4-4D53-8496-3E3106BD45C2}" type="sibTrans" cxnId="{B97CC6F2-33A8-4BE2-A108-23045A9D4D2F}">
      <dgm:prSet/>
      <dgm:spPr/>
      <dgm:t>
        <a:bodyPr/>
        <a:lstStyle/>
        <a:p>
          <a:pPr algn="ctr"/>
          <a:endParaRPr lang="en-US"/>
        </a:p>
      </dgm:t>
    </dgm:pt>
    <dgm:pt modelId="{30DAA445-F0F3-4442-ADF5-17604860B823}">
      <dgm:prSet/>
      <dgm:spPr/>
      <dgm:t>
        <a:bodyPr/>
        <a:lstStyle/>
        <a:p>
          <a:pPr algn="ctr"/>
          <a:r>
            <a:rPr lang="pt-BR"/>
            <a:t>valor alto ou rejeita</a:t>
          </a:r>
          <a:endParaRPr lang="en-US"/>
        </a:p>
      </dgm:t>
    </dgm:pt>
    <dgm:pt modelId="{145CE62F-3FB6-4B47-B51A-9B6C30737C6D}" type="parTrans" cxnId="{68ADE358-2DC1-4C4F-9094-F0CFD6E7B9E4}">
      <dgm:prSet/>
      <dgm:spPr/>
      <dgm:t>
        <a:bodyPr/>
        <a:lstStyle/>
        <a:p>
          <a:pPr algn="ctr"/>
          <a:endParaRPr lang="en-US"/>
        </a:p>
      </dgm:t>
    </dgm:pt>
    <dgm:pt modelId="{43DBBD84-331C-4BD1-B6CE-C68C1ED35694}" type="sibTrans" cxnId="{68ADE358-2DC1-4C4F-9094-F0CFD6E7B9E4}">
      <dgm:prSet/>
      <dgm:spPr/>
      <dgm:t>
        <a:bodyPr/>
        <a:lstStyle/>
        <a:p>
          <a:pPr algn="ctr"/>
          <a:endParaRPr lang="en-US"/>
        </a:p>
      </dgm:t>
    </dgm:pt>
    <dgm:pt modelId="{54F6E144-6114-4DC1-9E54-25B43F975AF3}" type="pres">
      <dgm:prSet presAssocID="{D95028C0-7FAC-4156-AF19-10D4022C26C0}" presName="vert0" presStyleCnt="0">
        <dgm:presLayoutVars>
          <dgm:dir/>
          <dgm:animOne val="branch"/>
          <dgm:animLvl val="lvl"/>
        </dgm:presLayoutVars>
      </dgm:prSet>
      <dgm:spPr/>
    </dgm:pt>
    <dgm:pt modelId="{34D92299-7771-4097-8EE3-4E7C162BC83C}" type="pres">
      <dgm:prSet presAssocID="{13BCE199-033A-4798-A9EE-36EB2EF1DDA0}" presName="thickLine" presStyleLbl="alignNode1" presStyleIdx="0" presStyleCnt="14"/>
      <dgm:spPr/>
    </dgm:pt>
    <dgm:pt modelId="{9AF75FA5-9335-415F-A3F7-C458FCF9609D}" type="pres">
      <dgm:prSet presAssocID="{13BCE199-033A-4798-A9EE-36EB2EF1DDA0}" presName="horz1" presStyleCnt="0"/>
      <dgm:spPr/>
    </dgm:pt>
    <dgm:pt modelId="{7CFE93E1-BE60-4DFF-8308-3665C631AD2B}" type="pres">
      <dgm:prSet presAssocID="{13BCE199-033A-4798-A9EE-36EB2EF1DDA0}" presName="tx1" presStyleLbl="revTx" presStyleIdx="0" presStyleCnt="14"/>
      <dgm:spPr/>
    </dgm:pt>
    <dgm:pt modelId="{92F518EC-1A01-4B29-84CD-463F891A5176}" type="pres">
      <dgm:prSet presAssocID="{13BCE199-033A-4798-A9EE-36EB2EF1DDA0}" presName="vert1" presStyleCnt="0"/>
      <dgm:spPr/>
    </dgm:pt>
    <dgm:pt modelId="{28DD636E-510A-4D6C-B988-024FDA8C3CC1}" type="pres">
      <dgm:prSet presAssocID="{CD96E2D2-26B8-494E-B626-66EF81C6F31A}" presName="thickLine" presStyleLbl="alignNode1" presStyleIdx="1" presStyleCnt="14"/>
      <dgm:spPr/>
    </dgm:pt>
    <dgm:pt modelId="{823181FC-69F8-447C-BB8B-13885252A531}" type="pres">
      <dgm:prSet presAssocID="{CD96E2D2-26B8-494E-B626-66EF81C6F31A}" presName="horz1" presStyleCnt="0"/>
      <dgm:spPr/>
    </dgm:pt>
    <dgm:pt modelId="{87A57563-F2B8-4EEE-8644-28B9F4CFB32D}" type="pres">
      <dgm:prSet presAssocID="{CD96E2D2-26B8-494E-B626-66EF81C6F31A}" presName="tx1" presStyleLbl="revTx" presStyleIdx="1" presStyleCnt="14"/>
      <dgm:spPr/>
    </dgm:pt>
    <dgm:pt modelId="{6086A6D0-F8ED-4C36-8329-1B8FA955B51A}" type="pres">
      <dgm:prSet presAssocID="{CD96E2D2-26B8-494E-B626-66EF81C6F31A}" presName="vert1" presStyleCnt="0"/>
      <dgm:spPr/>
    </dgm:pt>
    <dgm:pt modelId="{A98E62E8-94F3-4F61-9FA1-1B92959ED6F9}" type="pres">
      <dgm:prSet presAssocID="{3166F461-C589-4923-99CD-08AFA306DE49}" presName="thickLine" presStyleLbl="alignNode1" presStyleIdx="2" presStyleCnt="14"/>
      <dgm:spPr/>
    </dgm:pt>
    <dgm:pt modelId="{7152DBEE-8DCA-454A-A9D0-D621ED031F8A}" type="pres">
      <dgm:prSet presAssocID="{3166F461-C589-4923-99CD-08AFA306DE49}" presName="horz1" presStyleCnt="0"/>
      <dgm:spPr/>
    </dgm:pt>
    <dgm:pt modelId="{18849C30-E88D-4868-B251-5152D11DE21E}" type="pres">
      <dgm:prSet presAssocID="{3166F461-C589-4923-99CD-08AFA306DE49}" presName="tx1" presStyleLbl="revTx" presStyleIdx="2" presStyleCnt="14"/>
      <dgm:spPr/>
    </dgm:pt>
    <dgm:pt modelId="{ED23DD6E-734B-4665-B01F-31CF586229F8}" type="pres">
      <dgm:prSet presAssocID="{3166F461-C589-4923-99CD-08AFA306DE49}" presName="vert1" presStyleCnt="0"/>
      <dgm:spPr/>
    </dgm:pt>
    <dgm:pt modelId="{1F775F62-0AE4-4E1E-BF86-5B669E7CC6B3}" type="pres">
      <dgm:prSet presAssocID="{D872FDFF-03BE-40F1-80A8-AB78CE1F5D16}" presName="thickLine" presStyleLbl="alignNode1" presStyleIdx="3" presStyleCnt="14"/>
      <dgm:spPr/>
    </dgm:pt>
    <dgm:pt modelId="{01B80535-8B7E-41EE-A5B1-9C0E198801E1}" type="pres">
      <dgm:prSet presAssocID="{D872FDFF-03BE-40F1-80A8-AB78CE1F5D16}" presName="horz1" presStyleCnt="0"/>
      <dgm:spPr/>
    </dgm:pt>
    <dgm:pt modelId="{27B13B05-F894-44DA-BDA1-BEB88EFDACBB}" type="pres">
      <dgm:prSet presAssocID="{D872FDFF-03BE-40F1-80A8-AB78CE1F5D16}" presName="tx1" presStyleLbl="revTx" presStyleIdx="3" presStyleCnt="14"/>
      <dgm:spPr/>
    </dgm:pt>
    <dgm:pt modelId="{AB7D3C30-51A2-45F2-B65A-83088D132E74}" type="pres">
      <dgm:prSet presAssocID="{D872FDFF-03BE-40F1-80A8-AB78CE1F5D16}" presName="vert1" presStyleCnt="0"/>
      <dgm:spPr/>
    </dgm:pt>
    <dgm:pt modelId="{3E4F8423-B896-4BE4-8AC9-FEEF6A3DF7CA}" type="pres">
      <dgm:prSet presAssocID="{4C1C72B6-9DFE-45A8-A4F9-1E473E2610F0}" presName="thickLine" presStyleLbl="alignNode1" presStyleIdx="4" presStyleCnt="14"/>
      <dgm:spPr/>
    </dgm:pt>
    <dgm:pt modelId="{0916DF3B-6711-4B11-969E-E4B494D30FD9}" type="pres">
      <dgm:prSet presAssocID="{4C1C72B6-9DFE-45A8-A4F9-1E473E2610F0}" presName="horz1" presStyleCnt="0"/>
      <dgm:spPr/>
    </dgm:pt>
    <dgm:pt modelId="{DE24C4C6-5B43-49EC-93F2-D7F01FEEEA9A}" type="pres">
      <dgm:prSet presAssocID="{4C1C72B6-9DFE-45A8-A4F9-1E473E2610F0}" presName="tx1" presStyleLbl="revTx" presStyleIdx="4" presStyleCnt="14"/>
      <dgm:spPr/>
    </dgm:pt>
    <dgm:pt modelId="{48F8660C-6B83-4BEB-A896-74AD041D3ACC}" type="pres">
      <dgm:prSet presAssocID="{4C1C72B6-9DFE-45A8-A4F9-1E473E2610F0}" presName="vert1" presStyleCnt="0"/>
      <dgm:spPr/>
    </dgm:pt>
    <dgm:pt modelId="{061F281F-1304-48C8-9FBC-953A931A5AC4}" type="pres">
      <dgm:prSet presAssocID="{1D643754-2AF5-4974-B8AE-F1DBC6050FD9}" presName="thickLine" presStyleLbl="alignNode1" presStyleIdx="5" presStyleCnt="14"/>
      <dgm:spPr/>
    </dgm:pt>
    <dgm:pt modelId="{E2FBB4F7-3FDE-47F3-9662-BEB3AAE14961}" type="pres">
      <dgm:prSet presAssocID="{1D643754-2AF5-4974-B8AE-F1DBC6050FD9}" presName="horz1" presStyleCnt="0"/>
      <dgm:spPr/>
    </dgm:pt>
    <dgm:pt modelId="{B5EE9B04-3BC4-42BF-9E74-C46D986E744E}" type="pres">
      <dgm:prSet presAssocID="{1D643754-2AF5-4974-B8AE-F1DBC6050FD9}" presName="tx1" presStyleLbl="revTx" presStyleIdx="5" presStyleCnt="14"/>
      <dgm:spPr/>
    </dgm:pt>
    <dgm:pt modelId="{6178C10F-70DC-4760-8BD0-08628ADBF1CC}" type="pres">
      <dgm:prSet presAssocID="{1D643754-2AF5-4974-B8AE-F1DBC6050FD9}" presName="vert1" presStyleCnt="0"/>
      <dgm:spPr/>
    </dgm:pt>
    <dgm:pt modelId="{910E3894-8D82-49EC-8377-C3BE670ADD09}" type="pres">
      <dgm:prSet presAssocID="{890FEFF9-D4E9-43AF-A602-5FAA1737CD2F}" presName="thickLine" presStyleLbl="alignNode1" presStyleIdx="6" presStyleCnt="14"/>
      <dgm:spPr/>
    </dgm:pt>
    <dgm:pt modelId="{28E414F3-CB50-4317-8E21-DFC094F66269}" type="pres">
      <dgm:prSet presAssocID="{890FEFF9-D4E9-43AF-A602-5FAA1737CD2F}" presName="horz1" presStyleCnt="0"/>
      <dgm:spPr/>
    </dgm:pt>
    <dgm:pt modelId="{BF338A5B-E327-4658-890C-2DDA9BFEA768}" type="pres">
      <dgm:prSet presAssocID="{890FEFF9-D4E9-43AF-A602-5FAA1737CD2F}" presName="tx1" presStyleLbl="revTx" presStyleIdx="6" presStyleCnt="14"/>
      <dgm:spPr/>
    </dgm:pt>
    <dgm:pt modelId="{1F942FAB-192A-463C-8CE4-06F44B2859BF}" type="pres">
      <dgm:prSet presAssocID="{890FEFF9-D4E9-43AF-A602-5FAA1737CD2F}" presName="vert1" presStyleCnt="0"/>
      <dgm:spPr/>
    </dgm:pt>
    <dgm:pt modelId="{571A6E57-8B59-4820-A8D7-D7F63D0C4220}" type="pres">
      <dgm:prSet presAssocID="{CF787BAC-2D04-4848-9CA1-D5EA979F50EA}" presName="thickLine" presStyleLbl="alignNode1" presStyleIdx="7" presStyleCnt="14"/>
      <dgm:spPr/>
    </dgm:pt>
    <dgm:pt modelId="{C5A8C7A7-9B90-4A0D-B788-EC6F8A573883}" type="pres">
      <dgm:prSet presAssocID="{CF787BAC-2D04-4848-9CA1-D5EA979F50EA}" presName="horz1" presStyleCnt="0"/>
      <dgm:spPr/>
    </dgm:pt>
    <dgm:pt modelId="{FD58D5C7-73B8-4013-B298-8474592B4EDC}" type="pres">
      <dgm:prSet presAssocID="{CF787BAC-2D04-4848-9CA1-D5EA979F50EA}" presName="tx1" presStyleLbl="revTx" presStyleIdx="7" presStyleCnt="14"/>
      <dgm:spPr/>
    </dgm:pt>
    <dgm:pt modelId="{1A93ED91-A9A9-4294-9C72-A0D69F8D16D2}" type="pres">
      <dgm:prSet presAssocID="{CF787BAC-2D04-4848-9CA1-D5EA979F50EA}" presName="vert1" presStyleCnt="0"/>
      <dgm:spPr/>
    </dgm:pt>
    <dgm:pt modelId="{B38C82C4-5647-4EC4-9C80-CACC798F25BD}" type="pres">
      <dgm:prSet presAssocID="{AA697DFB-0394-4251-89EB-E7DEAC547BBB}" presName="thickLine" presStyleLbl="alignNode1" presStyleIdx="8" presStyleCnt="14"/>
      <dgm:spPr/>
    </dgm:pt>
    <dgm:pt modelId="{379C0059-74CF-4A78-9783-927794A88681}" type="pres">
      <dgm:prSet presAssocID="{AA697DFB-0394-4251-89EB-E7DEAC547BBB}" presName="horz1" presStyleCnt="0"/>
      <dgm:spPr/>
    </dgm:pt>
    <dgm:pt modelId="{4B47E155-F9CE-49AB-9FC8-09A1D2F823A8}" type="pres">
      <dgm:prSet presAssocID="{AA697DFB-0394-4251-89EB-E7DEAC547BBB}" presName="tx1" presStyleLbl="revTx" presStyleIdx="8" presStyleCnt="14"/>
      <dgm:spPr/>
    </dgm:pt>
    <dgm:pt modelId="{AC03C5B5-78AA-4616-A2D8-606143B08C67}" type="pres">
      <dgm:prSet presAssocID="{AA697DFB-0394-4251-89EB-E7DEAC547BBB}" presName="vert1" presStyleCnt="0"/>
      <dgm:spPr/>
    </dgm:pt>
    <dgm:pt modelId="{3298075B-D844-4271-9694-23934F0116C4}" type="pres">
      <dgm:prSet presAssocID="{DAFE7FC1-4CBC-4A18-A66A-0D22CDFAAEA4}" presName="thickLine" presStyleLbl="alignNode1" presStyleIdx="9" presStyleCnt="14"/>
      <dgm:spPr/>
    </dgm:pt>
    <dgm:pt modelId="{8F64AE08-1915-4281-AAD7-4FA0D9D363C5}" type="pres">
      <dgm:prSet presAssocID="{DAFE7FC1-4CBC-4A18-A66A-0D22CDFAAEA4}" presName="horz1" presStyleCnt="0"/>
      <dgm:spPr/>
    </dgm:pt>
    <dgm:pt modelId="{6957438E-A5D4-4DDD-AE92-5781423EF44D}" type="pres">
      <dgm:prSet presAssocID="{DAFE7FC1-4CBC-4A18-A66A-0D22CDFAAEA4}" presName="tx1" presStyleLbl="revTx" presStyleIdx="9" presStyleCnt="14"/>
      <dgm:spPr/>
    </dgm:pt>
    <dgm:pt modelId="{9D568993-C67C-4E30-917D-3DAB883922F5}" type="pres">
      <dgm:prSet presAssocID="{DAFE7FC1-4CBC-4A18-A66A-0D22CDFAAEA4}" presName="vert1" presStyleCnt="0"/>
      <dgm:spPr/>
    </dgm:pt>
    <dgm:pt modelId="{01788E5D-7AD3-41F8-B4B8-B9FB01F215DE}" type="pres">
      <dgm:prSet presAssocID="{21C48B14-DA70-4A9D-97B9-259EA522D03E}" presName="thickLine" presStyleLbl="alignNode1" presStyleIdx="10" presStyleCnt="14"/>
      <dgm:spPr/>
    </dgm:pt>
    <dgm:pt modelId="{3A655A98-D42A-4126-BD26-BD113C6248F1}" type="pres">
      <dgm:prSet presAssocID="{21C48B14-DA70-4A9D-97B9-259EA522D03E}" presName="horz1" presStyleCnt="0"/>
      <dgm:spPr/>
    </dgm:pt>
    <dgm:pt modelId="{5846EE53-5FF2-4DA3-B33B-367DCBEBBE8F}" type="pres">
      <dgm:prSet presAssocID="{21C48B14-DA70-4A9D-97B9-259EA522D03E}" presName="tx1" presStyleLbl="revTx" presStyleIdx="10" presStyleCnt="14"/>
      <dgm:spPr/>
    </dgm:pt>
    <dgm:pt modelId="{E3475E55-C5E1-436F-A4FE-A9EA5691AC52}" type="pres">
      <dgm:prSet presAssocID="{21C48B14-DA70-4A9D-97B9-259EA522D03E}" presName="vert1" presStyleCnt="0"/>
      <dgm:spPr/>
    </dgm:pt>
    <dgm:pt modelId="{CAB3B09A-CFE4-49D8-A51D-8DA62A1969A5}" type="pres">
      <dgm:prSet presAssocID="{6C5844BB-16E1-42CF-80BA-D0CAB7FC0A35}" presName="thickLine" presStyleLbl="alignNode1" presStyleIdx="11" presStyleCnt="14"/>
      <dgm:spPr/>
    </dgm:pt>
    <dgm:pt modelId="{F423DDAB-57D3-4E9C-A501-05BAA286487F}" type="pres">
      <dgm:prSet presAssocID="{6C5844BB-16E1-42CF-80BA-D0CAB7FC0A35}" presName="horz1" presStyleCnt="0"/>
      <dgm:spPr/>
    </dgm:pt>
    <dgm:pt modelId="{8C13EFA5-7E7A-44FE-AFB0-45C97DC44D0C}" type="pres">
      <dgm:prSet presAssocID="{6C5844BB-16E1-42CF-80BA-D0CAB7FC0A35}" presName="tx1" presStyleLbl="revTx" presStyleIdx="11" presStyleCnt="14"/>
      <dgm:spPr/>
    </dgm:pt>
    <dgm:pt modelId="{151C2FD8-31C1-441C-9CAF-85052358EB2D}" type="pres">
      <dgm:prSet presAssocID="{6C5844BB-16E1-42CF-80BA-D0CAB7FC0A35}" presName="vert1" presStyleCnt="0"/>
      <dgm:spPr/>
    </dgm:pt>
    <dgm:pt modelId="{81B7EA4E-D1B7-46FF-8107-7912943C40DA}" type="pres">
      <dgm:prSet presAssocID="{5DDE57EE-BF1C-49A0-A437-D0BF9FCF5F4D}" presName="thickLine" presStyleLbl="alignNode1" presStyleIdx="12" presStyleCnt="14"/>
      <dgm:spPr/>
    </dgm:pt>
    <dgm:pt modelId="{2325F4C4-7933-4DE1-A4DF-8DD3F859E3BA}" type="pres">
      <dgm:prSet presAssocID="{5DDE57EE-BF1C-49A0-A437-D0BF9FCF5F4D}" presName="horz1" presStyleCnt="0"/>
      <dgm:spPr/>
    </dgm:pt>
    <dgm:pt modelId="{4DDC118E-AE15-4912-98D4-3C3B2AAF6B09}" type="pres">
      <dgm:prSet presAssocID="{5DDE57EE-BF1C-49A0-A437-D0BF9FCF5F4D}" presName="tx1" presStyleLbl="revTx" presStyleIdx="12" presStyleCnt="14"/>
      <dgm:spPr/>
    </dgm:pt>
    <dgm:pt modelId="{B0EE5420-1718-4063-A646-80B69B87843E}" type="pres">
      <dgm:prSet presAssocID="{5DDE57EE-BF1C-49A0-A437-D0BF9FCF5F4D}" presName="vert1" presStyleCnt="0"/>
      <dgm:spPr/>
    </dgm:pt>
    <dgm:pt modelId="{49D1F50C-3634-445F-B5C4-3BE4FE844CC8}" type="pres">
      <dgm:prSet presAssocID="{30DAA445-F0F3-4442-ADF5-17604860B823}" presName="thickLine" presStyleLbl="alignNode1" presStyleIdx="13" presStyleCnt="14"/>
      <dgm:spPr/>
    </dgm:pt>
    <dgm:pt modelId="{2ED7E863-8DB6-4606-906B-C98B47C22C05}" type="pres">
      <dgm:prSet presAssocID="{30DAA445-F0F3-4442-ADF5-17604860B823}" presName="horz1" presStyleCnt="0"/>
      <dgm:spPr/>
    </dgm:pt>
    <dgm:pt modelId="{D6B6F69A-5B3F-4336-B78E-49958CEBAD0A}" type="pres">
      <dgm:prSet presAssocID="{30DAA445-F0F3-4442-ADF5-17604860B823}" presName="tx1" presStyleLbl="revTx" presStyleIdx="13" presStyleCnt="14"/>
      <dgm:spPr/>
    </dgm:pt>
    <dgm:pt modelId="{F26A7839-3805-4A30-83D3-7AB5A7FE9621}" type="pres">
      <dgm:prSet presAssocID="{30DAA445-F0F3-4442-ADF5-17604860B823}" presName="vert1" presStyleCnt="0"/>
      <dgm:spPr/>
    </dgm:pt>
  </dgm:ptLst>
  <dgm:cxnLst>
    <dgm:cxn modelId="{3421DB02-4E03-4421-A150-4ADD3ED2D300}" type="presOf" srcId="{890FEFF9-D4E9-43AF-A602-5FAA1737CD2F}" destId="{BF338A5B-E327-4658-890C-2DDA9BFEA768}" srcOrd="0" destOrd="0" presId="urn:microsoft.com/office/officeart/2008/layout/LinedList"/>
    <dgm:cxn modelId="{44B56404-2FCB-4891-BEEA-325A08DC6B34}" srcId="{D95028C0-7FAC-4156-AF19-10D4022C26C0}" destId="{CD96E2D2-26B8-494E-B626-66EF81C6F31A}" srcOrd="1" destOrd="0" parTransId="{2BBB0EAC-A622-4DC4-AB98-E46CE3A05824}" sibTransId="{C6FDE64E-5B7A-446E-B43D-D0A3D50221F9}"/>
    <dgm:cxn modelId="{3787CE13-E801-44D7-8E31-B1640F8384B1}" type="presOf" srcId="{1D643754-2AF5-4974-B8AE-F1DBC6050FD9}" destId="{B5EE9B04-3BC4-42BF-9E74-C46D986E744E}" srcOrd="0" destOrd="0" presId="urn:microsoft.com/office/officeart/2008/layout/LinedList"/>
    <dgm:cxn modelId="{147A3025-2CCB-4F7B-A00E-5687A3531972}" srcId="{D95028C0-7FAC-4156-AF19-10D4022C26C0}" destId="{21C48B14-DA70-4A9D-97B9-259EA522D03E}" srcOrd="10" destOrd="0" parTransId="{77BDEDD7-9977-49F6-A1BA-691F5035DFE5}" sibTransId="{662FC6C0-4A1B-4875-AA3E-085717D5EB20}"/>
    <dgm:cxn modelId="{DF5CE02E-2554-4B37-96CA-D5809250398A}" type="presOf" srcId="{13BCE199-033A-4798-A9EE-36EB2EF1DDA0}" destId="{7CFE93E1-BE60-4DFF-8308-3665C631AD2B}" srcOrd="0" destOrd="0" presId="urn:microsoft.com/office/officeart/2008/layout/LinedList"/>
    <dgm:cxn modelId="{18BD1460-71FA-4F01-BFE9-0B1585FA3D2D}" srcId="{D95028C0-7FAC-4156-AF19-10D4022C26C0}" destId="{3166F461-C589-4923-99CD-08AFA306DE49}" srcOrd="2" destOrd="0" parTransId="{0F20BBA0-AFA7-484E-B993-C075DD7643C3}" sibTransId="{5B16846C-0065-4FD3-A9AE-3BC625D276D0}"/>
    <dgm:cxn modelId="{728CCC43-E773-4EE0-B6CD-47278DCFD3D9}" srcId="{D95028C0-7FAC-4156-AF19-10D4022C26C0}" destId="{CF787BAC-2D04-4848-9CA1-D5EA979F50EA}" srcOrd="7" destOrd="0" parTransId="{B5B537E0-644B-41D3-9931-CC1A0F94A549}" sibTransId="{F6C76319-D49A-4297-A953-804D221C019D}"/>
    <dgm:cxn modelId="{A318F850-90D3-4B3B-BA70-B1A129D2114E}" srcId="{D95028C0-7FAC-4156-AF19-10D4022C26C0}" destId="{13BCE199-033A-4798-A9EE-36EB2EF1DDA0}" srcOrd="0" destOrd="0" parTransId="{41CF6307-032B-42E8-BB10-3B528C928440}" sibTransId="{09CCCAD1-7F4F-415C-90A5-FE936ADC2487}"/>
    <dgm:cxn modelId="{14542B53-0377-4BA7-8700-79C18A5A6694}" srcId="{D95028C0-7FAC-4156-AF19-10D4022C26C0}" destId="{1D643754-2AF5-4974-B8AE-F1DBC6050FD9}" srcOrd="5" destOrd="0" parTransId="{64F70714-C07E-43FA-A8AD-E1729E9D8F4D}" sibTransId="{CED53381-1BEE-46F9-A54D-977C154574E0}"/>
    <dgm:cxn modelId="{CE32D953-4037-4524-9150-0A053DCBAF4D}" type="presOf" srcId="{30DAA445-F0F3-4442-ADF5-17604860B823}" destId="{D6B6F69A-5B3F-4336-B78E-49958CEBAD0A}" srcOrd="0" destOrd="0" presId="urn:microsoft.com/office/officeart/2008/layout/LinedList"/>
    <dgm:cxn modelId="{21FBE275-74BA-45A5-B64E-26B2D4EF790D}" type="presOf" srcId="{4C1C72B6-9DFE-45A8-A4F9-1E473E2610F0}" destId="{DE24C4C6-5B43-49EC-93F2-D7F01FEEEA9A}" srcOrd="0" destOrd="0" presId="urn:microsoft.com/office/officeart/2008/layout/LinedList"/>
    <dgm:cxn modelId="{0B033F57-7FC7-4D52-BC46-9F8B5D75986B}" srcId="{D95028C0-7FAC-4156-AF19-10D4022C26C0}" destId="{4C1C72B6-9DFE-45A8-A4F9-1E473E2610F0}" srcOrd="4" destOrd="0" parTransId="{4D91FA36-7769-47B5-BA3A-372DB554ECEE}" sibTransId="{E9CA8A55-2846-40A1-B963-F47E3B805930}"/>
    <dgm:cxn modelId="{007DE757-1770-4F21-98F1-FE8E67BF8F65}" srcId="{D95028C0-7FAC-4156-AF19-10D4022C26C0}" destId="{D872FDFF-03BE-40F1-80A8-AB78CE1F5D16}" srcOrd="3" destOrd="0" parTransId="{B3D57D8C-DFDC-475E-A645-51FF7068A8E2}" sibTransId="{6D77DAFD-04AF-4F92-A459-4517B5B9F140}"/>
    <dgm:cxn modelId="{68ADE358-2DC1-4C4F-9094-F0CFD6E7B9E4}" srcId="{D95028C0-7FAC-4156-AF19-10D4022C26C0}" destId="{30DAA445-F0F3-4442-ADF5-17604860B823}" srcOrd="13" destOrd="0" parTransId="{145CE62F-3FB6-4B47-B51A-9B6C30737C6D}" sibTransId="{43DBBD84-331C-4BD1-B6CE-C68C1ED35694}"/>
    <dgm:cxn modelId="{3E60917A-C381-43A6-A949-08F27B0AEDF5}" type="presOf" srcId="{6C5844BB-16E1-42CF-80BA-D0CAB7FC0A35}" destId="{8C13EFA5-7E7A-44FE-AFB0-45C97DC44D0C}" srcOrd="0" destOrd="0" presId="urn:microsoft.com/office/officeart/2008/layout/LinedList"/>
    <dgm:cxn modelId="{D46CF392-66DB-4F57-8940-7C6D229D755C}" srcId="{D95028C0-7FAC-4156-AF19-10D4022C26C0}" destId="{DAFE7FC1-4CBC-4A18-A66A-0D22CDFAAEA4}" srcOrd="9" destOrd="0" parTransId="{808C51D5-7396-46C6-AF36-5C610141D993}" sibTransId="{84A2C6C9-C859-4471-8AC3-9D7B72D5E1CD}"/>
    <dgm:cxn modelId="{E82B389B-FECE-45BE-A2BF-397C4C4418C3}" type="presOf" srcId="{21C48B14-DA70-4A9D-97B9-259EA522D03E}" destId="{5846EE53-5FF2-4DA3-B33B-367DCBEBBE8F}" srcOrd="0" destOrd="0" presId="urn:microsoft.com/office/officeart/2008/layout/LinedList"/>
    <dgm:cxn modelId="{B1D173B4-A4BC-4B66-B178-1412A2D556DD}" type="presOf" srcId="{AA697DFB-0394-4251-89EB-E7DEAC547BBB}" destId="{4B47E155-F9CE-49AB-9FC8-09A1D2F823A8}" srcOrd="0" destOrd="0" presId="urn:microsoft.com/office/officeart/2008/layout/LinedList"/>
    <dgm:cxn modelId="{43561DB9-68A2-4342-8F09-EC9D40D90C45}" srcId="{D95028C0-7FAC-4156-AF19-10D4022C26C0}" destId="{AA697DFB-0394-4251-89EB-E7DEAC547BBB}" srcOrd="8" destOrd="0" parTransId="{9162A9C4-D26E-44B8-BECF-E6F9E0BBC080}" sibTransId="{7504732A-B82C-4237-8E28-FFEE70F6DB06}"/>
    <dgm:cxn modelId="{5E7400BA-B61B-48BE-9B38-D0666866CACF}" type="presOf" srcId="{CD96E2D2-26B8-494E-B626-66EF81C6F31A}" destId="{87A57563-F2B8-4EEE-8644-28B9F4CFB32D}" srcOrd="0" destOrd="0" presId="urn:microsoft.com/office/officeart/2008/layout/LinedList"/>
    <dgm:cxn modelId="{487C56C0-4CA3-4912-A6A3-E164B12BD625}" type="presOf" srcId="{DAFE7FC1-4CBC-4A18-A66A-0D22CDFAAEA4}" destId="{6957438E-A5D4-4DDD-AE92-5781423EF44D}" srcOrd="0" destOrd="0" presId="urn:microsoft.com/office/officeart/2008/layout/LinedList"/>
    <dgm:cxn modelId="{DF9EE3C4-077A-424B-8882-EC2536F70861}" type="presOf" srcId="{3166F461-C589-4923-99CD-08AFA306DE49}" destId="{18849C30-E88D-4868-B251-5152D11DE21E}" srcOrd="0" destOrd="0" presId="urn:microsoft.com/office/officeart/2008/layout/LinedList"/>
    <dgm:cxn modelId="{0803F1D4-04FD-4DBA-84AA-03720221FF45}" type="presOf" srcId="{D872FDFF-03BE-40F1-80A8-AB78CE1F5D16}" destId="{27B13B05-F894-44DA-BDA1-BEB88EFDACBB}" srcOrd="0" destOrd="0" presId="urn:microsoft.com/office/officeart/2008/layout/LinedList"/>
    <dgm:cxn modelId="{BA366FDE-04BF-45EC-8328-8027EB07D5FF}" type="presOf" srcId="{D95028C0-7FAC-4156-AF19-10D4022C26C0}" destId="{54F6E144-6114-4DC1-9E54-25B43F975AF3}" srcOrd="0" destOrd="0" presId="urn:microsoft.com/office/officeart/2008/layout/LinedList"/>
    <dgm:cxn modelId="{DD1566DF-158F-411B-9256-2C6FD713E8C7}" type="presOf" srcId="{CF787BAC-2D04-4848-9CA1-D5EA979F50EA}" destId="{FD58D5C7-73B8-4013-B298-8474592B4EDC}" srcOrd="0" destOrd="0" presId="urn:microsoft.com/office/officeart/2008/layout/LinedList"/>
    <dgm:cxn modelId="{D60C57E2-3038-4578-9B46-EC8558B1D69B}" srcId="{D95028C0-7FAC-4156-AF19-10D4022C26C0}" destId="{890FEFF9-D4E9-43AF-A602-5FAA1737CD2F}" srcOrd="6" destOrd="0" parTransId="{14C06F77-0170-409C-8274-8C32253C0A03}" sibTransId="{F6748650-2D28-4DB5-BC79-D736D82F03CE}"/>
    <dgm:cxn modelId="{F31737EE-9936-41A7-AA28-C13F66C84DB1}" type="presOf" srcId="{5DDE57EE-BF1C-49A0-A437-D0BF9FCF5F4D}" destId="{4DDC118E-AE15-4912-98D4-3C3B2AAF6B09}" srcOrd="0" destOrd="0" presId="urn:microsoft.com/office/officeart/2008/layout/LinedList"/>
    <dgm:cxn modelId="{473B3FEF-4C24-42A1-B81B-531A74D2999F}" srcId="{D95028C0-7FAC-4156-AF19-10D4022C26C0}" destId="{6C5844BB-16E1-42CF-80BA-D0CAB7FC0A35}" srcOrd="11" destOrd="0" parTransId="{2A678FC1-6946-49DE-B0C1-8D284BD53ADA}" sibTransId="{ADAABABE-6D92-4A92-9FF5-C0264DB28845}"/>
    <dgm:cxn modelId="{B97CC6F2-33A8-4BE2-A108-23045A9D4D2F}" srcId="{D95028C0-7FAC-4156-AF19-10D4022C26C0}" destId="{5DDE57EE-BF1C-49A0-A437-D0BF9FCF5F4D}" srcOrd="12" destOrd="0" parTransId="{D837B6F0-48DC-4AF3-B683-FA85EB10E20A}" sibTransId="{7A50036B-DDB4-4D53-8496-3E3106BD45C2}"/>
    <dgm:cxn modelId="{742F3983-4122-4355-AF00-68A5F8A485FF}" type="presParOf" srcId="{54F6E144-6114-4DC1-9E54-25B43F975AF3}" destId="{34D92299-7771-4097-8EE3-4E7C162BC83C}" srcOrd="0" destOrd="0" presId="urn:microsoft.com/office/officeart/2008/layout/LinedList"/>
    <dgm:cxn modelId="{FD8104CA-B570-45D9-9F89-4760B7DEA6D5}" type="presParOf" srcId="{54F6E144-6114-4DC1-9E54-25B43F975AF3}" destId="{9AF75FA5-9335-415F-A3F7-C458FCF9609D}" srcOrd="1" destOrd="0" presId="urn:microsoft.com/office/officeart/2008/layout/LinedList"/>
    <dgm:cxn modelId="{5EBC5D28-924E-402C-A80C-248731A0380D}" type="presParOf" srcId="{9AF75FA5-9335-415F-A3F7-C458FCF9609D}" destId="{7CFE93E1-BE60-4DFF-8308-3665C631AD2B}" srcOrd="0" destOrd="0" presId="urn:microsoft.com/office/officeart/2008/layout/LinedList"/>
    <dgm:cxn modelId="{2F524E63-0B29-49EE-9C79-82CD3D17751B}" type="presParOf" srcId="{9AF75FA5-9335-415F-A3F7-C458FCF9609D}" destId="{92F518EC-1A01-4B29-84CD-463F891A5176}" srcOrd="1" destOrd="0" presId="urn:microsoft.com/office/officeart/2008/layout/LinedList"/>
    <dgm:cxn modelId="{1387355F-919F-4489-8E50-06BE634A1FAF}" type="presParOf" srcId="{54F6E144-6114-4DC1-9E54-25B43F975AF3}" destId="{28DD636E-510A-4D6C-B988-024FDA8C3CC1}" srcOrd="2" destOrd="0" presId="urn:microsoft.com/office/officeart/2008/layout/LinedList"/>
    <dgm:cxn modelId="{AF6C6206-3FFF-4C54-B4E8-EF537F292B7F}" type="presParOf" srcId="{54F6E144-6114-4DC1-9E54-25B43F975AF3}" destId="{823181FC-69F8-447C-BB8B-13885252A531}" srcOrd="3" destOrd="0" presId="urn:microsoft.com/office/officeart/2008/layout/LinedList"/>
    <dgm:cxn modelId="{1B19804D-26E3-4BC5-9414-EA9EDF9EB57E}" type="presParOf" srcId="{823181FC-69F8-447C-BB8B-13885252A531}" destId="{87A57563-F2B8-4EEE-8644-28B9F4CFB32D}" srcOrd="0" destOrd="0" presId="urn:microsoft.com/office/officeart/2008/layout/LinedList"/>
    <dgm:cxn modelId="{3059B5B6-ED30-4A5D-91BE-CFC83E837904}" type="presParOf" srcId="{823181FC-69F8-447C-BB8B-13885252A531}" destId="{6086A6D0-F8ED-4C36-8329-1B8FA955B51A}" srcOrd="1" destOrd="0" presId="urn:microsoft.com/office/officeart/2008/layout/LinedList"/>
    <dgm:cxn modelId="{D8D0C9EB-2197-4F41-80D4-57632012A235}" type="presParOf" srcId="{54F6E144-6114-4DC1-9E54-25B43F975AF3}" destId="{A98E62E8-94F3-4F61-9FA1-1B92959ED6F9}" srcOrd="4" destOrd="0" presId="urn:microsoft.com/office/officeart/2008/layout/LinedList"/>
    <dgm:cxn modelId="{F55916B9-2520-456E-BD5B-8F1F10C26FF9}" type="presParOf" srcId="{54F6E144-6114-4DC1-9E54-25B43F975AF3}" destId="{7152DBEE-8DCA-454A-A9D0-D621ED031F8A}" srcOrd="5" destOrd="0" presId="urn:microsoft.com/office/officeart/2008/layout/LinedList"/>
    <dgm:cxn modelId="{1E746BE7-B021-427B-AE73-4493FF4FF48C}" type="presParOf" srcId="{7152DBEE-8DCA-454A-A9D0-D621ED031F8A}" destId="{18849C30-E88D-4868-B251-5152D11DE21E}" srcOrd="0" destOrd="0" presId="urn:microsoft.com/office/officeart/2008/layout/LinedList"/>
    <dgm:cxn modelId="{068F951B-58E1-4D0D-A295-BACB7950DA2C}" type="presParOf" srcId="{7152DBEE-8DCA-454A-A9D0-D621ED031F8A}" destId="{ED23DD6E-734B-4665-B01F-31CF586229F8}" srcOrd="1" destOrd="0" presId="urn:microsoft.com/office/officeart/2008/layout/LinedList"/>
    <dgm:cxn modelId="{D509B54F-E119-45E0-9987-0F418FBA87D8}" type="presParOf" srcId="{54F6E144-6114-4DC1-9E54-25B43F975AF3}" destId="{1F775F62-0AE4-4E1E-BF86-5B669E7CC6B3}" srcOrd="6" destOrd="0" presId="urn:microsoft.com/office/officeart/2008/layout/LinedList"/>
    <dgm:cxn modelId="{E4DC72EC-C66A-4464-B37E-8AE156246AFE}" type="presParOf" srcId="{54F6E144-6114-4DC1-9E54-25B43F975AF3}" destId="{01B80535-8B7E-41EE-A5B1-9C0E198801E1}" srcOrd="7" destOrd="0" presId="urn:microsoft.com/office/officeart/2008/layout/LinedList"/>
    <dgm:cxn modelId="{6A5ED628-0201-4241-94B2-87B68AB8CD31}" type="presParOf" srcId="{01B80535-8B7E-41EE-A5B1-9C0E198801E1}" destId="{27B13B05-F894-44DA-BDA1-BEB88EFDACBB}" srcOrd="0" destOrd="0" presId="urn:microsoft.com/office/officeart/2008/layout/LinedList"/>
    <dgm:cxn modelId="{FEF87182-5DB3-495E-BF23-F78465CE6050}" type="presParOf" srcId="{01B80535-8B7E-41EE-A5B1-9C0E198801E1}" destId="{AB7D3C30-51A2-45F2-B65A-83088D132E74}" srcOrd="1" destOrd="0" presId="urn:microsoft.com/office/officeart/2008/layout/LinedList"/>
    <dgm:cxn modelId="{2354AD28-C3B0-496B-8149-70AA4EAF8733}" type="presParOf" srcId="{54F6E144-6114-4DC1-9E54-25B43F975AF3}" destId="{3E4F8423-B896-4BE4-8AC9-FEEF6A3DF7CA}" srcOrd="8" destOrd="0" presId="urn:microsoft.com/office/officeart/2008/layout/LinedList"/>
    <dgm:cxn modelId="{F7C4EDD7-8B98-4F53-83FC-4170DABA4EEE}" type="presParOf" srcId="{54F6E144-6114-4DC1-9E54-25B43F975AF3}" destId="{0916DF3B-6711-4B11-969E-E4B494D30FD9}" srcOrd="9" destOrd="0" presId="urn:microsoft.com/office/officeart/2008/layout/LinedList"/>
    <dgm:cxn modelId="{CF11572B-9433-4034-8200-1D5298C370AB}" type="presParOf" srcId="{0916DF3B-6711-4B11-969E-E4B494D30FD9}" destId="{DE24C4C6-5B43-49EC-93F2-D7F01FEEEA9A}" srcOrd="0" destOrd="0" presId="urn:microsoft.com/office/officeart/2008/layout/LinedList"/>
    <dgm:cxn modelId="{3A778017-F7BA-4ADE-89B0-3AB331AFB79E}" type="presParOf" srcId="{0916DF3B-6711-4B11-969E-E4B494D30FD9}" destId="{48F8660C-6B83-4BEB-A896-74AD041D3ACC}" srcOrd="1" destOrd="0" presId="urn:microsoft.com/office/officeart/2008/layout/LinedList"/>
    <dgm:cxn modelId="{59863BE4-2A02-4200-ABC0-C99763DF0546}" type="presParOf" srcId="{54F6E144-6114-4DC1-9E54-25B43F975AF3}" destId="{061F281F-1304-48C8-9FBC-953A931A5AC4}" srcOrd="10" destOrd="0" presId="urn:microsoft.com/office/officeart/2008/layout/LinedList"/>
    <dgm:cxn modelId="{93F0257A-7192-418A-BA76-D035C5799497}" type="presParOf" srcId="{54F6E144-6114-4DC1-9E54-25B43F975AF3}" destId="{E2FBB4F7-3FDE-47F3-9662-BEB3AAE14961}" srcOrd="11" destOrd="0" presId="urn:microsoft.com/office/officeart/2008/layout/LinedList"/>
    <dgm:cxn modelId="{B174EF27-5F50-45C3-8B43-BB2E7C4F4190}" type="presParOf" srcId="{E2FBB4F7-3FDE-47F3-9662-BEB3AAE14961}" destId="{B5EE9B04-3BC4-42BF-9E74-C46D986E744E}" srcOrd="0" destOrd="0" presId="urn:microsoft.com/office/officeart/2008/layout/LinedList"/>
    <dgm:cxn modelId="{4F6AFA67-FF56-4A2E-ACBC-029CF6C92ACD}" type="presParOf" srcId="{E2FBB4F7-3FDE-47F3-9662-BEB3AAE14961}" destId="{6178C10F-70DC-4760-8BD0-08628ADBF1CC}" srcOrd="1" destOrd="0" presId="urn:microsoft.com/office/officeart/2008/layout/LinedList"/>
    <dgm:cxn modelId="{128045B6-F02E-4DA2-A936-CF90CD36EE2E}" type="presParOf" srcId="{54F6E144-6114-4DC1-9E54-25B43F975AF3}" destId="{910E3894-8D82-49EC-8377-C3BE670ADD09}" srcOrd="12" destOrd="0" presId="urn:microsoft.com/office/officeart/2008/layout/LinedList"/>
    <dgm:cxn modelId="{CFC26386-9E47-40AA-A0AB-6A82939A64AF}" type="presParOf" srcId="{54F6E144-6114-4DC1-9E54-25B43F975AF3}" destId="{28E414F3-CB50-4317-8E21-DFC094F66269}" srcOrd="13" destOrd="0" presId="urn:microsoft.com/office/officeart/2008/layout/LinedList"/>
    <dgm:cxn modelId="{1F2B608E-E677-4AF6-8917-BED92E6CA568}" type="presParOf" srcId="{28E414F3-CB50-4317-8E21-DFC094F66269}" destId="{BF338A5B-E327-4658-890C-2DDA9BFEA768}" srcOrd="0" destOrd="0" presId="urn:microsoft.com/office/officeart/2008/layout/LinedList"/>
    <dgm:cxn modelId="{DB8C04C4-67CA-45A0-A31F-E5AF7F1B5605}" type="presParOf" srcId="{28E414F3-CB50-4317-8E21-DFC094F66269}" destId="{1F942FAB-192A-463C-8CE4-06F44B2859BF}" srcOrd="1" destOrd="0" presId="urn:microsoft.com/office/officeart/2008/layout/LinedList"/>
    <dgm:cxn modelId="{0B8984DC-37A0-451B-8894-026FD5D778C1}" type="presParOf" srcId="{54F6E144-6114-4DC1-9E54-25B43F975AF3}" destId="{571A6E57-8B59-4820-A8D7-D7F63D0C4220}" srcOrd="14" destOrd="0" presId="urn:microsoft.com/office/officeart/2008/layout/LinedList"/>
    <dgm:cxn modelId="{E8F713FD-742B-4E6A-AE80-42FBC3D74021}" type="presParOf" srcId="{54F6E144-6114-4DC1-9E54-25B43F975AF3}" destId="{C5A8C7A7-9B90-4A0D-B788-EC6F8A573883}" srcOrd="15" destOrd="0" presId="urn:microsoft.com/office/officeart/2008/layout/LinedList"/>
    <dgm:cxn modelId="{9AD06791-4491-4DD9-A238-9900CEEDB621}" type="presParOf" srcId="{C5A8C7A7-9B90-4A0D-B788-EC6F8A573883}" destId="{FD58D5C7-73B8-4013-B298-8474592B4EDC}" srcOrd="0" destOrd="0" presId="urn:microsoft.com/office/officeart/2008/layout/LinedList"/>
    <dgm:cxn modelId="{35028EA5-56FB-42EB-97CB-FFEE7D6C7C8E}" type="presParOf" srcId="{C5A8C7A7-9B90-4A0D-B788-EC6F8A573883}" destId="{1A93ED91-A9A9-4294-9C72-A0D69F8D16D2}" srcOrd="1" destOrd="0" presId="urn:microsoft.com/office/officeart/2008/layout/LinedList"/>
    <dgm:cxn modelId="{F4929068-A38D-42C4-A373-40CCD2613735}" type="presParOf" srcId="{54F6E144-6114-4DC1-9E54-25B43F975AF3}" destId="{B38C82C4-5647-4EC4-9C80-CACC798F25BD}" srcOrd="16" destOrd="0" presId="urn:microsoft.com/office/officeart/2008/layout/LinedList"/>
    <dgm:cxn modelId="{E2C12118-FC5B-460F-924F-481F634F7EE6}" type="presParOf" srcId="{54F6E144-6114-4DC1-9E54-25B43F975AF3}" destId="{379C0059-74CF-4A78-9783-927794A88681}" srcOrd="17" destOrd="0" presId="urn:microsoft.com/office/officeart/2008/layout/LinedList"/>
    <dgm:cxn modelId="{75BB21BC-10E5-4BE0-900E-9A9BD39CE9B6}" type="presParOf" srcId="{379C0059-74CF-4A78-9783-927794A88681}" destId="{4B47E155-F9CE-49AB-9FC8-09A1D2F823A8}" srcOrd="0" destOrd="0" presId="urn:microsoft.com/office/officeart/2008/layout/LinedList"/>
    <dgm:cxn modelId="{9438B2DC-5037-43F5-95B6-3CD3103A9904}" type="presParOf" srcId="{379C0059-74CF-4A78-9783-927794A88681}" destId="{AC03C5B5-78AA-4616-A2D8-606143B08C67}" srcOrd="1" destOrd="0" presId="urn:microsoft.com/office/officeart/2008/layout/LinedList"/>
    <dgm:cxn modelId="{F86E813C-1F64-4ED5-91CE-BC8987FA0EA2}" type="presParOf" srcId="{54F6E144-6114-4DC1-9E54-25B43F975AF3}" destId="{3298075B-D844-4271-9694-23934F0116C4}" srcOrd="18" destOrd="0" presId="urn:microsoft.com/office/officeart/2008/layout/LinedList"/>
    <dgm:cxn modelId="{54ABCD41-1EA4-4F16-A6F0-11F1536601BB}" type="presParOf" srcId="{54F6E144-6114-4DC1-9E54-25B43F975AF3}" destId="{8F64AE08-1915-4281-AAD7-4FA0D9D363C5}" srcOrd="19" destOrd="0" presId="urn:microsoft.com/office/officeart/2008/layout/LinedList"/>
    <dgm:cxn modelId="{C1A59B04-EBF9-401E-9510-E8B8257036A8}" type="presParOf" srcId="{8F64AE08-1915-4281-AAD7-4FA0D9D363C5}" destId="{6957438E-A5D4-4DDD-AE92-5781423EF44D}" srcOrd="0" destOrd="0" presId="urn:microsoft.com/office/officeart/2008/layout/LinedList"/>
    <dgm:cxn modelId="{104622CB-1AE0-4A69-A0E8-A86D1F3DFEC1}" type="presParOf" srcId="{8F64AE08-1915-4281-AAD7-4FA0D9D363C5}" destId="{9D568993-C67C-4E30-917D-3DAB883922F5}" srcOrd="1" destOrd="0" presId="urn:microsoft.com/office/officeart/2008/layout/LinedList"/>
    <dgm:cxn modelId="{2C6BBDC2-2E59-4FD8-9DE4-B049174BF586}" type="presParOf" srcId="{54F6E144-6114-4DC1-9E54-25B43F975AF3}" destId="{01788E5D-7AD3-41F8-B4B8-B9FB01F215DE}" srcOrd="20" destOrd="0" presId="urn:microsoft.com/office/officeart/2008/layout/LinedList"/>
    <dgm:cxn modelId="{41E1A6E8-9ECE-4750-A642-11A1286DB250}" type="presParOf" srcId="{54F6E144-6114-4DC1-9E54-25B43F975AF3}" destId="{3A655A98-D42A-4126-BD26-BD113C6248F1}" srcOrd="21" destOrd="0" presId="urn:microsoft.com/office/officeart/2008/layout/LinedList"/>
    <dgm:cxn modelId="{32E31EE1-81F2-41F8-BCCB-1C66ED69B96D}" type="presParOf" srcId="{3A655A98-D42A-4126-BD26-BD113C6248F1}" destId="{5846EE53-5FF2-4DA3-B33B-367DCBEBBE8F}" srcOrd="0" destOrd="0" presId="urn:microsoft.com/office/officeart/2008/layout/LinedList"/>
    <dgm:cxn modelId="{FC8AF654-FED1-4954-AEBB-98F3E07B314B}" type="presParOf" srcId="{3A655A98-D42A-4126-BD26-BD113C6248F1}" destId="{E3475E55-C5E1-436F-A4FE-A9EA5691AC52}" srcOrd="1" destOrd="0" presId="urn:microsoft.com/office/officeart/2008/layout/LinedList"/>
    <dgm:cxn modelId="{B46687D3-246A-4E10-8226-2691E35941CA}" type="presParOf" srcId="{54F6E144-6114-4DC1-9E54-25B43F975AF3}" destId="{CAB3B09A-CFE4-49D8-A51D-8DA62A1969A5}" srcOrd="22" destOrd="0" presId="urn:microsoft.com/office/officeart/2008/layout/LinedList"/>
    <dgm:cxn modelId="{12529EDD-A82C-40E1-9456-329EA43EDA6E}" type="presParOf" srcId="{54F6E144-6114-4DC1-9E54-25B43F975AF3}" destId="{F423DDAB-57D3-4E9C-A501-05BAA286487F}" srcOrd="23" destOrd="0" presId="urn:microsoft.com/office/officeart/2008/layout/LinedList"/>
    <dgm:cxn modelId="{C1575FA7-0B7E-4E94-930F-B4299B62FB42}" type="presParOf" srcId="{F423DDAB-57D3-4E9C-A501-05BAA286487F}" destId="{8C13EFA5-7E7A-44FE-AFB0-45C97DC44D0C}" srcOrd="0" destOrd="0" presId="urn:microsoft.com/office/officeart/2008/layout/LinedList"/>
    <dgm:cxn modelId="{9AB46F3C-1144-4406-8412-AC29C1D5F548}" type="presParOf" srcId="{F423DDAB-57D3-4E9C-A501-05BAA286487F}" destId="{151C2FD8-31C1-441C-9CAF-85052358EB2D}" srcOrd="1" destOrd="0" presId="urn:microsoft.com/office/officeart/2008/layout/LinedList"/>
    <dgm:cxn modelId="{507EC95D-CFFD-4B2B-A888-ED75C82E3474}" type="presParOf" srcId="{54F6E144-6114-4DC1-9E54-25B43F975AF3}" destId="{81B7EA4E-D1B7-46FF-8107-7912943C40DA}" srcOrd="24" destOrd="0" presId="urn:microsoft.com/office/officeart/2008/layout/LinedList"/>
    <dgm:cxn modelId="{E1C079E6-1720-4D1E-BF9D-24EBD9B27D6A}" type="presParOf" srcId="{54F6E144-6114-4DC1-9E54-25B43F975AF3}" destId="{2325F4C4-7933-4DE1-A4DF-8DD3F859E3BA}" srcOrd="25" destOrd="0" presId="urn:microsoft.com/office/officeart/2008/layout/LinedList"/>
    <dgm:cxn modelId="{A1662B9A-9C2B-47B3-AEB9-2F94561C4B07}" type="presParOf" srcId="{2325F4C4-7933-4DE1-A4DF-8DD3F859E3BA}" destId="{4DDC118E-AE15-4912-98D4-3C3B2AAF6B09}" srcOrd="0" destOrd="0" presId="urn:microsoft.com/office/officeart/2008/layout/LinedList"/>
    <dgm:cxn modelId="{E2DB1150-E4CD-4050-9213-335FD7F04B80}" type="presParOf" srcId="{2325F4C4-7933-4DE1-A4DF-8DD3F859E3BA}" destId="{B0EE5420-1718-4063-A646-80B69B87843E}" srcOrd="1" destOrd="0" presId="urn:microsoft.com/office/officeart/2008/layout/LinedList"/>
    <dgm:cxn modelId="{4F3C7D77-2D56-46A0-9857-4CEF7744FE94}" type="presParOf" srcId="{54F6E144-6114-4DC1-9E54-25B43F975AF3}" destId="{49D1F50C-3634-445F-B5C4-3BE4FE844CC8}" srcOrd="26" destOrd="0" presId="urn:microsoft.com/office/officeart/2008/layout/LinedList"/>
    <dgm:cxn modelId="{E6F1E7BC-A70B-41EA-B235-6A0754D787C4}" type="presParOf" srcId="{54F6E144-6114-4DC1-9E54-25B43F975AF3}" destId="{2ED7E863-8DB6-4606-906B-C98B47C22C05}" srcOrd="27" destOrd="0" presId="urn:microsoft.com/office/officeart/2008/layout/LinedList"/>
    <dgm:cxn modelId="{0359CE83-2667-489E-97BF-E85DC3B43353}" type="presParOf" srcId="{2ED7E863-8DB6-4606-906B-C98B47C22C05}" destId="{D6B6F69A-5B3F-4336-B78E-49958CEBAD0A}" srcOrd="0" destOrd="0" presId="urn:microsoft.com/office/officeart/2008/layout/LinedList"/>
    <dgm:cxn modelId="{B93693F1-B2C2-4EE3-955E-A626EC036617}" type="presParOf" srcId="{2ED7E863-8DB6-4606-906B-C98B47C22C05}" destId="{F26A7839-3805-4A30-83D3-7AB5A7FE962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024788-97C1-4478-B61C-E777D1C579CD}">
      <dsp:nvSpPr>
        <dsp:cNvPr id="0" name=""/>
        <dsp:cNvSpPr/>
      </dsp:nvSpPr>
      <dsp:spPr>
        <a:xfrm>
          <a:off x="0" y="545082"/>
          <a:ext cx="6172199" cy="71077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700" kern="1200"/>
            <a:t>Fusão contínua                  ✅</a:t>
          </a:r>
          <a:endParaRPr lang="en-US" sz="2700" kern="1200"/>
        </a:p>
      </dsp:txBody>
      <dsp:txXfrm>
        <a:off x="34697" y="579779"/>
        <a:ext cx="6102805" cy="641381"/>
      </dsp:txXfrm>
    </dsp:sp>
    <dsp:sp modelId="{87B7C012-5BC0-4605-9311-F77594881EE1}">
      <dsp:nvSpPr>
        <dsp:cNvPr id="0" name=""/>
        <dsp:cNvSpPr/>
      </dsp:nvSpPr>
      <dsp:spPr>
        <a:xfrm>
          <a:off x="0" y="1333617"/>
          <a:ext cx="6172199" cy="710775"/>
        </a:xfrm>
        <a:prstGeom prst="roundRect">
          <a:avLst/>
        </a:prstGeom>
        <a:solidFill>
          <a:schemeClr val="accent5">
            <a:hueOff val="-946721"/>
            <a:satOff val="-5201"/>
            <a:lumOff val="-517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700" kern="1200"/>
            <a:t>Perda/retorno da visão          ✅</a:t>
          </a:r>
          <a:endParaRPr lang="en-US" sz="2700" kern="1200"/>
        </a:p>
      </dsp:txBody>
      <dsp:txXfrm>
        <a:off x="34697" y="1368314"/>
        <a:ext cx="6102805" cy="641381"/>
      </dsp:txXfrm>
    </dsp:sp>
    <dsp:sp modelId="{19D720D4-00AB-4389-931B-9C98A197E814}">
      <dsp:nvSpPr>
        <dsp:cNvPr id="0" name=""/>
        <dsp:cNvSpPr/>
      </dsp:nvSpPr>
      <dsp:spPr>
        <a:xfrm>
          <a:off x="0" y="2122152"/>
          <a:ext cx="6172199" cy="710775"/>
        </a:xfrm>
        <a:prstGeom prst="roundRect">
          <a:avLst/>
        </a:prstGeom>
        <a:solidFill>
          <a:schemeClr val="accent5">
            <a:hueOff val="-1893442"/>
            <a:satOff val="-10401"/>
            <a:lumOff val="-1035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700" kern="1200"/>
            <a:t>Filtro de distância             ✅</a:t>
          </a:r>
          <a:endParaRPr lang="en-US" sz="2700" kern="1200"/>
        </a:p>
      </dsp:txBody>
      <dsp:txXfrm>
        <a:off x="34697" y="2156849"/>
        <a:ext cx="6102805" cy="641381"/>
      </dsp:txXfrm>
    </dsp:sp>
    <dsp:sp modelId="{70EAC62D-45A2-4440-BD80-53FF7563B774}">
      <dsp:nvSpPr>
        <dsp:cNvPr id="0" name=""/>
        <dsp:cNvSpPr/>
      </dsp:nvSpPr>
      <dsp:spPr>
        <a:xfrm>
          <a:off x="0" y="2910687"/>
          <a:ext cx="6172199" cy="710775"/>
        </a:xfrm>
        <a:prstGeom prst="roundRect">
          <a:avLst/>
        </a:prstGeom>
        <a:solidFill>
          <a:schemeClr val="accent5">
            <a:hueOff val="-2840163"/>
            <a:satOff val="-15602"/>
            <a:lumOff val="-1553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700" kern="1200"/>
            <a:t>Filtro de rotação rápida        ✅</a:t>
          </a:r>
          <a:endParaRPr lang="en-US" sz="2700" kern="1200"/>
        </a:p>
      </dsp:txBody>
      <dsp:txXfrm>
        <a:off x="34697" y="2945384"/>
        <a:ext cx="6102805" cy="641381"/>
      </dsp:txXfrm>
    </dsp:sp>
    <dsp:sp modelId="{77788CED-38AA-4829-858C-83B00A1806E1}">
      <dsp:nvSpPr>
        <dsp:cNvPr id="0" name=""/>
        <dsp:cNvSpPr/>
      </dsp:nvSpPr>
      <dsp:spPr>
        <a:xfrm>
          <a:off x="0" y="3699222"/>
          <a:ext cx="6172199" cy="710775"/>
        </a:xfrm>
        <a:prstGeom prst="roundRect">
          <a:avLst/>
        </a:prstGeom>
        <a:solidFill>
          <a:schemeClr val="accent5">
            <a:hueOff val="-3786884"/>
            <a:satOff val="-20802"/>
            <a:lumOff val="-2070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700" kern="1200"/>
            <a:t>Método com confiança variável   ✅</a:t>
          </a:r>
          <a:endParaRPr lang="en-US" sz="2700" kern="1200"/>
        </a:p>
      </dsp:txBody>
      <dsp:txXfrm>
        <a:off x="34697" y="3733919"/>
        <a:ext cx="6102805" cy="641381"/>
      </dsp:txXfrm>
    </dsp:sp>
    <dsp:sp modelId="{DD9F32AA-9673-452F-AAFE-C193B18A7C59}">
      <dsp:nvSpPr>
        <dsp:cNvPr id="0" name=""/>
        <dsp:cNvSpPr/>
      </dsp:nvSpPr>
      <dsp:spPr>
        <a:xfrm>
          <a:off x="0" y="4487757"/>
          <a:ext cx="6172199" cy="710775"/>
        </a:xfrm>
        <a:prstGeom prst="roundRect">
          <a:avLst/>
        </a:prstGeom>
        <a:solidFill>
          <a:schemeClr val="accent5">
            <a:hueOff val="-4733605"/>
            <a:satOff val="-26003"/>
            <a:lumOff val="-2588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700" kern="1200"/>
            <a:t>Valor padrão 0.70 validado      ✅</a:t>
          </a:r>
          <a:endParaRPr lang="en-US" sz="2700" kern="1200"/>
        </a:p>
      </dsp:txBody>
      <dsp:txXfrm>
        <a:off x="34697" y="4522454"/>
        <a:ext cx="6102805" cy="64138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D92299-7771-4097-8EE3-4E7C162BC83C}">
      <dsp:nvSpPr>
        <dsp:cNvPr id="0" name=""/>
        <dsp:cNvSpPr/>
      </dsp:nvSpPr>
      <dsp:spPr>
        <a:xfrm>
          <a:off x="0" y="586"/>
          <a:ext cx="609420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FE93E1-BE60-4DFF-8308-3665C631AD2B}">
      <dsp:nvSpPr>
        <dsp:cNvPr id="0" name=""/>
        <dsp:cNvSpPr/>
      </dsp:nvSpPr>
      <dsp:spPr>
        <a:xfrm>
          <a:off x="0" y="586"/>
          <a:ext cx="6094206" cy="3428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2+ tags + perto</a:t>
          </a:r>
          <a:endParaRPr lang="en-US" sz="1400" kern="1200"/>
        </a:p>
      </dsp:txBody>
      <dsp:txXfrm>
        <a:off x="0" y="586"/>
        <a:ext cx="6094206" cy="342867"/>
      </dsp:txXfrm>
    </dsp:sp>
    <dsp:sp modelId="{28DD636E-510A-4D6C-B988-024FDA8C3CC1}">
      <dsp:nvSpPr>
        <dsp:cNvPr id="0" name=""/>
        <dsp:cNvSpPr/>
      </dsp:nvSpPr>
      <dsp:spPr>
        <a:xfrm>
          <a:off x="0" y="343453"/>
          <a:ext cx="609420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A57563-F2B8-4EEE-8644-28B9F4CFB32D}">
      <dsp:nvSpPr>
        <dsp:cNvPr id="0" name=""/>
        <dsp:cNvSpPr/>
      </dsp:nvSpPr>
      <dsp:spPr>
        <a:xfrm>
          <a:off x="0" y="343453"/>
          <a:ext cx="6094206" cy="3428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↓</a:t>
          </a:r>
          <a:endParaRPr lang="en-US" sz="1400" kern="1200"/>
        </a:p>
      </dsp:txBody>
      <dsp:txXfrm>
        <a:off x="0" y="343453"/>
        <a:ext cx="6094206" cy="342867"/>
      </dsp:txXfrm>
    </dsp:sp>
    <dsp:sp modelId="{A98E62E8-94F3-4F61-9FA1-1B92959ED6F9}">
      <dsp:nvSpPr>
        <dsp:cNvPr id="0" name=""/>
        <dsp:cNvSpPr/>
      </dsp:nvSpPr>
      <dsp:spPr>
        <a:xfrm>
          <a:off x="0" y="686320"/>
          <a:ext cx="609420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849C30-E88D-4868-B251-5152D11DE21E}">
      <dsp:nvSpPr>
        <dsp:cNvPr id="0" name=""/>
        <dsp:cNvSpPr/>
      </dsp:nvSpPr>
      <dsp:spPr>
        <a:xfrm>
          <a:off x="0" y="686320"/>
          <a:ext cx="6094206" cy="3428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0.20 ~ 0.30</a:t>
          </a:r>
          <a:endParaRPr lang="en-US" sz="1400" kern="1200"/>
        </a:p>
      </dsp:txBody>
      <dsp:txXfrm>
        <a:off x="0" y="686320"/>
        <a:ext cx="6094206" cy="342867"/>
      </dsp:txXfrm>
    </dsp:sp>
    <dsp:sp modelId="{1F775F62-0AE4-4E1E-BF86-5B669E7CC6B3}">
      <dsp:nvSpPr>
        <dsp:cNvPr id="0" name=""/>
        <dsp:cNvSpPr/>
      </dsp:nvSpPr>
      <dsp:spPr>
        <a:xfrm>
          <a:off x="0" y="1029187"/>
          <a:ext cx="609420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B13B05-F894-44DA-BDA1-BEB88EFDACBB}">
      <dsp:nvSpPr>
        <dsp:cNvPr id="0" name=""/>
        <dsp:cNvSpPr/>
      </dsp:nvSpPr>
      <dsp:spPr>
        <a:xfrm>
          <a:off x="0" y="1029187"/>
          <a:ext cx="6094206" cy="3428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confia bastante</a:t>
          </a:r>
          <a:endParaRPr lang="en-US" sz="1400" kern="1200"/>
        </a:p>
      </dsp:txBody>
      <dsp:txXfrm>
        <a:off x="0" y="1029187"/>
        <a:ext cx="6094206" cy="342867"/>
      </dsp:txXfrm>
    </dsp:sp>
    <dsp:sp modelId="{3E4F8423-B896-4BE4-8AC9-FEEF6A3DF7CA}">
      <dsp:nvSpPr>
        <dsp:cNvPr id="0" name=""/>
        <dsp:cNvSpPr/>
      </dsp:nvSpPr>
      <dsp:spPr>
        <a:xfrm>
          <a:off x="0" y="1372055"/>
          <a:ext cx="609420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24C4C6-5B43-49EC-93F2-D7F01FEEEA9A}">
      <dsp:nvSpPr>
        <dsp:cNvPr id="0" name=""/>
        <dsp:cNvSpPr/>
      </dsp:nvSpPr>
      <dsp:spPr>
        <a:xfrm>
          <a:off x="0" y="1372055"/>
          <a:ext cx="6094206" cy="3428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2+ tags + distância média</a:t>
          </a:r>
          <a:endParaRPr lang="en-US" sz="1400" kern="1200"/>
        </a:p>
      </dsp:txBody>
      <dsp:txXfrm>
        <a:off x="0" y="1372055"/>
        <a:ext cx="6094206" cy="342867"/>
      </dsp:txXfrm>
    </dsp:sp>
    <dsp:sp modelId="{061F281F-1304-48C8-9FBC-953A931A5AC4}">
      <dsp:nvSpPr>
        <dsp:cNvPr id="0" name=""/>
        <dsp:cNvSpPr/>
      </dsp:nvSpPr>
      <dsp:spPr>
        <a:xfrm>
          <a:off x="0" y="1714922"/>
          <a:ext cx="609420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EE9B04-3BC4-42BF-9E74-C46D986E744E}">
      <dsp:nvSpPr>
        <dsp:cNvPr id="0" name=""/>
        <dsp:cNvSpPr/>
      </dsp:nvSpPr>
      <dsp:spPr>
        <a:xfrm>
          <a:off x="0" y="1714922"/>
          <a:ext cx="6094206" cy="3428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↓</a:t>
          </a:r>
          <a:endParaRPr lang="en-US" sz="1400" kern="1200"/>
        </a:p>
      </dsp:txBody>
      <dsp:txXfrm>
        <a:off x="0" y="1714922"/>
        <a:ext cx="6094206" cy="342867"/>
      </dsp:txXfrm>
    </dsp:sp>
    <dsp:sp modelId="{910E3894-8D82-49EC-8377-C3BE670ADD09}">
      <dsp:nvSpPr>
        <dsp:cNvPr id="0" name=""/>
        <dsp:cNvSpPr/>
      </dsp:nvSpPr>
      <dsp:spPr>
        <a:xfrm>
          <a:off x="0" y="2057789"/>
          <a:ext cx="609420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338A5B-E327-4658-890C-2DDA9BFEA768}">
      <dsp:nvSpPr>
        <dsp:cNvPr id="0" name=""/>
        <dsp:cNvSpPr/>
      </dsp:nvSpPr>
      <dsp:spPr>
        <a:xfrm>
          <a:off x="0" y="2057789"/>
          <a:ext cx="6094206" cy="3428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0.40 ~ 0.60</a:t>
          </a:r>
          <a:endParaRPr lang="en-US" sz="1400" kern="1200"/>
        </a:p>
      </dsp:txBody>
      <dsp:txXfrm>
        <a:off x="0" y="2057789"/>
        <a:ext cx="6094206" cy="342867"/>
      </dsp:txXfrm>
    </dsp:sp>
    <dsp:sp modelId="{571A6E57-8B59-4820-A8D7-D7F63D0C4220}">
      <dsp:nvSpPr>
        <dsp:cNvPr id="0" name=""/>
        <dsp:cNvSpPr/>
      </dsp:nvSpPr>
      <dsp:spPr>
        <a:xfrm>
          <a:off x="0" y="2400657"/>
          <a:ext cx="609420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58D5C7-73B8-4013-B298-8474592B4EDC}">
      <dsp:nvSpPr>
        <dsp:cNvPr id="0" name=""/>
        <dsp:cNvSpPr/>
      </dsp:nvSpPr>
      <dsp:spPr>
        <a:xfrm>
          <a:off x="0" y="2400656"/>
          <a:ext cx="6094206" cy="3428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1 tag</a:t>
          </a:r>
          <a:endParaRPr lang="en-US" sz="1400" kern="1200"/>
        </a:p>
      </dsp:txBody>
      <dsp:txXfrm>
        <a:off x="0" y="2400656"/>
        <a:ext cx="6094206" cy="342867"/>
      </dsp:txXfrm>
    </dsp:sp>
    <dsp:sp modelId="{B38C82C4-5647-4EC4-9C80-CACC798F25BD}">
      <dsp:nvSpPr>
        <dsp:cNvPr id="0" name=""/>
        <dsp:cNvSpPr/>
      </dsp:nvSpPr>
      <dsp:spPr>
        <a:xfrm>
          <a:off x="0" y="2743524"/>
          <a:ext cx="609420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47E155-F9CE-49AB-9FC8-09A1D2F823A8}">
      <dsp:nvSpPr>
        <dsp:cNvPr id="0" name=""/>
        <dsp:cNvSpPr/>
      </dsp:nvSpPr>
      <dsp:spPr>
        <a:xfrm>
          <a:off x="0" y="2743524"/>
          <a:ext cx="6094206" cy="3428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↓</a:t>
          </a:r>
          <a:endParaRPr lang="en-US" sz="1400" kern="1200"/>
        </a:p>
      </dsp:txBody>
      <dsp:txXfrm>
        <a:off x="0" y="2743524"/>
        <a:ext cx="6094206" cy="342867"/>
      </dsp:txXfrm>
    </dsp:sp>
    <dsp:sp modelId="{3298075B-D844-4271-9694-23934F0116C4}">
      <dsp:nvSpPr>
        <dsp:cNvPr id="0" name=""/>
        <dsp:cNvSpPr/>
      </dsp:nvSpPr>
      <dsp:spPr>
        <a:xfrm>
          <a:off x="0" y="3086391"/>
          <a:ext cx="609420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57438E-A5D4-4DDD-AE92-5781423EF44D}">
      <dsp:nvSpPr>
        <dsp:cNvPr id="0" name=""/>
        <dsp:cNvSpPr/>
      </dsp:nvSpPr>
      <dsp:spPr>
        <a:xfrm>
          <a:off x="0" y="3086391"/>
          <a:ext cx="6094206" cy="3428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0.70 ~ 1.20</a:t>
          </a:r>
          <a:endParaRPr lang="en-US" sz="1400" kern="1200"/>
        </a:p>
      </dsp:txBody>
      <dsp:txXfrm>
        <a:off x="0" y="3086391"/>
        <a:ext cx="6094206" cy="342867"/>
      </dsp:txXfrm>
    </dsp:sp>
    <dsp:sp modelId="{01788E5D-7AD3-41F8-B4B8-B9FB01F215DE}">
      <dsp:nvSpPr>
        <dsp:cNvPr id="0" name=""/>
        <dsp:cNvSpPr/>
      </dsp:nvSpPr>
      <dsp:spPr>
        <a:xfrm>
          <a:off x="0" y="3429258"/>
          <a:ext cx="609420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46EE53-5FF2-4DA3-B33B-367DCBEBBE8F}">
      <dsp:nvSpPr>
        <dsp:cNvPr id="0" name=""/>
        <dsp:cNvSpPr/>
      </dsp:nvSpPr>
      <dsp:spPr>
        <a:xfrm>
          <a:off x="0" y="3429258"/>
          <a:ext cx="6094206" cy="3428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confia menos</a:t>
          </a:r>
          <a:endParaRPr lang="en-US" sz="1400" kern="1200"/>
        </a:p>
      </dsp:txBody>
      <dsp:txXfrm>
        <a:off x="0" y="3429258"/>
        <a:ext cx="6094206" cy="342867"/>
      </dsp:txXfrm>
    </dsp:sp>
    <dsp:sp modelId="{CAB3B09A-CFE4-49D8-A51D-8DA62A1969A5}">
      <dsp:nvSpPr>
        <dsp:cNvPr id="0" name=""/>
        <dsp:cNvSpPr/>
      </dsp:nvSpPr>
      <dsp:spPr>
        <a:xfrm>
          <a:off x="0" y="3772126"/>
          <a:ext cx="609420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13EFA5-7E7A-44FE-AFB0-45C97DC44D0C}">
      <dsp:nvSpPr>
        <dsp:cNvPr id="0" name=""/>
        <dsp:cNvSpPr/>
      </dsp:nvSpPr>
      <dsp:spPr>
        <a:xfrm>
          <a:off x="0" y="3772126"/>
          <a:ext cx="6094206" cy="3428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tag distante</a:t>
          </a:r>
          <a:endParaRPr lang="en-US" sz="1400" kern="1200"/>
        </a:p>
      </dsp:txBody>
      <dsp:txXfrm>
        <a:off x="0" y="3772126"/>
        <a:ext cx="6094206" cy="342867"/>
      </dsp:txXfrm>
    </dsp:sp>
    <dsp:sp modelId="{81B7EA4E-D1B7-46FF-8107-7912943C40DA}">
      <dsp:nvSpPr>
        <dsp:cNvPr id="0" name=""/>
        <dsp:cNvSpPr/>
      </dsp:nvSpPr>
      <dsp:spPr>
        <a:xfrm>
          <a:off x="0" y="4114993"/>
          <a:ext cx="609420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DC118E-AE15-4912-98D4-3C3B2AAF6B09}">
      <dsp:nvSpPr>
        <dsp:cNvPr id="0" name=""/>
        <dsp:cNvSpPr/>
      </dsp:nvSpPr>
      <dsp:spPr>
        <a:xfrm>
          <a:off x="0" y="4114993"/>
          <a:ext cx="6094206" cy="3428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↓</a:t>
          </a:r>
          <a:endParaRPr lang="en-US" sz="1400" kern="1200"/>
        </a:p>
      </dsp:txBody>
      <dsp:txXfrm>
        <a:off x="0" y="4114993"/>
        <a:ext cx="6094206" cy="342867"/>
      </dsp:txXfrm>
    </dsp:sp>
    <dsp:sp modelId="{49D1F50C-3634-445F-B5C4-3BE4FE844CC8}">
      <dsp:nvSpPr>
        <dsp:cNvPr id="0" name=""/>
        <dsp:cNvSpPr/>
      </dsp:nvSpPr>
      <dsp:spPr>
        <a:xfrm>
          <a:off x="0" y="4457860"/>
          <a:ext cx="609420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B6F69A-5B3F-4336-B78E-49958CEBAD0A}">
      <dsp:nvSpPr>
        <dsp:cNvPr id="0" name=""/>
        <dsp:cNvSpPr/>
      </dsp:nvSpPr>
      <dsp:spPr>
        <a:xfrm>
          <a:off x="0" y="4457860"/>
          <a:ext cx="6094206" cy="3428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valor alto ou rejeita</a:t>
          </a:r>
          <a:endParaRPr lang="en-US" sz="1400" kern="1200"/>
        </a:p>
      </dsp:txBody>
      <dsp:txXfrm>
        <a:off x="0" y="4457860"/>
        <a:ext cx="6094206" cy="3428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3B052-A59B-4AE3-A89A-E7748630C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DA9EC4-FEA9-41D2-BE8D-F709F01D37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155CF-52F5-4879-B7F3-D05812AC4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910DF-B555-4D30-B35E-2297D59E32D0}" type="datetime1">
              <a:rPr lang="en-US" smtClean="0"/>
              <a:t>10/7/2026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053AC-61ED-4C2F-90BF-D4A916545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B2ED7-A198-4613-B8C9-EE02BAE24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988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98991-AEF1-4F19-AAB8-436EAD58C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5B44F-E7DA-40C6-8B44-71EAB6BDF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685800" indent="-228600">
              <a:buFont typeface="Courier New" panose="02070309020205020404" pitchFamily="49" charset="0"/>
              <a:buChar char="o"/>
              <a:defRPr/>
            </a:lvl2pPr>
            <a:lvl4pPr marL="1600200" indent="-228600">
              <a:buFont typeface="Courier New" panose="02070309020205020404" pitchFamily="49" charset="0"/>
              <a:buChar char="o"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71817-A045-48C0-975B-CBEF88E95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2F1F9-9322-493A-A9EE-BB75692CE5F5}" type="datetime1">
              <a:rPr lang="en-US" smtClean="0"/>
              <a:t>10/7/2026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C39F0-32D4-407C-8BCA-97F2D9E50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F4459-37B2-4F87-B508-DB04D433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2097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BBD03-9D57-48E9-8B43-688B72997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F376C-8A2F-4BE5-9669-4A6DA21B7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54893-212E-4450-8F7A-27256B31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8DE51-4D5E-4D23-8181-86A5B05D5351}" type="datetime1">
              <a:rPr lang="en-US" smtClean="0"/>
              <a:t>10/7/2026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E881A-3958-44A9-9EDB-D86F4E414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DBC4F-D9B8-4BFA-BE4F-D4B9B739D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912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C8777-C460-4649-8822-CA943386D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F69E6-1094-437B-AA7E-0E21B7136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0BC963-4591-4BE3-AE63-4999A13C5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4D5BB-DB84-4266-9B4F-E65CCFE5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99FCA-87F3-427A-B1A2-15346103C68A}" type="datetime1">
              <a:rPr lang="en-US" smtClean="0"/>
              <a:t>10/7/2026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A99B5-D493-4AB1-AF24-6660540D5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178D0-5F1E-43FA-B447-53501EDD1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7651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C85CC-8D2B-4219-A2A4-1625A02DF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143C8-1CF7-440E-99A3-052731459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FF5CA-4662-4430-80C7-99CD7D66C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6CB5B7-DC23-41CE-872B-E25BD64F84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F7633C-C24D-4947-979C-132B3AC405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8A46E1-3934-4807-900F-CA7A4D8D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DF709-7E2D-49E6-A629-D8E3363D194F}" type="datetime1">
              <a:rPr lang="en-US" smtClean="0"/>
              <a:t>10/7/2026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9C6EA-1549-4601-8226-E5C43469C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658246-003D-4024-9F4B-BA3BD3FB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214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DD4C-BFBC-4087-B94C-4DD0690E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B9D434-8228-4C7F-B520-14121EBC9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0A921-9375-4BAA-A7C2-7975528669FA}" type="datetime1">
              <a:rPr lang="en-US" smtClean="0"/>
              <a:t>10/7/2026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B89BD-A70A-48D2-A3D9-DB2C0DB1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ACF4EF-5A2A-4A47-81DF-80CB51306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3218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25425-F285-48AE-A409-A618E3EEA628}" type="datetime1">
              <a:rPr lang="en-US" smtClean="0"/>
              <a:t>10/7/2026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291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10DAA-DDE3-4C9C-8171-385A3DAC8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73DB2-BD72-4F5E-9CA2-197343A09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F01536-2B0A-42A2-827E-2EB2C324A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2CD09-61EF-4733-831C-5B133DAE1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6A94D-7D6A-4378-93F6-A3A33186E34B}" type="datetime1">
              <a:rPr lang="en-US" smtClean="0"/>
              <a:t>10/7/2026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09FCF-96E4-4EBF-AAFB-5E9AD22A6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381A6-E580-49A4-989C-EF4A54F8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437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CFA6E-F719-4613-8815-591471E72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4384F3-CDE0-4329-B76D-45AAC94B04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9D7EB-40DA-460F-A48A-3E6D5E561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6944C-E229-457E-868E-C48FF47DA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FC0F9-687B-4417-9D77-CE2D7AD8C321}" type="datetime1">
              <a:rPr lang="en-US" smtClean="0"/>
              <a:t>10/7/2026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115FE-359F-46EA-A3C8-0D18544E3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65D17-3010-4FF5-9071-5CCD3E699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2334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B47DD-81F8-4128-9E50-04A9F2D3D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564D1-2B83-4C0F-ACBA-E91472C50A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A1D7D-D2EC-4ADB-9C65-191DEC82D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1D79F-E600-4AC1-A639-0B9FB8286C38}" type="datetime1">
              <a:rPr lang="en-US" smtClean="0"/>
              <a:t>10/7/2026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CB571-86F9-474A-826A-75CC21C88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84F5F-50E6-4BB9-B848-EE2302C02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118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3F08DF-1C0D-4F53-A3AB-95D7B55FA0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0D3BBD-C494-4E94-B189-319802A93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C0BD9-4BED-43D3-852F-B74B949A2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F5D60-A842-4D08-9D7D-A7A57AB501A2}" type="datetime1">
              <a:rPr lang="en-US" smtClean="0"/>
              <a:t>10/7/2026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811DC-C725-4462-B622-DB96A8987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42D06-438F-4150-9238-E2FAEE5E2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2463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D91916A1-FEE7-41E7-BEE3-2B4941A6F3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75990" y="62886"/>
            <a:ext cx="11708355" cy="6301715"/>
            <a:chOff x="175990" y="62886"/>
            <a:chExt cx="11708355" cy="6301715"/>
          </a:xfrm>
        </p:grpSpPr>
        <p:sp useBgFill="1">
          <p:nvSpPr>
            <p:cNvPr id="18" name="Graphic 10">
              <a:extLst>
                <a:ext uri="{FF2B5EF4-FFF2-40B4-BE49-F238E27FC236}">
                  <a16:creationId xmlns:a16="http://schemas.microsoft.com/office/drawing/2014/main" id="{EAFF5F08-677C-4873-9274-02B6FE751044}"/>
                </a:ext>
              </a:extLst>
            </p:cNvPr>
            <p:cNvSpPr/>
            <p:nvPr/>
          </p:nvSpPr>
          <p:spPr>
            <a:xfrm rot="2700000">
              <a:off x="175990" y="525742"/>
              <a:ext cx="1066799" cy="1066799"/>
            </a:xfrm>
            <a:custGeom>
              <a:avLst/>
              <a:gdLst>
                <a:gd name="connsiteX0" fmla="*/ 4053340 w 6859500"/>
                <a:gd name="connsiteY0" fmla="*/ 6235893 h 6859500"/>
                <a:gd name="connsiteX1" fmla="*/ 4053340 w 6859500"/>
                <a:gd name="connsiteY1" fmla="*/ 4053340 h 6859500"/>
                <a:gd name="connsiteX2" fmla="*/ 6235893 w 6859500"/>
                <a:gd name="connsiteY2" fmla="*/ 4053340 h 6859500"/>
                <a:gd name="connsiteX3" fmla="*/ 6859501 w 6859500"/>
                <a:gd name="connsiteY3" fmla="*/ 3429731 h 6859500"/>
                <a:gd name="connsiteX4" fmla="*/ 6235893 w 6859500"/>
                <a:gd name="connsiteY4" fmla="*/ 2806123 h 6859500"/>
                <a:gd name="connsiteX5" fmla="*/ 4053340 w 6859500"/>
                <a:gd name="connsiteY5" fmla="*/ 2806123 h 6859500"/>
                <a:gd name="connsiteX6" fmla="*/ 4053340 w 6859500"/>
                <a:gd name="connsiteY6" fmla="*/ 623608 h 6859500"/>
                <a:gd name="connsiteX7" fmla="*/ 3429731 w 6859500"/>
                <a:gd name="connsiteY7" fmla="*/ 0 h 6859500"/>
                <a:gd name="connsiteX8" fmla="*/ 2806123 w 6859500"/>
                <a:gd name="connsiteY8" fmla="*/ 623608 h 6859500"/>
                <a:gd name="connsiteX9" fmla="*/ 2806123 w 6859500"/>
                <a:gd name="connsiteY9" fmla="*/ 2806161 h 6859500"/>
                <a:gd name="connsiteX10" fmla="*/ 623608 w 6859500"/>
                <a:gd name="connsiteY10" fmla="*/ 2806161 h 6859500"/>
                <a:gd name="connsiteX11" fmla="*/ 0 w 6859500"/>
                <a:gd name="connsiteY11" fmla="*/ 3429731 h 6859500"/>
                <a:gd name="connsiteX12" fmla="*/ 623608 w 6859500"/>
                <a:gd name="connsiteY12" fmla="*/ 4053340 h 6859500"/>
                <a:gd name="connsiteX13" fmla="*/ 2806161 w 6859500"/>
                <a:gd name="connsiteY13" fmla="*/ 4053340 h 6859500"/>
                <a:gd name="connsiteX14" fmla="*/ 2806161 w 6859500"/>
                <a:gd name="connsiteY14" fmla="*/ 6235893 h 6859500"/>
                <a:gd name="connsiteX15" fmla="*/ 3429770 w 6859500"/>
                <a:gd name="connsiteY15" fmla="*/ 6859501 h 6859500"/>
                <a:gd name="connsiteX16" fmla="*/ 4053340 w 6859500"/>
                <a:gd name="connsiteY16" fmla="*/ 6235893 h 685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859500" h="6859500">
                  <a:moveTo>
                    <a:pt x="4053340" y="6235893"/>
                  </a:moveTo>
                  <a:lnTo>
                    <a:pt x="4053340" y="4053340"/>
                  </a:lnTo>
                  <a:lnTo>
                    <a:pt x="6235893" y="4053340"/>
                  </a:lnTo>
                  <a:cubicBezTo>
                    <a:pt x="6580293" y="4053340"/>
                    <a:pt x="6859501" y="3774132"/>
                    <a:pt x="6859501" y="3429731"/>
                  </a:cubicBezTo>
                  <a:cubicBezTo>
                    <a:pt x="6859501" y="3085330"/>
                    <a:pt x="6580332" y="2806123"/>
                    <a:pt x="6235893" y="2806123"/>
                  </a:cubicBezTo>
                  <a:lnTo>
                    <a:pt x="4053340" y="2806123"/>
                  </a:lnTo>
                  <a:lnTo>
                    <a:pt x="4053340" y="623608"/>
                  </a:lnTo>
                  <a:cubicBezTo>
                    <a:pt x="4053340" y="279208"/>
                    <a:pt x="3774171" y="0"/>
                    <a:pt x="3429731" y="0"/>
                  </a:cubicBezTo>
                  <a:cubicBezTo>
                    <a:pt x="3085330" y="0"/>
                    <a:pt x="2806123" y="279208"/>
                    <a:pt x="2806123" y="623608"/>
                  </a:cubicBezTo>
                  <a:lnTo>
                    <a:pt x="2806123" y="2806161"/>
                  </a:lnTo>
                  <a:lnTo>
                    <a:pt x="623608" y="2806161"/>
                  </a:lnTo>
                  <a:cubicBezTo>
                    <a:pt x="279208" y="2806161"/>
                    <a:pt x="0" y="3085369"/>
                    <a:pt x="0" y="3429731"/>
                  </a:cubicBezTo>
                  <a:cubicBezTo>
                    <a:pt x="0" y="3774132"/>
                    <a:pt x="279208" y="4053340"/>
                    <a:pt x="623608" y="4053340"/>
                  </a:cubicBezTo>
                  <a:lnTo>
                    <a:pt x="2806161" y="4053340"/>
                  </a:lnTo>
                  <a:lnTo>
                    <a:pt x="2806161" y="6235893"/>
                  </a:lnTo>
                  <a:cubicBezTo>
                    <a:pt x="2806161" y="6580293"/>
                    <a:pt x="3085369" y="6859501"/>
                    <a:pt x="3429770" y="6859501"/>
                  </a:cubicBezTo>
                  <a:cubicBezTo>
                    <a:pt x="3774171" y="6859501"/>
                    <a:pt x="4053340" y="6580293"/>
                    <a:pt x="4053340" y="6235893"/>
                  </a:cubicBezTo>
                  <a:close/>
                </a:path>
              </a:pathLst>
            </a:cu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sp useBgFill="1">
          <p:nvSpPr>
            <p:cNvPr id="19" name="Graphic 10">
              <a:extLst>
                <a:ext uri="{FF2B5EF4-FFF2-40B4-BE49-F238E27FC236}">
                  <a16:creationId xmlns:a16="http://schemas.microsoft.com/office/drawing/2014/main" id="{16514C65-F179-4953-B660-5FC657697957}"/>
                </a:ext>
              </a:extLst>
            </p:cNvPr>
            <p:cNvSpPr/>
            <p:nvPr/>
          </p:nvSpPr>
          <p:spPr>
            <a:xfrm rot="2700000">
              <a:off x="8482021" y="62886"/>
              <a:ext cx="2322574" cy="2322574"/>
            </a:xfrm>
            <a:custGeom>
              <a:avLst/>
              <a:gdLst>
                <a:gd name="connsiteX0" fmla="*/ 4053340 w 6859500"/>
                <a:gd name="connsiteY0" fmla="*/ 6235893 h 6859500"/>
                <a:gd name="connsiteX1" fmla="*/ 4053340 w 6859500"/>
                <a:gd name="connsiteY1" fmla="*/ 4053340 h 6859500"/>
                <a:gd name="connsiteX2" fmla="*/ 6235893 w 6859500"/>
                <a:gd name="connsiteY2" fmla="*/ 4053340 h 6859500"/>
                <a:gd name="connsiteX3" fmla="*/ 6859501 w 6859500"/>
                <a:gd name="connsiteY3" fmla="*/ 3429731 h 6859500"/>
                <a:gd name="connsiteX4" fmla="*/ 6235893 w 6859500"/>
                <a:gd name="connsiteY4" fmla="*/ 2806123 h 6859500"/>
                <a:gd name="connsiteX5" fmla="*/ 4053340 w 6859500"/>
                <a:gd name="connsiteY5" fmla="*/ 2806123 h 6859500"/>
                <a:gd name="connsiteX6" fmla="*/ 4053340 w 6859500"/>
                <a:gd name="connsiteY6" fmla="*/ 623608 h 6859500"/>
                <a:gd name="connsiteX7" fmla="*/ 3429731 w 6859500"/>
                <a:gd name="connsiteY7" fmla="*/ 0 h 6859500"/>
                <a:gd name="connsiteX8" fmla="*/ 2806123 w 6859500"/>
                <a:gd name="connsiteY8" fmla="*/ 623608 h 6859500"/>
                <a:gd name="connsiteX9" fmla="*/ 2806123 w 6859500"/>
                <a:gd name="connsiteY9" fmla="*/ 2806161 h 6859500"/>
                <a:gd name="connsiteX10" fmla="*/ 623608 w 6859500"/>
                <a:gd name="connsiteY10" fmla="*/ 2806161 h 6859500"/>
                <a:gd name="connsiteX11" fmla="*/ 0 w 6859500"/>
                <a:gd name="connsiteY11" fmla="*/ 3429731 h 6859500"/>
                <a:gd name="connsiteX12" fmla="*/ 623608 w 6859500"/>
                <a:gd name="connsiteY12" fmla="*/ 4053340 h 6859500"/>
                <a:gd name="connsiteX13" fmla="*/ 2806161 w 6859500"/>
                <a:gd name="connsiteY13" fmla="*/ 4053340 h 6859500"/>
                <a:gd name="connsiteX14" fmla="*/ 2806161 w 6859500"/>
                <a:gd name="connsiteY14" fmla="*/ 6235893 h 6859500"/>
                <a:gd name="connsiteX15" fmla="*/ 3429770 w 6859500"/>
                <a:gd name="connsiteY15" fmla="*/ 6859501 h 6859500"/>
                <a:gd name="connsiteX16" fmla="*/ 4053340 w 6859500"/>
                <a:gd name="connsiteY16" fmla="*/ 6235893 h 685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859500" h="6859500">
                  <a:moveTo>
                    <a:pt x="4053340" y="6235893"/>
                  </a:moveTo>
                  <a:lnTo>
                    <a:pt x="4053340" y="4053340"/>
                  </a:lnTo>
                  <a:lnTo>
                    <a:pt x="6235893" y="4053340"/>
                  </a:lnTo>
                  <a:cubicBezTo>
                    <a:pt x="6580293" y="4053340"/>
                    <a:pt x="6859501" y="3774132"/>
                    <a:pt x="6859501" y="3429731"/>
                  </a:cubicBezTo>
                  <a:cubicBezTo>
                    <a:pt x="6859501" y="3085330"/>
                    <a:pt x="6580332" y="2806123"/>
                    <a:pt x="6235893" y="2806123"/>
                  </a:cubicBezTo>
                  <a:lnTo>
                    <a:pt x="4053340" y="2806123"/>
                  </a:lnTo>
                  <a:lnTo>
                    <a:pt x="4053340" y="623608"/>
                  </a:lnTo>
                  <a:cubicBezTo>
                    <a:pt x="4053340" y="279208"/>
                    <a:pt x="3774171" y="0"/>
                    <a:pt x="3429731" y="0"/>
                  </a:cubicBezTo>
                  <a:cubicBezTo>
                    <a:pt x="3085330" y="0"/>
                    <a:pt x="2806123" y="279208"/>
                    <a:pt x="2806123" y="623608"/>
                  </a:cubicBezTo>
                  <a:lnTo>
                    <a:pt x="2806123" y="2806161"/>
                  </a:lnTo>
                  <a:lnTo>
                    <a:pt x="623608" y="2806161"/>
                  </a:lnTo>
                  <a:cubicBezTo>
                    <a:pt x="279208" y="2806161"/>
                    <a:pt x="0" y="3085369"/>
                    <a:pt x="0" y="3429731"/>
                  </a:cubicBezTo>
                  <a:cubicBezTo>
                    <a:pt x="0" y="3774132"/>
                    <a:pt x="279208" y="4053340"/>
                    <a:pt x="623608" y="4053340"/>
                  </a:cubicBezTo>
                  <a:lnTo>
                    <a:pt x="2806161" y="4053340"/>
                  </a:lnTo>
                  <a:lnTo>
                    <a:pt x="2806161" y="6235893"/>
                  </a:lnTo>
                  <a:cubicBezTo>
                    <a:pt x="2806161" y="6580293"/>
                    <a:pt x="3085369" y="6859501"/>
                    <a:pt x="3429770" y="6859501"/>
                  </a:cubicBezTo>
                  <a:cubicBezTo>
                    <a:pt x="3774171" y="6859501"/>
                    <a:pt x="4053340" y="6580293"/>
                    <a:pt x="4053340" y="6235893"/>
                  </a:cubicBezTo>
                  <a:close/>
                </a:path>
              </a:pathLst>
            </a:cu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sp useBgFill="1">
          <p:nvSpPr>
            <p:cNvPr id="20" name="Graphic 10">
              <a:extLst>
                <a:ext uri="{FF2B5EF4-FFF2-40B4-BE49-F238E27FC236}">
                  <a16:creationId xmlns:a16="http://schemas.microsoft.com/office/drawing/2014/main" id="{DF5DA89C-9FED-4AE0-8C36-20612E77FAC0}"/>
                </a:ext>
              </a:extLst>
            </p:cNvPr>
            <p:cNvSpPr/>
            <p:nvPr/>
          </p:nvSpPr>
          <p:spPr>
            <a:xfrm rot="2700000">
              <a:off x="10578627" y="5015941"/>
              <a:ext cx="925287" cy="925287"/>
            </a:xfrm>
            <a:custGeom>
              <a:avLst/>
              <a:gdLst>
                <a:gd name="connsiteX0" fmla="*/ 4053340 w 6859500"/>
                <a:gd name="connsiteY0" fmla="*/ 6235893 h 6859500"/>
                <a:gd name="connsiteX1" fmla="*/ 4053340 w 6859500"/>
                <a:gd name="connsiteY1" fmla="*/ 4053340 h 6859500"/>
                <a:gd name="connsiteX2" fmla="*/ 6235893 w 6859500"/>
                <a:gd name="connsiteY2" fmla="*/ 4053340 h 6859500"/>
                <a:gd name="connsiteX3" fmla="*/ 6859501 w 6859500"/>
                <a:gd name="connsiteY3" fmla="*/ 3429731 h 6859500"/>
                <a:gd name="connsiteX4" fmla="*/ 6235893 w 6859500"/>
                <a:gd name="connsiteY4" fmla="*/ 2806123 h 6859500"/>
                <a:gd name="connsiteX5" fmla="*/ 4053340 w 6859500"/>
                <a:gd name="connsiteY5" fmla="*/ 2806123 h 6859500"/>
                <a:gd name="connsiteX6" fmla="*/ 4053340 w 6859500"/>
                <a:gd name="connsiteY6" fmla="*/ 623608 h 6859500"/>
                <a:gd name="connsiteX7" fmla="*/ 3429731 w 6859500"/>
                <a:gd name="connsiteY7" fmla="*/ 0 h 6859500"/>
                <a:gd name="connsiteX8" fmla="*/ 2806123 w 6859500"/>
                <a:gd name="connsiteY8" fmla="*/ 623608 h 6859500"/>
                <a:gd name="connsiteX9" fmla="*/ 2806123 w 6859500"/>
                <a:gd name="connsiteY9" fmla="*/ 2806161 h 6859500"/>
                <a:gd name="connsiteX10" fmla="*/ 623608 w 6859500"/>
                <a:gd name="connsiteY10" fmla="*/ 2806161 h 6859500"/>
                <a:gd name="connsiteX11" fmla="*/ 0 w 6859500"/>
                <a:gd name="connsiteY11" fmla="*/ 3429731 h 6859500"/>
                <a:gd name="connsiteX12" fmla="*/ 623608 w 6859500"/>
                <a:gd name="connsiteY12" fmla="*/ 4053340 h 6859500"/>
                <a:gd name="connsiteX13" fmla="*/ 2806161 w 6859500"/>
                <a:gd name="connsiteY13" fmla="*/ 4053340 h 6859500"/>
                <a:gd name="connsiteX14" fmla="*/ 2806161 w 6859500"/>
                <a:gd name="connsiteY14" fmla="*/ 6235893 h 6859500"/>
                <a:gd name="connsiteX15" fmla="*/ 3429770 w 6859500"/>
                <a:gd name="connsiteY15" fmla="*/ 6859501 h 6859500"/>
                <a:gd name="connsiteX16" fmla="*/ 4053340 w 6859500"/>
                <a:gd name="connsiteY16" fmla="*/ 6235893 h 685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859500" h="6859500">
                  <a:moveTo>
                    <a:pt x="4053340" y="6235893"/>
                  </a:moveTo>
                  <a:lnTo>
                    <a:pt x="4053340" y="4053340"/>
                  </a:lnTo>
                  <a:lnTo>
                    <a:pt x="6235893" y="4053340"/>
                  </a:lnTo>
                  <a:cubicBezTo>
                    <a:pt x="6580293" y="4053340"/>
                    <a:pt x="6859501" y="3774132"/>
                    <a:pt x="6859501" y="3429731"/>
                  </a:cubicBezTo>
                  <a:cubicBezTo>
                    <a:pt x="6859501" y="3085330"/>
                    <a:pt x="6580332" y="2806123"/>
                    <a:pt x="6235893" y="2806123"/>
                  </a:cubicBezTo>
                  <a:lnTo>
                    <a:pt x="4053340" y="2806123"/>
                  </a:lnTo>
                  <a:lnTo>
                    <a:pt x="4053340" y="623608"/>
                  </a:lnTo>
                  <a:cubicBezTo>
                    <a:pt x="4053340" y="279208"/>
                    <a:pt x="3774171" y="0"/>
                    <a:pt x="3429731" y="0"/>
                  </a:cubicBezTo>
                  <a:cubicBezTo>
                    <a:pt x="3085330" y="0"/>
                    <a:pt x="2806123" y="279208"/>
                    <a:pt x="2806123" y="623608"/>
                  </a:cubicBezTo>
                  <a:lnTo>
                    <a:pt x="2806123" y="2806161"/>
                  </a:lnTo>
                  <a:lnTo>
                    <a:pt x="623608" y="2806161"/>
                  </a:lnTo>
                  <a:cubicBezTo>
                    <a:pt x="279208" y="2806161"/>
                    <a:pt x="0" y="3085369"/>
                    <a:pt x="0" y="3429731"/>
                  </a:cubicBezTo>
                  <a:cubicBezTo>
                    <a:pt x="0" y="3774132"/>
                    <a:pt x="279208" y="4053340"/>
                    <a:pt x="623608" y="4053340"/>
                  </a:cubicBezTo>
                  <a:lnTo>
                    <a:pt x="2806161" y="4053340"/>
                  </a:lnTo>
                  <a:lnTo>
                    <a:pt x="2806161" y="6235893"/>
                  </a:lnTo>
                  <a:cubicBezTo>
                    <a:pt x="2806161" y="6580293"/>
                    <a:pt x="3085369" y="6859501"/>
                    <a:pt x="3429770" y="6859501"/>
                  </a:cubicBezTo>
                  <a:cubicBezTo>
                    <a:pt x="3774171" y="6859501"/>
                    <a:pt x="4053340" y="6580293"/>
                    <a:pt x="4053340" y="6235893"/>
                  </a:cubicBezTo>
                  <a:close/>
                </a:path>
              </a:pathLst>
            </a:cu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sp useBgFill="1">
          <p:nvSpPr>
            <p:cNvPr id="21" name="Oval 20">
              <a:extLst>
                <a:ext uri="{FF2B5EF4-FFF2-40B4-BE49-F238E27FC236}">
                  <a16:creationId xmlns:a16="http://schemas.microsoft.com/office/drawing/2014/main" id="{FB98224C-F1DB-4F10-9B7F-93B86BA13F40}"/>
                </a:ext>
              </a:extLst>
            </p:cNvPr>
            <p:cNvSpPr/>
            <p:nvPr/>
          </p:nvSpPr>
          <p:spPr>
            <a:xfrm rot="10800000">
              <a:off x="11622685" y="6102941"/>
              <a:ext cx="261660" cy="261660"/>
            </a:xfrm>
            <a:prstGeom prst="ellipse">
              <a:avLst/>
            </a:pr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 useBgFill="1">
          <p:nvSpPr>
            <p:cNvPr id="22" name="Oval 21">
              <a:extLst>
                <a:ext uri="{FF2B5EF4-FFF2-40B4-BE49-F238E27FC236}">
                  <a16:creationId xmlns:a16="http://schemas.microsoft.com/office/drawing/2014/main" id="{9AE1FC9E-06C9-4A12-8BE7-766C3DA8B9AC}"/>
                </a:ext>
              </a:extLst>
            </p:cNvPr>
            <p:cNvSpPr/>
            <p:nvPr/>
          </p:nvSpPr>
          <p:spPr>
            <a:xfrm rot="10800000">
              <a:off x="11352354" y="406586"/>
              <a:ext cx="474023" cy="474023"/>
            </a:xfrm>
            <a:prstGeom prst="ellipse">
              <a:avLst/>
            </a:pr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 useBgFill="1">
          <p:nvSpPr>
            <p:cNvPr id="23" name="Oval 22">
              <a:extLst>
                <a:ext uri="{FF2B5EF4-FFF2-40B4-BE49-F238E27FC236}">
                  <a16:creationId xmlns:a16="http://schemas.microsoft.com/office/drawing/2014/main" id="{29954B75-D8C7-439C-A014-E644E3E2C0A5}"/>
                </a:ext>
              </a:extLst>
            </p:cNvPr>
            <p:cNvSpPr/>
            <p:nvPr/>
          </p:nvSpPr>
          <p:spPr>
            <a:xfrm rot="10800000">
              <a:off x="1678231" y="427615"/>
              <a:ext cx="334385" cy="334385"/>
            </a:xfrm>
            <a:prstGeom prst="ellipse">
              <a:avLst/>
            </a:pr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447F1F-BFA8-4A56-894B-40120132E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8FB99-0FA3-49F4-99A1-61919F942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CCAE5-4EB0-4174-BD15-4943899B0A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008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spc="1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2DFD30-2122-4F4A-97B4-D0A849E36C5F}" type="datetime1">
              <a:rPr lang="en-US" smtClean="0"/>
              <a:t>10/7/2026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4189E-43B2-4CEE-B13E-61A1FBBBD2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008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0530F-0BC8-46EF-A765-DD58B5367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008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cap="all" spc="1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A5D71E-5CDF-4C93-8A75-5B916FDC5BEA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918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Segoe UI" panose="020B0502040204020203" pitchFamily="34" charset="0"/>
        <a:buChar char="+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Segoe UI" panose="020B0502040204020203" pitchFamily="34" charset="0"/>
        <a:buChar char="+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Segoe UI" panose="020B0502040204020203" pitchFamily="34" charset="0"/>
        <a:buChar char="+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E1EF4E8-5513-4BF5-BC41-04645281C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3848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1EA5BB-A258-4E22-94F4-C79A44136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"/>
            </a:srgbClr>
          </a:solidFill>
          <a:ln w="3848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 useBgFill="1">
        <p:nvSpPr>
          <p:cNvPr id="13" name="Oval 12">
            <a:extLst>
              <a:ext uri="{FF2B5EF4-FFF2-40B4-BE49-F238E27FC236}">
                <a16:creationId xmlns:a16="http://schemas.microsoft.com/office/drawing/2014/main" id="{D4ABA013-0939-4293-B39F-3B85576FB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2422250" y="1219200"/>
            <a:ext cx="373689" cy="373689"/>
          </a:xfrm>
          <a:prstGeom prst="ellipse">
            <a:avLst/>
          </a:prstGeom>
          <a:ln w="3848" cap="flat">
            <a:noFill/>
            <a:prstDash val="solid"/>
            <a:miter/>
          </a:ln>
          <a:effectLst>
            <a:glow rad="152400">
              <a:srgbClr val="000000">
                <a:alpha val="4000"/>
              </a:srgbClr>
            </a:glow>
            <a:outerShdw blurRad="101600" dist="38100" dir="16200000" rotWithShape="0">
              <a:srgbClr val="000000">
                <a:alpha val="5000"/>
              </a:srgb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 useBgFill="1">
        <p:nvSpPr>
          <p:cNvPr id="15" name="Graphic 10">
            <a:extLst>
              <a:ext uri="{FF2B5EF4-FFF2-40B4-BE49-F238E27FC236}">
                <a16:creationId xmlns:a16="http://schemas.microsoft.com/office/drawing/2014/main" id="{51E206C0-387B-4108-8BD3-D98A4DA7E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45890" y="28456"/>
            <a:ext cx="1977027" cy="1977027"/>
          </a:xfrm>
          <a:custGeom>
            <a:avLst/>
            <a:gdLst>
              <a:gd name="connsiteX0" fmla="*/ 4053340 w 6859500"/>
              <a:gd name="connsiteY0" fmla="*/ 6235893 h 6859500"/>
              <a:gd name="connsiteX1" fmla="*/ 4053340 w 6859500"/>
              <a:gd name="connsiteY1" fmla="*/ 4053340 h 6859500"/>
              <a:gd name="connsiteX2" fmla="*/ 6235893 w 6859500"/>
              <a:gd name="connsiteY2" fmla="*/ 4053340 h 6859500"/>
              <a:gd name="connsiteX3" fmla="*/ 6859501 w 6859500"/>
              <a:gd name="connsiteY3" fmla="*/ 3429731 h 6859500"/>
              <a:gd name="connsiteX4" fmla="*/ 6235893 w 6859500"/>
              <a:gd name="connsiteY4" fmla="*/ 2806123 h 6859500"/>
              <a:gd name="connsiteX5" fmla="*/ 4053340 w 6859500"/>
              <a:gd name="connsiteY5" fmla="*/ 2806123 h 6859500"/>
              <a:gd name="connsiteX6" fmla="*/ 4053340 w 6859500"/>
              <a:gd name="connsiteY6" fmla="*/ 623608 h 6859500"/>
              <a:gd name="connsiteX7" fmla="*/ 3429731 w 6859500"/>
              <a:gd name="connsiteY7" fmla="*/ 0 h 6859500"/>
              <a:gd name="connsiteX8" fmla="*/ 2806123 w 6859500"/>
              <a:gd name="connsiteY8" fmla="*/ 623608 h 6859500"/>
              <a:gd name="connsiteX9" fmla="*/ 2806123 w 6859500"/>
              <a:gd name="connsiteY9" fmla="*/ 2806161 h 6859500"/>
              <a:gd name="connsiteX10" fmla="*/ 623608 w 6859500"/>
              <a:gd name="connsiteY10" fmla="*/ 2806161 h 6859500"/>
              <a:gd name="connsiteX11" fmla="*/ 0 w 6859500"/>
              <a:gd name="connsiteY11" fmla="*/ 3429731 h 6859500"/>
              <a:gd name="connsiteX12" fmla="*/ 623608 w 6859500"/>
              <a:gd name="connsiteY12" fmla="*/ 4053340 h 6859500"/>
              <a:gd name="connsiteX13" fmla="*/ 2806161 w 6859500"/>
              <a:gd name="connsiteY13" fmla="*/ 4053340 h 6859500"/>
              <a:gd name="connsiteX14" fmla="*/ 2806161 w 6859500"/>
              <a:gd name="connsiteY14" fmla="*/ 6235893 h 6859500"/>
              <a:gd name="connsiteX15" fmla="*/ 3429770 w 6859500"/>
              <a:gd name="connsiteY15" fmla="*/ 6859501 h 6859500"/>
              <a:gd name="connsiteX16" fmla="*/ 4053340 w 6859500"/>
              <a:gd name="connsiteY16" fmla="*/ 6235893 h 6859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859500" h="6859500">
                <a:moveTo>
                  <a:pt x="4053340" y="6235893"/>
                </a:moveTo>
                <a:lnTo>
                  <a:pt x="4053340" y="4053340"/>
                </a:lnTo>
                <a:lnTo>
                  <a:pt x="6235893" y="4053340"/>
                </a:lnTo>
                <a:cubicBezTo>
                  <a:pt x="6580293" y="4053340"/>
                  <a:pt x="6859501" y="3774132"/>
                  <a:pt x="6859501" y="3429731"/>
                </a:cubicBezTo>
                <a:cubicBezTo>
                  <a:pt x="6859501" y="3085330"/>
                  <a:pt x="6580332" y="2806123"/>
                  <a:pt x="6235893" y="2806123"/>
                </a:cubicBezTo>
                <a:lnTo>
                  <a:pt x="4053340" y="2806123"/>
                </a:lnTo>
                <a:lnTo>
                  <a:pt x="4053340" y="623608"/>
                </a:lnTo>
                <a:cubicBezTo>
                  <a:pt x="4053340" y="279208"/>
                  <a:pt x="3774171" y="0"/>
                  <a:pt x="3429731" y="0"/>
                </a:cubicBezTo>
                <a:cubicBezTo>
                  <a:pt x="3085330" y="0"/>
                  <a:pt x="2806123" y="279208"/>
                  <a:pt x="2806123" y="623608"/>
                </a:cubicBezTo>
                <a:lnTo>
                  <a:pt x="2806123" y="2806161"/>
                </a:lnTo>
                <a:lnTo>
                  <a:pt x="623608" y="2806161"/>
                </a:lnTo>
                <a:cubicBezTo>
                  <a:pt x="279208" y="2806161"/>
                  <a:pt x="0" y="3085369"/>
                  <a:pt x="0" y="3429731"/>
                </a:cubicBezTo>
                <a:cubicBezTo>
                  <a:pt x="0" y="3774132"/>
                  <a:pt x="279208" y="4053340"/>
                  <a:pt x="623608" y="4053340"/>
                </a:cubicBezTo>
                <a:lnTo>
                  <a:pt x="2806161" y="4053340"/>
                </a:lnTo>
                <a:lnTo>
                  <a:pt x="2806161" y="6235893"/>
                </a:lnTo>
                <a:cubicBezTo>
                  <a:pt x="2806161" y="6580293"/>
                  <a:pt x="3085369" y="6859501"/>
                  <a:pt x="3429770" y="6859501"/>
                </a:cubicBezTo>
                <a:cubicBezTo>
                  <a:pt x="3774171" y="6859501"/>
                  <a:pt x="4053340" y="6580293"/>
                  <a:pt x="4053340" y="6235893"/>
                </a:cubicBezTo>
                <a:close/>
              </a:path>
            </a:pathLst>
          </a:custGeom>
          <a:ln w="3848" cap="flat">
            <a:noFill/>
            <a:prstDash val="solid"/>
            <a:miter/>
          </a:ln>
          <a:effectLst>
            <a:glow rad="152400">
              <a:srgbClr val="000000">
                <a:alpha val="4000"/>
              </a:srgbClr>
            </a:glow>
            <a:outerShdw blurRad="101600" dist="38100" dir="16200000" rotWithShape="0">
              <a:srgbClr val="000000">
                <a:alpha val="5000"/>
              </a:srgb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8195C5E-3851-758C-8E92-C9B93D49C1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634" y="728905"/>
            <a:ext cx="5893683" cy="3184274"/>
          </a:xfrm>
        </p:spPr>
        <p:txBody>
          <a:bodyPr anchor="b">
            <a:normAutofit/>
          </a:bodyPr>
          <a:lstStyle/>
          <a:p>
            <a:pPr algn="l"/>
            <a:r>
              <a:rPr lang="pt-BR" sz="5400"/>
              <a:t>Limelight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8E63092-8A3D-432E-2F9B-DE66870DA9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2753" y="4072044"/>
            <a:ext cx="5912715" cy="1495379"/>
          </a:xfrm>
        </p:spPr>
        <p:txBody>
          <a:bodyPr>
            <a:normAutofit/>
          </a:bodyPr>
          <a:lstStyle/>
          <a:p>
            <a:pPr algn="l"/>
            <a:r>
              <a:rPr lang="pt-BR" sz="2200"/>
              <a:t>O próximo passo é colocar o </a:t>
            </a:r>
            <a:r>
              <a:rPr lang="pt-BR" sz="2200" b="1"/>
              <a:t>filtro de rotação rápida</a:t>
            </a:r>
            <a:r>
              <a:rPr lang="pt-BR" sz="2200"/>
              <a:t> para a Limelight não mandar pose ruim ao PoseEstimator quando o robô estiver girando forte.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8E13CF-03AC-47CF-D8FB-087E5F72D7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9" r="7872" b="2"/>
          <a:stretch>
            <a:fillRect/>
          </a:stretch>
        </p:blipFill>
        <p:spPr>
          <a:xfrm>
            <a:off x="7330303" y="1"/>
            <a:ext cx="4851171" cy="6858000"/>
          </a:xfrm>
          <a:prstGeom prst="rect">
            <a:avLst/>
          </a:prstGeom>
        </p:spPr>
      </p:pic>
      <p:sp useBgFill="1">
        <p:nvSpPr>
          <p:cNvPr id="17" name="Graphic 10">
            <a:extLst>
              <a:ext uri="{FF2B5EF4-FFF2-40B4-BE49-F238E27FC236}">
                <a16:creationId xmlns:a16="http://schemas.microsoft.com/office/drawing/2014/main" id="{74A68384-D945-4F45-B9FB-C5A00DCC9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967314" y="5207478"/>
            <a:ext cx="719888" cy="719888"/>
          </a:xfrm>
          <a:custGeom>
            <a:avLst/>
            <a:gdLst>
              <a:gd name="connsiteX0" fmla="*/ 4053340 w 6859500"/>
              <a:gd name="connsiteY0" fmla="*/ 6235893 h 6859500"/>
              <a:gd name="connsiteX1" fmla="*/ 4053340 w 6859500"/>
              <a:gd name="connsiteY1" fmla="*/ 4053340 h 6859500"/>
              <a:gd name="connsiteX2" fmla="*/ 6235893 w 6859500"/>
              <a:gd name="connsiteY2" fmla="*/ 4053340 h 6859500"/>
              <a:gd name="connsiteX3" fmla="*/ 6859501 w 6859500"/>
              <a:gd name="connsiteY3" fmla="*/ 3429731 h 6859500"/>
              <a:gd name="connsiteX4" fmla="*/ 6235893 w 6859500"/>
              <a:gd name="connsiteY4" fmla="*/ 2806123 h 6859500"/>
              <a:gd name="connsiteX5" fmla="*/ 4053340 w 6859500"/>
              <a:gd name="connsiteY5" fmla="*/ 2806123 h 6859500"/>
              <a:gd name="connsiteX6" fmla="*/ 4053340 w 6859500"/>
              <a:gd name="connsiteY6" fmla="*/ 623608 h 6859500"/>
              <a:gd name="connsiteX7" fmla="*/ 3429731 w 6859500"/>
              <a:gd name="connsiteY7" fmla="*/ 0 h 6859500"/>
              <a:gd name="connsiteX8" fmla="*/ 2806123 w 6859500"/>
              <a:gd name="connsiteY8" fmla="*/ 623608 h 6859500"/>
              <a:gd name="connsiteX9" fmla="*/ 2806123 w 6859500"/>
              <a:gd name="connsiteY9" fmla="*/ 2806161 h 6859500"/>
              <a:gd name="connsiteX10" fmla="*/ 623608 w 6859500"/>
              <a:gd name="connsiteY10" fmla="*/ 2806161 h 6859500"/>
              <a:gd name="connsiteX11" fmla="*/ 0 w 6859500"/>
              <a:gd name="connsiteY11" fmla="*/ 3429731 h 6859500"/>
              <a:gd name="connsiteX12" fmla="*/ 623608 w 6859500"/>
              <a:gd name="connsiteY12" fmla="*/ 4053340 h 6859500"/>
              <a:gd name="connsiteX13" fmla="*/ 2806161 w 6859500"/>
              <a:gd name="connsiteY13" fmla="*/ 4053340 h 6859500"/>
              <a:gd name="connsiteX14" fmla="*/ 2806161 w 6859500"/>
              <a:gd name="connsiteY14" fmla="*/ 6235893 h 6859500"/>
              <a:gd name="connsiteX15" fmla="*/ 3429770 w 6859500"/>
              <a:gd name="connsiteY15" fmla="*/ 6859501 h 6859500"/>
              <a:gd name="connsiteX16" fmla="*/ 4053340 w 6859500"/>
              <a:gd name="connsiteY16" fmla="*/ 6235893 h 6859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859500" h="6859500">
                <a:moveTo>
                  <a:pt x="4053340" y="6235893"/>
                </a:moveTo>
                <a:lnTo>
                  <a:pt x="4053340" y="4053340"/>
                </a:lnTo>
                <a:lnTo>
                  <a:pt x="6235893" y="4053340"/>
                </a:lnTo>
                <a:cubicBezTo>
                  <a:pt x="6580293" y="4053340"/>
                  <a:pt x="6859501" y="3774132"/>
                  <a:pt x="6859501" y="3429731"/>
                </a:cubicBezTo>
                <a:cubicBezTo>
                  <a:pt x="6859501" y="3085330"/>
                  <a:pt x="6580332" y="2806123"/>
                  <a:pt x="6235893" y="2806123"/>
                </a:cubicBezTo>
                <a:lnTo>
                  <a:pt x="4053340" y="2806123"/>
                </a:lnTo>
                <a:lnTo>
                  <a:pt x="4053340" y="623608"/>
                </a:lnTo>
                <a:cubicBezTo>
                  <a:pt x="4053340" y="279208"/>
                  <a:pt x="3774171" y="0"/>
                  <a:pt x="3429731" y="0"/>
                </a:cubicBezTo>
                <a:cubicBezTo>
                  <a:pt x="3085330" y="0"/>
                  <a:pt x="2806123" y="279208"/>
                  <a:pt x="2806123" y="623608"/>
                </a:cubicBezTo>
                <a:lnTo>
                  <a:pt x="2806123" y="2806161"/>
                </a:lnTo>
                <a:lnTo>
                  <a:pt x="623608" y="2806161"/>
                </a:lnTo>
                <a:cubicBezTo>
                  <a:pt x="279208" y="2806161"/>
                  <a:pt x="0" y="3085369"/>
                  <a:pt x="0" y="3429731"/>
                </a:cubicBezTo>
                <a:cubicBezTo>
                  <a:pt x="0" y="3774132"/>
                  <a:pt x="279208" y="4053340"/>
                  <a:pt x="623608" y="4053340"/>
                </a:cubicBezTo>
                <a:lnTo>
                  <a:pt x="2806161" y="4053340"/>
                </a:lnTo>
                <a:lnTo>
                  <a:pt x="2806161" y="6235893"/>
                </a:lnTo>
                <a:cubicBezTo>
                  <a:pt x="2806161" y="6580293"/>
                  <a:pt x="3085369" y="6859501"/>
                  <a:pt x="3429770" y="6859501"/>
                </a:cubicBezTo>
                <a:cubicBezTo>
                  <a:pt x="3774171" y="6859501"/>
                  <a:pt x="4053340" y="6580293"/>
                  <a:pt x="4053340" y="6235893"/>
                </a:cubicBezTo>
                <a:close/>
              </a:path>
            </a:pathLst>
          </a:custGeom>
          <a:ln w="3848" cap="flat">
            <a:noFill/>
            <a:prstDash val="solid"/>
            <a:miter/>
          </a:ln>
          <a:effectLst>
            <a:glow rad="152400">
              <a:srgbClr val="000000">
                <a:alpha val="4000"/>
              </a:srgbClr>
            </a:glow>
            <a:outerShdw blurRad="101600" dist="38100" dir="16200000" rotWithShape="0">
              <a:srgbClr val="000000">
                <a:alpha val="5000"/>
              </a:srgb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616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FD344A-ACA7-79E2-7E62-AC3FB3991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solidFill>
                  <a:schemeClr val="bg1"/>
                </a:solidFill>
              </a:rPr>
              <a:t>Constants.java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DB5C64FD-CE29-535F-CF40-A91C0E7AF7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4800731" cy="4351338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2C081CA0-8586-F2D5-AAAE-028E0D94CDCE}"/>
              </a:ext>
            </a:extLst>
          </p:cNvPr>
          <p:cNvSpPr txBox="1"/>
          <p:nvPr/>
        </p:nvSpPr>
        <p:spPr>
          <a:xfrm>
            <a:off x="5902960" y="2804421"/>
            <a:ext cx="6096000" cy="23628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LIMITE DE VELOCIDADE ANGULAR PARA VISÃO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Acima desse valor a imagem pode sofrer </a:t>
            </a:r>
            <a:r>
              <a:rPr lang="pt-BR" sz="945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blur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durante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 rotação e a pose do MegaTag2 fica menos confiável.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Unidade: graus por segundo.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945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45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45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45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45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MAX_VISION_YAW_RATE_DEG_PER_SEC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4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945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720.0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060386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7B57501-94E1-9BCE-BD20-959EB4E93F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34833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2E8F0D6-A261-C6C4-66D9-B746AA581453}"/>
              </a:ext>
            </a:extLst>
          </p:cNvPr>
          <p:cNvSpPr txBox="1"/>
          <p:nvPr/>
        </p:nvSpPr>
        <p:spPr>
          <a:xfrm>
            <a:off x="6624320" y="1873041"/>
            <a:ext cx="4368800" cy="3665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#region VELOCIDADE ANGULAR DO ROBÔ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945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45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45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getYawVelocityDegreesPerSecond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945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pt-BR" sz="94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pt-BR" sz="945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945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945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isFinite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945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gyroInputs</a:t>
            </a:r>
            <a:r>
              <a:rPr lang="pt-BR" sz="945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945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yawVelocityRadPerSec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)) {</a:t>
            </a:r>
          </a:p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945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45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945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945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NaN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945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45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pt-BR" sz="945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945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toDegrees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945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gyroInputs</a:t>
            </a:r>
            <a:r>
              <a:rPr lang="pt-BR" sz="945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945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yawVelocityRadPerSec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#endregion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0527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AA5E4EB-0779-F776-0406-6C0510BC8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97600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838FC22-9053-0159-2B2A-DE2E372D2985}"/>
              </a:ext>
            </a:extLst>
          </p:cNvPr>
          <p:cNvSpPr txBox="1"/>
          <p:nvPr/>
        </p:nvSpPr>
        <p:spPr>
          <a:xfrm>
            <a:off x="6410960" y="374606"/>
            <a:ext cx="5110480" cy="6108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ORIENTAÇÃO DO ROBÔ - PIGEON 2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945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45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robotYawDegrees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4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945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.</a:t>
            </a:r>
            <a:r>
              <a:rPr lang="pt-BR" sz="945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getRotation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.</a:t>
            </a:r>
            <a:r>
              <a:rPr lang="pt-BR" sz="945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getDegrees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NEW - VELOCIDADE ANGULAR DO ROBÔ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945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45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robotYawRateDegPerSec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4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945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</a:t>
            </a:r>
            <a:r>
              <a:rPr lang="pt-BR" sz="945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945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getYawVelocityDegreesPerSecond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945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45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rotationRateValid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4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945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945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945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isFinite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945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robotYawRateDegPerSec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</a:t>
            </a:r>
          </a:p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94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45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pt-BR" sz="945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945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abs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945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robotYawRateDegPerSec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</a:t>
            </a: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94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45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LimelightConstants</a:t>
            </a:r>
            <a:r>
              <a:rPr lang="pt-BR" sz="945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945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MAX_VISION_YAW_RATE_DEG_PER_SEC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2818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0B18ABB-BAB7-3834-F72B-DCF29C3B4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6096000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DEE71D4C-6B61-CDE5-3F83-4147D6310D17}"/>
              </a:ext>
            </a:extLst>
          </p:cNvPr>
          <p:cNvSpPr txBox="1"/>
          <p:nvPr/>
        </p:nvSpPr>
        <p:spPr>
          <a:xfrm>
            <a:off x="5983344" y="2300128"/>
            <a:ext cx="4837056" cy="334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945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45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megaTag2Valid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4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945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megaTag2Estimate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4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45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94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45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megaTag2Estimate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945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pose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4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45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94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45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megaTag2Estimate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945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tagCount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4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45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94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45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megaTag2Estimate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945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avgTagDist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94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45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LimelightConstants</a:t>
            </a:r>
            <a:r>
              <a:rPr lang="pt-BR" sz="945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945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MAX_TAG_DISTANCE_METERS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NEW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94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45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rotationRateValid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6912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90E255B-B496-2124-C86E-B12BB04FF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218381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3D3644BF-E86D-12DE-2D92-8585CEF926AF}"/>
              </a:ext>
            </a:extLst>
          </p:cNvPr>
          <p:cNvSpPr txBox="1"/>
          <p:nvPr/>
        </p:nvSpPr>
        <p:spPr>
          <a:xfrm>
            <a:off x="6806304" y="2573284"/>
            <a:ext cx="4450976" cy="17114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945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945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945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945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"Vision/</a:t>
            </a:r>
            <a:r>
              <a:rPr lang="pt-BR" sz="945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Rear</a:t>
            </a:r>
            <a:r>
              <a:rPr lang="pt-BR" sz="945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/MegaTag2/</a:t>
            </a:r>
            <a:r>
              <a:rPr lang="pt-BR" sz="945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YawRateDegPerSec</a:t>
            </a:r>
            <a:r>
              <a:rPr lang="pt-BR" sz="945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945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robotYawRateDegPerSec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945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945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945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945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"Vision/</a:t>
            </a:r>
            <a:r>
              <a:rPr lang="pt-BR" sz="945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Rear</a:t>
            </a:r>
            <a:r>
              <a:rPr lang="pt-BR" sz="945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/MegaTag2/</a:t>
            </a:r>
            <a:r>
              <a:rPr lang="pt-BR" sz="945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RotationRateValid</a:t>
            </a:r>
            <a:r>
              <a:rPr lang="pt-BR" sz="945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945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rotationRateValid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</p:txBody>
      </p:sp>
    </p:spTree>
    <p:extLst>
      <p:ext uri="{BB962C8B-B14F-4D97-AF65-F5344CB8AC3E}">
        <p14:creationId xmlns:p14="http://schemas.microsoft.com/office/powerpoint/2010/main" val="2251428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9A7A84-665E-E22B-35F4-02CCEC6F05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Vamos trabalhar a confiança na </a:t>
            </a:r>
            <a:r>
              <a:rPr lang="pt-BR" dirty="0" err="1"/>
              <a:t>limelight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A86CC53-3F28-F630-F38C-333529457F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9406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9AAAEE6-7661-7054-7365-737B58A6D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5801360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C859C1B1-8BF0-3CE5-EBC4-BB2238CF2722}"/>
              </a:ext>
            </a:extLst>
          </p:cNvPr>
          <p:cNvSpPr txBox="1"/>
          <p:nvPr/>
        </p:nvSpPr>
        <p:spPr>
          <a:xfrm>
            <a:off x="6095999" y="0"/>
            <a:ext cx="6096000" cy="6760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FUSÃO DE VISÃO - MEGATAG2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Versão padrão.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Mantém o comportamento atual usando 0.70 m.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Depois o Vision.java poderá chamar a outra versão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passando uma confiança calculada dinamicamente.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945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45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45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addVisionMeasurement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945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Pose2d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45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visionPose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945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45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timestampSeconds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 {</a:t>
            </a:r>
          </a:p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945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addVisionMeasurement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945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visionPose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945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timestampSeconds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945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0.70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</p:txBody>
      </p:sp>
    </p:spTree>
    <p:extLst>
      <p:ext uri="{BB962C8B-B14F-4D97-AF65-F5344CB8AC3E}">
        <p14:creationId xmlns:p14="http://schemas.microsoft.com/office/powerpoint/2010/main" val="91856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2B4F2680-3281-40A2-F232-6E99E3082ACD}"/>
              </a:ext>
            </a:extLst>
          </p:cNvPr>
          <p:cNvSpPr txBox="1"/>
          <p:nvPr/>
        </p:nvSpPr>
        <p:spPr>
          <a:xfrm>
            <a:off x="121920" y="1412604"/>
            <a:ext cx="6096000" cy="4317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 ============================================================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NEW - FUSÃO DE VISÃO COM CONFIANÇA CONFIGURÁVEL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945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xyStdDevMeters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: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valor menor = confia MAIS na </a:t>
            </a:r>
            <a:r>
              <a:rPr lang="pt-BR" sz="945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Limelight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valor maior = confia MENOS na </a:t>
            </a:r>
            <a:r>
              <a:rPr lang="pt-BR" sz="945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Limelight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945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45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45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addVisionMeasurement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945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Pose2d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45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visionPose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945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45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timestampSeconds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945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45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xyStdDevMeters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5318FFE-DF77-BBAD-F5B5-CE6A8614BFB3}"/>
              </a:ext>
            </a:extLst>
          </p:cNvPr>
          <p:cNvSpPr txBox="1"/>
          <p:nvPr/>
        </p:nvSpPr>
        <p:spPr>
          <a:xfrm>
            <a:off x="5974080" y="353981"/>
            <a:ext cx="6096000" cy="6434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1 - PROTEÇÃO DOS DADOS RECEBIDOS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945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pt-BR" sz="945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visionPose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4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45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94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4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pt-BR" sz="945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945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945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isFinite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pt-BR" sz="945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visionPose</a:t>
            </a:r>
            <a:r>
              <a:rPr lang="pt-BR" sz="945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945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getX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)</a:t>
            </a:r>
          </a:p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94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4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pt-BR" sz="945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945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945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isFinite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pt-BR" sz="945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visionPose</a:t>
            </a:r>
            <a:r>
              <a:rPr lang="pt-BR" sz="945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945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getY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)</a:t>
            </a:r>
          </a:p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94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4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pt-BR" sz="945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945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945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isFinite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pt-BR" sz="945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visionPose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            .</a:t>
            </a:r>
            <a:r>
              <a:rPr lang="pt-BR" sz="945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getRotation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            .</a:t>
            </a:r>
            <a:r>
              <a:rPr lang="pt-BR" sz="945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getRadians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)</a:t>
            </a:r>
          </a:p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94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4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pt-BR" sz="945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945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945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isFinite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pt-BR" sz="945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timestampSeconds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)</a:t>
            </a:r>
          </a:p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94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4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pt-BR" sz="945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945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945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isFinite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pt-BR" sz="945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xyStdDevMeters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)</a:t>
            </a:r>
          </a:p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94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45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xyStdDevMeters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4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45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945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</p:txBody>
      </p:sp>
    </p:spTree>
    <p:extLst>
      <p:ext uri="{BB962C8B-B14F-4D97-AF65-F5344CB8AC3E}">
        <p14:creationId xmlns:p14="http://schemas.microsoft.com/office/powerpoint/2010/main" val="36867004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8C28CBF4-ACE1-29FC-CAB9-67855047398B}"/>
              </a:ext>
            </a:extLst>
          </p:cNvPr>
          <p:cNvSpPr txBox="1"/>
          <p:nvPr/>
        </p:nvSpPr>
        <p:spPr>
          <a:xfrm>
            <a:off x="152400" y="48875"/>
            <a:ext cx="6096000" cy="6760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2 - ENVIA A MEDIÇÃO AO POSE ESTIMATOR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X e Y: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utilizam a confiança fornecida pelo Vision.java.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945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Theta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: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praticamente ignorado.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 orientação continua sendo fornecida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principalmente pelo </a:t>
            </a:r>
            <a:r>
              <a:rPr lang="pt-BR" sz="945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Pigeon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2.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945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poseEstimator</a:t>
            </a:r>
            <a:r>
              <a:rPr lang="pt-BR" sz="945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945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addVisionMeasurement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2434"/>
              </a:lnSpc>
              <a:buNone/>
            </a:pP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945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visionPose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2434"/>
              </a:lnSpc>
              <a:buNone/>
            </a:pP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945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timestampSeconds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945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VecBuilder</a:t>
            </a:r>
            <a:r>
              <a:rPr lang="pt-BR" sz="945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945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fill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pt-BR" sz="945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xyStdDevMeters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pt-BR" sz="945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xyStdDevMeters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pt-BR" sz="945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9999999.0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)</a:t>
            </a:r>
          </a:p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881FAF0-81EC-1271-CD75-CF94D5A7A879}"/>
              </a:ext>
            </a:extLst>
          </p:cNvPr>
          <p:cNvSpPr txBox="1"/>
          <p:nvPr/>
        </p:nvSpPr>
        <p:spPr>
          <a:xfrm>
            <a:off x="5943600" y="781767"/>
            <a:ext cx="6096000" cy="5294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3 - ATUALIZA A POSE DO DRIVE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945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pose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94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945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poseEstimator</a:t>
            </a:r>
            <a:r>
              <a:rPr lang="pt-BR" sz="945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945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getEstimatedPosition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4 - ADVANTAGEKIT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945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945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945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945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"Drive/Vision/</a:t>
            </a:r>
            <a:r>
              <a:rPr lang="pt-BR" sz="945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XYStdDevMeters</a:t>
            </a:r>
            <a:r>
              <a:rPr lang="pt-BR" sz="945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945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xyStdDevMeters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ct val="112434"/>
              </a:lnSpc>
              <a:buNone/>
            </a:pPr>
            <a:b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2434"/>
              </a:lnSpc>
              <a:buNone/>
            </a:pPr>
            <a:r>
              <a:rPr lang="pt-BR" sz="945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945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945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70718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D91916A1-FEE7-41E7-BEE3-2B4941A6F3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5990" y="62886"/>
            <a:ext cx="11708355" cy="6301715"/>
            <a:chOff x="175990" y="62886"/>
            <a:chExt cx="11708355" cy="6301715"/>
          </a:xfrm>
        </p:grpSpPr>
        <p:sp useBgFill="1">
          <p:nvSpPr>
            <p:cNvPr id="12" name="Graphic 10">
              <a:extLst>
                <a:ext uri="{FF2B5EF4-FFF2-40B4-BE49-F238E27FC236}">
                  <a16:creationId xmlns:a16="http://schemas.microsoft.com/office/drawing/2014/main" id="{EAFF5F08-677C-4873-9274-02B6FE7510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75990" y="525742"/>
              <a:ext cx="1066799" cy="1066799"/>
            </a:xfrm>
            <a:custGeom>
              <a:avLst/>
              <a:gdLst>
                <a:gd name="connsiteX0" fmla="*/ 4053340 w 6859500"/>
                <a:gd name="connsiteY0" fmla="*/ 6235893 h 6859500"/>
                <a:gd name="connsiteX1" fmla="*/ 4053340 w 6859500"/>
                <a:gd name="connsiteY1" fmla="*/ 4053340 h 6859500"/>
                <a:gd name="connsiteX2" fmla="*/ 6235893 w 6859500"/>
                <a:gd name="connsiteY2" fmla="*/ 4053340 h 6859500"/>
                <a:gd name="connsiteX3" fmla="*/ 6859501 w 6859500"/>
                <a:gd name="connsiteY3" fmla="*/ 3429731 h 6859500"/>
                <a:gd name="connsiteX4" fmla="*/ 6235893 w 6859500"/>
                <a:gd name="connsiteY4" fmla="*/ 2806123 h 6859500"/>
                <a:gd name="connsiteX5" fmla="*/ 4053340 w 6859500"/>
                <a:gd name="connsiteY5" fmla="*/ 2806123 h 6859500"/>
                <a:gd name="connsiteX6" fmla="*/ 4053340 w 6859500"/>
                <a:gd name="connsiteY6" fmla="*/ 623608 h 6859500"/>
                <a:gd name="connsiteX7" fmla="*/ 3429731 w 6859500"/>
                <a:gd name="connsiteY7" fmla="*/ 0 h 6859500"/>
                <a:gd name="connsiteX8" fmla="*/ 2806123 w 6859500"/>
                <a:gd name="connsiteY8" fmla="*/ 623608 h 6859500"/>
                <a:gd name="connsiteX9" fmla="*/ 2806123 w 6859500"/>
                <a:gd name="connsiteY9" fmla="*/ 2806161 h 6859500"/>
                <a:gd name="connsiteX10" fmla="*/ 623608 w 6859500"/>
                <a:gd name="connsiteY10" fmla="*/ 2806161 h 6859500"/>
                <a:gd name="connsiteX11" fmla="*/ 0 w 6859500"/>
                <a:gd name="connsiteY11" fmla="*/ 3429731 h 6859500"/>
                <a:gd name="connsiteX12" fmla="*/ 623608 w 6859500"/>
                <a:gd name="connsiteY12" fmla="*/ 4053340 h 6859500"/>
                <a:gd name="connsiteX13" fmla="*/ 2806161 w 6859500"/>
                <a:gd name="connsiteY13" fmla="*/ 4053340 h 6859500"/>
                <a:gd name="connsiteX14" fmla="*/ 2806161 w 6859500"/>
                <a:gd name="connsiteY14" fmla="*/ 6235893 h 6859500"/>
                <a:gd name="connsiteX15" fmla="*/ 3429770 w 6859500"/>
                <a:gd name="connsiteY15" fmla="*/ 6859501 h 6859500"/>
                <a:gd name="connsiteX16" fmla="*/ 4053340 w 6859500"/>
                <a:gd name="connsiteY16" fmla="*/ 6235893 h 685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859500" h="6859500">
                  <a:moveTo>
                    <a:pt x="4053340" y="6235893"/>
                  </a:moveTo>
                  <a:lnTo>
                    <a:pt x="4053340" y="4053340"/>
                  </a:lnTo>
                  <a:lnTo>
                    <a:pt x="6235893" y="4053340"/>
                  </a:lnTo>
                  <a:cubicBezTo>
                    <a:pt x="6580293" y="4053340"/>
                    <a:pt x="6859501" y="3774132"/>
                    <a:pt x="6859501" y="3429731"/>
                  </a:cubicBezTo>
                  <a:cubicBezTo>
                    <a:pt x="6859501" y="3085330"/>
                    <a:pt x="6580332" y="2806123"/>
                    <a:pt x="6235893" y="2806123"/>
                  </a:cubicBezTo>
                  <a:lnTo>
                    <a:pt x="4053340" y="2806123"/>
                  </a:lnTo>
                  <a:lnTo>
                    <a:pt x="4053340" y="623608"/>
                  </a:lnTo>
                  <a:cubicBezTo>
                    <a:pt x="4053340" y="279208"/>
                    <a:pt x="3774171" y="0"/>
                    <a:pt x="3429731" y="0"/>
                  </a:cubicBezTo>
                  <a:cubicBezTo>
                    <a:pt x="3085330" y="0"/>
                    <a:pt x="2806123" y="279208"/>
                    <a:pt x="2806123" y="623608"/>
                  </a:cubicBezTo>
                  <a:lnTo>
                    <a:pt x="2806123" y="2806161"/>
                  </a:lnTo>
                  <a:lnTo>
                    <a:pt x="623608" y="2806161"/>
                  </a:lnTo>
                  <a:cubicBezTo>
                    <a:pt x="279208" y="2806161"/>
                    <a:pt x="0" y="3085369"/>
                    <a:pt x="0" y="3429731"/>
                  </a:cubicBezTo>
                  <a:cubicBezTo>
                    <a:pt x="0" y="3774132"/>
                    <a:pt x="279208" y="4053340"/>
                    <a:pt x="623608" y="4053340"/>
                  </a:cubicBezTo>
                  <a:lnTo>
                    <a:pt x="2806161" y="4053340"/>
                  </a:lnTo>
                  <a:lnTo>
                    <a:pt x="2806161" y="6235893"/>
                  </a:lnTo>
                  <a:cubicBezTo>
                    <a:pt x="2806161" y="6580293"/>
                    <a:pt x="3085369" y="6859501"/>
                    <a:pt x="3429770" y="6859501"/>
                  </a:cubicBezTo>
                  <a:cubicBezTo>
                    <a:pt x="3774171" y="6859501"/>
                    <a:pt x="4053340" y="6580293"/>
                    <a:pt x="4053340" y="6235893"/>
                  </a:cubicBezTo>
                  <a:close/>
                </a:path>
              </a:pathLst>
            </a:cu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sp useBgFill="1">
          <p:nvSpPr>
            <p:cNvPr id="13" name="Graphic 10">
              <a:extLst>
                <a:ext uri="{FF2B5EF4-FFF2-40B4-BE49-F238E27FC236}">
                  <a16:creationId xmlns:a16="http://schemas.microsoft.com/office/drawing/2014/main" id="{16514C65-F179-4953-B660-5FC657697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8482021" y="62886"/>
              <a:ext cx="2322574" cy="2322574"/>
            </a:xfrm>
            <a:custGeom>
              <a:avLst/>
              <a:gdLst>
                <a:gd name="connsiteX0" fmla="*/ 4053340 w 6859500"/>
                <a:gd name="connsiteY0" fmla="*/ 6235893 h 6859500"/>
                <a:gd name="connsiteX1" fmla="*/ 4053340 w 6859500"/>
                <a:gd name="connsiteY1" fmla="*/ 4053340 h 6859500"/>
                <a:gd name="connsiteX2" fmla="*/ 6235893 w 6859500"/>
                <a:gd name="connsiteY2" fmla="*/ 4053340 h 6859500"/>
                <a:gd name="connsiteX3" fmla="*/ 6859501 w 6859500"/>
                <a:gd name="connsiteY3" fmla="*/ 3429731 h 6859500"/>
                <a:gd name="connsiteX4" fmla="*/ 6235893 w 6859500"/>
                <a:gd name="connsiteY4" fmla="*/ 2806123 h 6859500"/>
                <a:gd name="connsiteX5" fmla="*/ 4053340 w 6859500"/>
                <a:gd name="connsiteY5" fmla="*/ 2806123 h 6859500"/>
                <a:gd name="connsiteX6" fmla="*/ 4053340 w 6859500"/>
                <a:gd name="connsiteY6" fmla="*/ 623608 h 6859500"/>
                <a:gd name="connsiteX7" fmla="*/ 3429731 w 6859500"/>
                <a:gd name="connsiteY7" fmla="*/ 0 h 6859500"/>
                <a:gd name="connsiteX8" fmla="*/ 2806123 w 6859500"/>
                <a:gd name="connsiteY8" fmla="*/ 623608 h 6859500"/>
                <a:gd name="connsiteX9" fmla="*/ 2806123 w 6859500"/>
                <a:gd name="connsiteY9" fmla="*/ 2806161 h 6859500"/>
                <a:gd name="connsiteX10" fmla="*/ 623608 w 6859500"/>
                <a:gd name="connsiteY10" fmla="*/ 2806161 h 6859500"/>
                <a:gd name="connsiteX11" fmla="*/ 0 w 6859500"/>
                <a:gd name="connsiteY11" fmla="*/ 3429731 h 6859500"/>
                <a:gd name="connsiteX12" fmla="*/ 623608 w 6859500"/>
                <a:gd name="connsiteY12" fmla="*/ 4053340 h 6859500"/>
                <a:gd name="connsiteX13" fmla="*/ 2806161 w 6859500"/>
                <a:gd name="connsiteY13" fmla="*/ 4053340 h 6859500"/>
                <a:gd name="connsiteX14" fmla="*/ 2806161 w 6859500"/>
                <a:gd name="connsiteY14" fmla="*/ 6235893 h 6859500"/>
                <a:gd name="connsiteX15" fmla="*/ 3429770 w 6859500"/>
                <a:gd name="connsiteY15" fmla="*/ 6859501 h 6859500"/>
                <a:gd name="connsiteX16" fmla="*/ 4053340 w 6859500"/>
                <a:gd name="connsiteY16" fmla="*/ 6235893 h 685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859500" h="6859500">
                  <a:moveTo>
                    <a:pt x="4053340" y="6235893"/>
                  </a:moveTo>
                  <a:lnTo>
                    <a:pt x="4053340" y="4053340"/>
                  </a:lnTo>
                  <a:lnTo>
                    <a:pt x="6235893" y="4053340"/>
                  </a:lnTo>
                  <a:cubicBezTo>
                    <a:pt x="6580293" y="4053340"/>
                    <a:pt x="6859501" y="3774132"/>
                    <a:pt x="6859501" y="3429731"/>
                  </a:cubicBezTo>
                  <a:cubicBezTo>
                    <a:pt x="6859501" y="3085330"/>
                    <a:pt x="6580332" y="2806123"/>
                    <a:pt x="6235893" y="2806123"/>
                  </a:cubicBezTo>
                  <a:lnTo>
                    <a:pt x="4053340" y="2806123"/>
                  </a:lnTo>
                  <a:lnTo>
                    <a:pt x="4053340" y="623608"/>
                  </a:lnTo>
                  <a:cubicBezTo>
                    <a:pt x="4053340" y="279208"/>
                    <a:pt x="3774171" y="0"/>
                    <a:pt x="3429731" y="0"/>
                  </a:cubicBezTo>
                  <a:cubicBezTo>
                    <a:pt x="3085330" y="0"/>
                    <a:pt x="2806123" y="279208"/>
                    <a:pt x="2806123" y="623608"/>
                  </a:cubicBezTo>
                  <a:lnTo>
                    <a:pt x="2806123" y="2806161"/>
                  </a:lnTo>
                  <a:lnTo>
                    <a:pt x="623608" y="2806161"/>
                  </a:lnTo>
                  <a:cubicBezTo>
                    <a:pt x="279208" y="2806161"/>
                    <a:pt x="0" y="3085369"/>
                    <a:pt x="0" y="3429731"/>
                  </a:cubicBezTo>
                  <a:cubicBezTo>
                    <a:pt x="0" y="3774132"/>
                    <a:pt x="279208" y="4053340"/>
                    <a:pt x="623608" y="4053340"/>
                  </a:cubicBezTo>
                  <a:lnTo>
                    <a:pt x="2806161" y="4053340"/>
                  </a:lnTo>
                  <a:lnTo>
                    <a:pt x="2806161" y="6235893"/>
                  </a:lnTo>
                  <a:cubicBezTo>
                    <a:pt x="2806161" y="6580293"/>
                    <a:pt x="3085369" y="6859501"/>
                    <a:pt x="3429770" y="6859501"/>
                  </a:cubicBezTo>
                  <a:cubicBezTo>
                    <a:pt x="3774171" y="6859501"/>
                    <a:pt x="4053340" y="6580293"/>
                    <a:pt x="4053340" y="6235893"/>
                  </a:cubicBezTo>
                  <a:close/>
                </a:path>
              </a:pathLst>
            </a:cu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sp useBgFill="1">
          <p:nvSpPr>
            <p:cNvPr id="14" name="Graphic 10">
              <a:extLst>
                <a:ext uri="{FF2B5EF4-FFF2-40B4-BE49-F238E27FC236}">
                  <a16:creationId xmlns:a16="http://schemas.microsoft.com/office/drawing/2014/main" id="{DF5DA89C-9FED-4AE0-8C36-20612E77FA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0578627" y="5015941"/>
              <a:ext cx="925287" cy="925287"/>
            </a:xfrm>
            <a:custGeom>
              <a:avLst/>
              <a:gdLst>
                <a:gd name="connsiteX0" fmla="*/ 4053340 w 6859500"/>
                <a:gd name="connsiteY0" fmla="*/ 6235893 h 6859500"/>
                <a:gd name="connsiteX1" fmla="*/ 4053340 w 6859500"/>
                <a:gd name="connsiteY1" fmla="*/ 4053340 h 6859500"/>
                <a:gd name="connsiteX2" fmla="*/ 6235893 w 6859500"/>
                <a:gd name="connsiteY2" fmla="*/ 4053340 h 6859500"/>
                <a:gd name="connsiteX3" fmla="*/ 6859501 w 6859500"/>
                <a:gd name="connsiteY3" fmla="*/ 3429731 h 6859500"/>
                <a:gd name="connsiteX4" fmla="*/ 6235893 w 6859500"/>
                <a:gd name="connsiteY4" fmla="*/ 2806123 h 6859500"/>
                <a:gd name="connsiteX5" fmla="*/ 4053340 w 6859500"/>
                <a:gd name="connsiteY5" fmla="*/ 2806123 h 6859500"/>
                <a:gd name="connsiteX6" fmla="*/ 4053340 w 6859500"/>
                <a:gd name="connsiteY6" fmla="*/ 623608 h 6859500"/>
                <a:gd name="connsiteX7" fmla="*/ 3429731 w 6859500"/>
                <a:gd name="connsiteY7" fmla="*/ 0 h 6859500"/>
                <a:gd name="connsiteX8" fmla="*/ 2806123 w 6859500"/>
                <a:gd name="connsiteY8" fmla="*/ 623608 h 6859500"/>
                <a:gd name="connsiteX9" fmla="*/ 2806123 w 6859500"/>
                <a:gd name="connsiteY9" fmla="*/ 2806161 h 6859500"/>
                <a:gd name="connsiteX10" fmla="*/ 623608 w 6859500"/>
                <a:gd name="connsiteY10" fmla="*/ 2806161 h 6859500"/>
                <a:gd name="connsiteX11" fmla="*/ 0 w 6859500"/>
                <a:gd name="connsiteY11" fmla="*/ 3429731 h 6859500"/>
                <a:gd name="connsiteX12" fmla="*/ 623608 w 6859500"/>
                <a:gd name="connsiteY12" fmla="*/ 4053340 h 6859500"/>
                <a:gd name="connsiteX13" fmla="*/ 2806161 w 6859500"/>
                <a:gd name="connsiteY13" fmla="*/ 4053340 h 6859500"/>
                <a:gd name="connsiteX14" fmla="*/ 2806161 w 6859500"/>
                <a:gd name="connsiteY14" fmla="*/ 6235893 h 6859500"/>
                <a:gd name="connsiteX15" fmla="*/ 3429770 w 6859500"/>
                <a:gd name="connsiteY15" fmla="*/ 6859501 h 6859500"/>
                <a:gd name="connsiteX16" fmla="*/ 4053340 w 6859500"/>
                <a:gd name="connsiteY16" fmla="*/ 6235893 h 685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859500" h="6859500">
                  <a:moveTo>
                    <a:pt x="4053340" y="6235893"/>
                  </a:moveTo>
                  <a:lnTo>
                    <a:pt x="4053340" y="4053340"/>
                  </a:lnTo>
                  <a:lnTo>
                    <a:pt x="6235893" y="4053340"/>
                  </a:lnTo>
                  <a:cubicBezTo>
                    <a:pt x="6580293" y="4053340"/>
                    <a:pt x="6859501" y="3774132"/>
                    <a:pt x="6859501" y="3429731"/>
                  </a:cubicBezTo>
                  <a:cubicBezTo>
                    <a:pt x="6859501" y="3085330"/>
                    <a:pt x="6580332" y="2806123"/>
                    <a:pt x="6235893" y="2806123"/>
                  </a:cubicBezTo>
                  <a:lnTo>
                    <a:pt x="4053340" y="2806123"/>
                  </a:lnTo>
                  <a:lnTo>
                    <a:pt x="4053340" y="623608"/>
                  </a:lnTo>
                  <a:cubicBezTo>
                    <a:pt x="4053340" y="279208"/>
                    <a:pt x="3774171" y="0"/>
                    <a:pt x="3429731" y="0"/>
                  </a:cubicBezTo>
                  <a:cubicBezTo>
                    <a:pt x="3085330" y="0"/>
                    <a:pt x="2806123" y="279208"/>
                    <a:pt x="2806123" y="623608"/>
                  </a:cubicBezTo>
                  <a:lnTo>
                    <a:pt x="2806123" y="2806161"/>
                  </a:lnTo>
                  <a:lnTo>
                    <a:pt x="623608" y="2806161"/>
                  </a:lnTo>
                  <a:cubicBezTo>
                    <a:pt x="279208" y="2806161"/>
                    <a:pt x="0" y="3085369"/>
                    <a:pt x="0" y="3429731"/>
                  </a:cubicBezTo>
                  <a:cubicBezTo>
                    <a:pt x="0" y="3774132"/>
                    <a:pt x="279208" y="4053340"/>
                    <a:pt x="623608" y="4053340"/>
                  </a:cubicBezTo>
                  <a:lnTo>
                    <a:pt x="2806161" y="4053340"/>
                  </a:lnTo>
                  <a:lnTo>
                    <a:pt x="2806161" y="6235893"/>
                  </a:lnTo>
                  <a:cubicBezTo>
                    <a:pt x="2806161" y="6580293"/>
                    <a:pt x="3085369" y="6859501"/>
                    <a:pt x="3429770" y="6859501"/>
                  </a:cubicBezTo>
                  <a:cubicBezTo>
                    <a:pt x="3774171" y="6859501"/>
                    <a:pt x="4053340" y="6580293"/>
                    <a:pt x="4053340" y="6235893"/>
                  </a:cubicBezTo>
                  <a:close/>
                </a:path>
              </a:pathLst>
            </a:cu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sp useBgFill="1">
          <p:nvSpPr>
            <p:cNvPr id="15" name="Oval 14">
              <a:extLst>
                <a:ext uri="{FF2B5EF4-FFF2-40B4-BE49-F238E27FC236}">
                  <a16:creationId xmlns:a16="http://schemas.microsoft.com/office/drawing/2014/main" id="{FB98224C-F1DB-4F10-9B7F-93B86BA13F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11622685" y="6102941"/>
              <a:ext cx="261660" cy="261660"/>
            </a:xfrm>
            <a:prstGeom prst="ellipse">
              <a:avLst/>
            </a:pr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 useBgFill="1">
          <p:nvSpPr>
            <p:cNvPr id="16" name="Oval 15">
              <a:extLst>
                <a:ext uri="{FF2B5EF4-FFF2-40B4-BE49-F238E27FC236}">
                  <a16:creationId xmlns:a16="http://schemas.microsoft.com/office/drawing/2014/main" id="{9AE1FC9E-06C9-4A12-8BE7-766C3DA8B9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11352354" y="406586"/>
              <a:ext cx="474023" cy="474023"/>
            </a:xfrm>
            <a:prstGeom prst="ellipse">
              <a:avLst/>
            </a:pr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 useBgFill="1">
          <p:nvSpPr>
            <p:cNvPr id="17" name="Oval 16">
              <a:extLst>
                <a:ext uri="{FF2B5EF4-FFF2-40B4-BE49-F238E27FC236}">
                  <a16:creationId xmlns:a16="http://schemas.microsoft.com/office/drawing/2014/main" id="{29954B75-D8C7-439C-A014-E644E3E2C0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1678231" y="427615"/>
              <a:ext cx="334385" cy="334385"/>
            </a:xfrm>
            <a:prstGeom prst="ellipse">
              <a:avLst/>
            </a:pr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</p:grp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5AD4A59-91FA-4E30-8F32-A8AB51F768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3848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DFF45EF-8068-49B8-AFAE-404F6EB188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"/>
            </a:srgbClr>
          </a:solidFill>
          <a:ln w="3848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668F617-A865-44FB-B7FA-D3D82EB30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364188" y="339903"/>
            <a:ext cx="2359700" cy="1660157"/>
            <a:chOff x="2364188" y="339903"/>
            <a:chExt cx="2359700" cy="1660157"/>
          </a:xfrm>
        </p:grpSpPr>
        <p:sp useBgFill="1">
          <p:nvSpPr>
            <p:cNvPr id="24" name="Graphic 10">
              <a:extLst>
                <a:ext uri="{FF2B5EF4-FFF2-40B4-BE49-F238E27FC236}">
                  <a16:creationId xmlns:a16="http://schemas.microsoft.com/office/drawing/2014/main" id="{1E049813-75C2-4C4C-884E-5480698BEB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156361" y="339903"/>
              <a:ext cx="1567527" cy="1567527"/>
            </a:xfrm>
            <a:custGeom>
              <a:avLst/>
              <a:gdLst>
                <a:gd name="connsiteX0" fmla="*/ 4053340 w 6859500"/>
                <a:gd name="connsiteY0" fmla="*/ 6235893 h 6859500"/>
                <a:gd name="connsiteX1" fmla="*/ 4053340 w 6859500"/>
                <a:gd name="connsiteY1" fmla="*/ 4053340 h 6859500"/>
                <a:gd name="connsiteX2" fmla="*/ 6235893 w 6859500"/>
                <a:gd name="connsiteY2" fmla="*/ 4053340 h 6859500"/>
                <a:gd name="connsiteX3" fmla="*/ 6859501 w 6859500"/>
                <a:gd name="connsiteY3" fmla="*/ 3429731 h 6859500"/>
                <a:gd name="connsiteX4" fmla="*/ 6235893 w 6859500"/>
                <a:gd name="connsiteY4" fmla="*/ 2806123 h 6859500"/>
                <a:gd name="connsiteX5" fmla="*/ 4053340 w 6859500"/>
                <a:gd name="connsiteY5" fmla="*/ 2806123 h 6859500"/>
                <a:gd name="connsiteX6" fmla="*/ 4053340 w 6859500"/>
                <a:gd name="connsiteY6" fmla="*/ 623608 h 6859500"/>
                <a:gd name="connsiteX7" fmla="*/ 3429731 w 6859500"/>
                <a:gd name="connsiteY7" fmla="*/ 0 h 6859500"/>
                <a:gd name="connsiteX8" fmla="*/ 2806123 w 6859500"/>
                <a:gd name="connsiteY8" fmla="*/ 623608 h 6859500"/>
                <a:gd name="connsiteX9" fmla="*/ 2806123 w 6859500"/>
                <a:gd name="connsiteY9" fmla="*/ 2806161 h 6859500"/>
                <a:gd name="connsiteX10" fmla="*/ 623608 w 6859500"/>
                <a:gd name="connsiteY10" fmla="*/ 2806161 h 6859500"/>
                <a:gd name="connsiteX11" fmla="*/ 0 w 6859500"/>
                <a:gd name="connsiteY11" fmla="*/ 3429731 h 6859500"/>
                <a:gd name="connsiteX12" fmla="*/ 623608 w 6859500"/>
                <a:gd name="connsiteY12" fmla="*/ 4053340 h 6859500"/>
                <a:gd name="connsiteX13" fmla="*/ 2806161 w 6859500"/>
                <a:gd name="connsiteY13" fmla="*/ 4053340 h 6859500"/>
                <a:gd name="connsiteX14" fmla="*/ 2806161 w 6859500"/>
                <a:gd name="connsiteY14" fmla="*/ 6235893 h 6859500"/>
                <a:gd name="connsiteX15" fmla="*/ 3429770 w 6859500"/>
                <a:gd name="connsiteY15" fmla="*/ 6859501 h 6859500"/>
                <a:gd name="connsiteX16" fmla="*/ 4053340 w 6859500"/>
                <a:gd name="connsiteY16" fmla="*/ 6235893 h 685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859500" h="6859500">
                  <a:moveTo>
                    <a:pt x="4053340" y="6235893"/>
                  </a:moveTo>
                  <a:lnTo>
                    <a:pt x="4053340" y="4053340"/>
                  </a:lnTo>
                  <a:lnTo>
                    <a:pt x="6235893" y="4053340"/>
                  </a:lnTo>
                  <a:cubicBezTo>
                    <a:pt x="6580293" y="4053340"/>
                    <a:pt x="6859501" y="3774132"/>
                    <a:pt x="6859501" y="3429731"/>
                  </a:cubicBezTo>
                  <a:cubicBezTo>
                    <a:pt x="6859501" y="3085330"/>
                    <a:pt x="6580332" y="2806123"/>
                    <a:pt x="6235893" y="2806123"/>
                  </a:cubicBezTo>
                  <a:lnTo>
                    <a:pt x="4053340" y="2806123"/>
                  </a:lnTo>
                  <a:lnTo>
                    <a:pt x="4053340" y="623608"/>
                  </a:lnTo>
                  <a:cubicBezTo>
                    <a:pt x="4053340" y="279208"/>
                    <a:pt x="3774171" y="0"/>
                    <a:pt x="3429731" y="0"/>
                  </a:cubicBezTo>
                  <a:cubicBezTo>
                    <a:pt x="3085330" y="0"/>
                    <a:pt x="2806123" y="279208"/>
                    <a:pt x="2806123" y="623608"/>
                  </a:cubicBezTo>
                  <a:lnTo>
                    <a:pt x="2806123" y="2806161"/>
                  </a:lnTo>
                  <a:lnTo>
                    <a:pt x="623608" y="2806161"/>
                  </a:lnTo>
                  <a:cubicBezTo>
                    <a:pt x="279208" y="2806161"/>
                    <a:pt x="0" y="3085369"/>
                    <a:pt x="0" y="3429731"/>
                  </a:cubicBezTo>
                  <a:cubicBezTo>
                    <a:pt x="0" y="3774132"/>
                    <a:pt x="279208" y="4053340"/>
                    <a:pt x="623608" y="4053340"/>
                  </a:cubicBezTo>
                  <a:lnTo>
                    <a:pt x="2806161" y="4053340"/>
                  </a:lnTo>
                  <a:lnTo>
                    <a:pt x="2806161" y="6235893"/>
                  </a:lnTo>
                  <a:cubicBezTo>
                    <a:pt x="2806161" y="6580293"/>
                    <a:pt x="3085369" y="6859501"/>
                    <a:pt x="3429770" y="6859501"/>
                  </a:cubicBezTo>
                  <a:cubicBezTo>
                    <a:pt x="3774171" y="6859501"/>
                    <a:pt x="4053340" y="6580293"/>
                    <a:pt x="4053340" y="6235893"/>
                  </a:cubicBezTo>
                  <a:close/>
                </a:path>
              </a:pathLst>
            </a:cu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 useBgFill="1">
          <p:nvSpPr>
            <p:cNvPr id="25" name="Oval 24">
              <a:extLst>
                <a:ext uri="{FF2B5EF4-FFF2-40B4-BE49-F238E27FC236}">
                  <a16:creationId xmlns:a16="http://schemas.microsoft.com/office/drawing/2014/main" id="{4CA4D6DA-0C20-43AD-AD68-1F7A6E41E9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2613508" y="1824184"/>
              <a:ext cx="175876" cy="175876"/>
            </a:xfrm>
            <a:prstGeom prst="ellipse">
              <a:avLst/>
            </a:pr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sp useBgFill="1">
          <p:nvSpPr>
            <p:cNvPr id="26" name="Oval 25">
              <a:extLst>
                <a:ext uri="{FF2B5EF4-FFF2-40B4-BE49-F238E27FC236}">
                  <a16:creationId xmlns:a16="http://schemas.microsoft.com/office/drawing/2014/main" id="{CE6E5024-CAC1-4B1A-8AAD-E805A19D9D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2364188" y="914400"/>
              <a:ext cx="348801" cy="348801"/>
            </a:xfrm>
            <a:prstGeom prst="ellipse">
              <a:avLst/>
            </a:prstGeom>
            <a:ln w="3848" cap="flat">
              <a:noFill/>
              <a:prstDash val="solid"/>
              <a:miter/>
            </a:ln>
            <a:effectLst>
              <a:glow rad="152400">
                <a:srgbClr val="000000">
                  <a:alpha val="4000"/>
                </a:srgbClr>
              </a:glow>
              <a:outerShdw blurRad="101600" dist="38100" dir="16200000" rotWithShape="0">
                <a:srgbClr val="000000">
                  <a:alpha val="5000"/>
                </a:srgb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7" name="CaixaDeTexto 4">
            <a:extLst>
              <a:ext uri="{FF2B5EF4-FFF2-40B4-BE49-F238E27FC236}">
                <a16:creationId xmlns:a16="http://schemas.microsoft.com/office/drawing/2014/main" id="{01C63782-6E13-5404-6BFE-D8ED7A39F7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7221573"/>
              </p:ext>
            </p:extLst>
          </p:nvPr>
        </p:nvGraphicFramePr>
        <p:xfrm>
          <a:off x="5181600" y="557189"/>
          <a:ext cx="6172199" cy="57436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940713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CaixaDeTexto 2">
            <a:extLst>
              <a:ext uri="{FF2B5EF4-FFF2-40B4-BE49-F238E27FC236}">
                <a16:creationId xmlns:a16="http://schemas.microsoft.com/office/drawing/2014/main" id="{9792FEC9-E4FD-0758-6BCB-6B6BF56A0D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61805059"/>
              </p:ext>
            </p:extLst>
          </p:nvPr>
        </p:nvGraphicFramePr>
        <p:xfrm>
          <a:off x="3047104" y="1031032"/>
          <a:ext cx="6094206" cy="48013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910440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CC5F6C8-9957-407D-B016-9E2A936FC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545"/>
            <a:ext cx="10515600" cy="4351338"/>
          </a:xfrm>
        </p:spPr>
        <p:txBody>
          <a:bodyPr/>
          <a:lstStyle/>
          <a:p>
            <a:r>
              <a:rPr lang="pt-BR" b="1" dirty="0"/>
              <a:t>No Vision.java, adicione este método</a:t>
            </a:r>
          </a:p>
          <a:p>
            <a:r>
              <a:rPr lang="pt-BR" dirty="0"/>
              <a:t>Coloque </a:t>
            </a:r>
            <a:r>
              <a:rPr lang="pt-BR" b="1" dirty="0"/>
              <a:t>fora do </a:t>
            </a:r>
            <a:r>
              <a:rPr lang="pt-BR" b="1" dirty="0" err="1"/>
              <a:t>periodic</a:t>
            </a:r>
            <a:r>
              <a:rPr lang="pt-BR" b="1" dirty="0"/>
              <a:t>()</a:t>
            </a:r>
            <a:r>
              <a:rPr lang="pt-BR" dirty="0"/>
              <a:t>, por exemplo antes da região dos do </a:t>
            </a:r>
            <a:r>
              <a:rPr lang="pt-BR" dirty="0" err="1"/>
              <a:t>Periodic</a:t>
            </a:r>
            <a:endParaRPr lang="pt-BR" dirty="0"/>
          </a:p>
          <a:p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81006C5B-CAF1-43B6-37B5-CC6911CDF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695" y="1584960"/>
            <a:ext cx="6342325" cy="527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2967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32F69631-BDDE-CBAE-89D7-BD5C75900D48}"/>
              </a:ext>
            </a:extLst>
          </p:cNvPr>
          <p:cNvSpPr txBox="1"/>
          <p:nvPr/>
        </p:nvSpPr>
        <p:spPr>
          <a:xfrm>
            <a:off x="-81280" y="283908"/>
            <a:ext cx="6096000" cy="6290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#region CONFIANÇA DINÂMICA DA VISÃO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CÁLCULO DA CONFIANÇA DA MEDIÇÃO MEGATAG2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Quanto MENOR 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StdDev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: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    maior a confiança na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Limelight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Quanto MAIOR 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StdDev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: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    maior a confiança na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odometria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 confiança é calculada usando: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 quantidade de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AprilTags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 distância média das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AprilTags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calculateVisionXYStdDev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tagCount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avgTagDist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 {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A6A624A-8B94-1202-1EBD-51A37836669D}"/>
              </a:ext>
            </a:extLst>
          </p:cNvPr>
          <p:cNvSpPr txBox="1"/>
          <p:nvPr/>
        </p:nvSpPr>
        <p:spPr>
          <a:xfrm>
            <a:off x="6177282" y="0"/>
            <a:ext cx="6136640" cy="6838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           // 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DUAS OU MAIS APRILTAGS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Duas ou mais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tags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fornecem uma solução geométrica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mais confiável para o MegaTag2.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tagCount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----------------------------------------------------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TAGS MUITO PRÓXIMAS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----------------------------------------------------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avgTagDist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0.25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}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----------------------------------------------------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DISTÂNCIA MÉDIA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----------------------------------------------------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avgTagDist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0.40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}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----------------------------------------------------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PRÓXIMO DO LIMITE DE VISÃO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----------------------------------------------------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0.60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7708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852432-83B3-215A-518E-831C0ED88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B9AF0C74-2E49-4D70-AAA8-3043CFEADEFD}"/>
              </a:ext>
            </a:extLst>
          </p:cNvPr>
          <p:cNvSpPr txBox="1"/>
          <p:nvPr/>
        </p:nvSpPr>
        <p:spPr>
          <a:xfrm>
            <a:off x="6248400" y="649136"/>
            <a:ext cx="6096000" cy="5559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--------------------------------------------------------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UMA TAG EM DISTÂNCIA MÉDIA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--------------------------------------------------------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avgTagDist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0.85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--------------------------------------------------------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UMA TAG DISTANTE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--------------------------------------------------------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1.20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B885E16-8320-C361-D1CB-0EA793A5F752}"/>
              </a:ext>
            </a:extLst>
          </p:cNvPr>
          <p:cNvSpPr txBox="1"/>
          <p:nvPr/>
        </p:nvSpPr>
        <p:spPr>
          <a:xfrm>
            <a:off x="-76200" y="1288285"/>
            <a:ext cx="6172200" cy="4281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         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SOMENTE UMA APRILTAG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Uma única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tag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ainda pode ser utilizada,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porém com confiança menor.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--------------------------------------------------------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UMA TAG PRÓXIMA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--------------------------------------------------------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avgTagDist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0.60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</p:txBody>
      </p:sp>
    </p:spTree>
    <p:extLst>
      <p:ext uri="{BB962C8B-B14F-4D97-AF65-F5344CB8AC3E}">
        <p14:creationId xmlns:p14="http://schemas.microsoft.com/office/powerpoint/2010/main" val="3642422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865FEBB-FFA6-41B7-7ACB-624683299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271708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24B60DB-5470-045B-99CE-8681D068FBC7}"/>
              </a:ext>
            </a:extLst>
          </p:cNvPr>
          <p:cNvSpPr txBox="1"/>
          <p:nvPr/>
        </p:nvSpPr>
        <p:spPr>
          <a:xfrm>
            <a:off x="5953760" y="1284907"/>
            <a:ext cx="6096000" cy="4646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           // 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VERIFICA SE CHEGOU UMA NOVA MEDIÇÃO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newMegaTag2Measurement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megaTag2Valid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isFinite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megaTag2Estimate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timestampSeconds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)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megaTag2Estimate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timestampSeconds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megaTag2Estimate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timestampSeconds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lastMegaTag2TimestampSeconds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</a:t>
            </a:r>
          </a:p>
        </p:txBody>
      </p:sp>
    </p:spTree>
    <p:extLst>
      <p:ext uri="{BB962C8B-B14F-4D97-AF65-F5344CB8AC3E}">
        <p14:creationId xmlns:p14="http://schemas.microsoft.com/office/powerpoint/2010/main" val="20521265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9E6D11F6-53AE-7511-0D07-BD7167534033}"/>
              </a:ext>
            </a:extLst>
          </p:cNvPr>
          <p:cNvSpPr txBox="1"/>
          <p:nvPr/>
        </p:nvSpPr>
        <p:spPr>
          <a:xfrm>
            <a:off x="0" y="1379528"/>
            <a:ext cx="6096000" cy="4098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// ========================================================</a:t>
            </a: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 NEW - CONFIANÇA DINÂMICA DA VISÃO</a:t>
            </a: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 ========================================================</a:t>
            </a: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pt-B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double</a:t>
            </a: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pt-B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visionXYStdDev</a:t>
            </a: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</a:t>
            </a:r>
            <a:r>
              <a:rPr kumimoji="0" lang="pt-B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calculateVisionXYStdDev</a:t>
            </a: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    </a:t>
            </a: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megaTag2Estimate</a:t>
            </a: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tagCount</a:t>
            </a: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    </a:t>
            </a: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megaTag2Estimate</a:t>
            </a: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avgTagDist</a:t>
            </a: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);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b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</a:t>
            </a:r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36031F4-547E-070B-88F5-F1D20DFE1951}"/>
              </a:ext>
            </a:extLst>
          </p:cNvPr>
          <p:cNvSpPr txBox="1"/>
          <p:nvPr/>
        </p:nvSpPr>
        <p:spPr>
          <a:xfrm>
            <a:off x="5933440" y="679015"/>
            <a:ext cx="6096000" cy="549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// ========================================================</a:t>
            </a: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 NEW - FUSÃO COM CONFIANÇA DINÂMICA</a:t>
            </a: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 ========================================================</a:t>
            </a: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</a:t>
            </a: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 Agora o </a:t>
            </a:r>
            <a:r>
              <a:rPr kumimoji="0" lang="pt-B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PoseEstimator</a:t>
            </a: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não recebe mais sempre 0.70.</a:t>
            </a: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</a:t>
            </a: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 A confiança varia automaticamente conforme:</a:t>
            </a: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</a:t>
            </a: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 - quantidade de </a:t>
            </a:r>
            <a:r>
              <a:rPr kumimoji="0" lang="pt-B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AprilTags</a:t>
            </a: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 - distância média das </a:t>
            </a:r>
            <a:r>
              <a:rPr kumimoji="0" lang="pt-B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AprilTags</a:t>
            </a: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</a:t>
            </a: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 ========================================================</a:t>
            </a: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</a:t>
            </a:r>
            <a:r>
              <a:rPr kumimoji="0" lang="pt-B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4FC1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drive</a:t>
            </a:r>
            <a:r>
              <a:rPr kumimoji="0" lang="pt-B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pt-B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addVisionMeasurement</a:t>
            </a: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</a:t>
            </a: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megaTag2Estimate</a:t>
            </a: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pose</a:t>
            </a: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</a:t>
            </a: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megaTag2Estimate</a:t>
            </a: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timestampSeconds</a:t>
            </a: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    </a:t>
            </a:r>
            <a:r>
              <a:rPr kumimoji="0" lang="pt-B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visionXYStdDev</a:t>
            </a: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   );</a:t>
            </a:r>
          </a:p>
          <a:p>
            <a:pPr marL="0" marR="0" lvl="0" indent="0" algn="l" defTabSz="914400" rtl="0" eaLnBrk="1" fontAlgn="auto" latinLnBrk="0" hangingPunct="1">
              <a:lnSpc>
                <a:spcPct val="1130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26531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7AB1C5-D1A6-EBB1-945D-D6A7C933B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E o comportamento esperado será: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1EC157C-5F5B-255B-B1C6-05B38766E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 rtl="0">
              <a:buNone/>
            </a:pPr>
            <a:r>
              <a:rPr lang="pt-BR" dirty="0">
                <a:latin typeface="Courier New" panose="02070309020205020404" pitchFamily="49" charset="0"/>
              </a:rPr>
              <a:t>2 </a:t>
            </a:r>
            <a:r>
              <a:rPr lang="pt-BR" dirty="0" err="1">
                <a:latin typeface="Courier New" panose="02070309020205020404" pitchFamily="49" charset="0"/>
              </a:rPr>
              <a:t>tags</a:t>
            </a:r>
            <a:r>
              <a:rPr lang="pt-BR" dirty="0">
                <a:latin typeface="Courier New" panose="02070309020205020404" pitchFamily="49" charset="0"/>
              </a:rPr>
              <a:t> / 1.5 m  → 0.25</a:t>
            </a:r>
          </a:p>
          <a:p>
            <a:pPr algn="ctr" rtl="0">
              <a:buNone/>
            </a:pPr>
            <a:r>
              <a:rPr lang="pt-BR" dirty="0">
                <a:latin typeface="Courier New" panose="02070309020205020404" pitchFamily="49" charset="0"/>
              </a:rPr>
              <a:t>2 </a:t>
            </a:r>
            <a:r>
              <a:rPr lang="pt-BR" dirty="0" err="1">
                <a:latin typeface="Courier New" panose="02070309020205020404" pitchFamily="49" charset="0"/>
              </a:rPr>
              <a:t>tags</a:t>
            </a:r>
            <a:r>
              <a:rPr lang="pt-BR" dirty="0">
                <a:latin typeface="Courier New" panose="02070309020205020404" pitchFamily="49" charset="0"/>
              </a:rPr>
              <a:t> / 2.5 m  → 0.40</a:t>
            </a:r>
          </a:p>
          <a:p>
            <a:pPr algn="ctr" rtl="0">
              <a:buNone/>
            </a:pPr>
            <a:r>
              <a:rPr lang="pt-BR" dirty="0">
                <a:latin typeface="Courier New" panose="02070309020205020404" pitchFamily="49" charset="0"/>
              </a:rPr>
              <a:t>2 </a:t>
            </a:r>
            <a:r>
              <a:rPr lang="pt-BR" dirty="0" err="1">
                <a:latin typeface="Courier New" panose="02070309020205020404" pitchFamily="49" charset="0"/>
              </a:rPr>
              <a:t>tags</a:t>
            </a:r>
            <a:r>
              <a:rPr lang="pt-BR" dirty="0">
                <a:latin typeface="Courier New" panose="02070309020205020404" pitchFamily="49" charset="0"/>
              </a:rPr>
              <a:t> / 3.5 m  → 0.60</a:t>
            </a:r>
          </a:p>
          <a:p>
            <a:pPr algn="ctr" rtl="0">
              <a:buNone/>
            </a:pPr>
            <a:endParaRPr lang="pt-BR" dirty="0">
              <a:latin typeface="Courier New" panose="02070309020205020404" pitchFamily="49" charset="0"/>
            </a:endParaRPr>
          </a:p>
          <a:p>
            <a:pPr algn="ctr" rtl="0">
              <a:buNone/>
            </a:pPr>
            <a:r>
              <a:rPr lang="pt-BR" dirty="0">
                <a:latin typeface="Courier New" panose="02070309020205020404" pitchFamily="49" charset="0"/>
              </a:rPr>
              <a:t>1 </a:t>
            </a:r>
            <a:r>
              <a:rPr lang="pt-BR" dirty="0" err="1">
                <a:latin typeface="Courier New" panose="02070309020205020404" pitchFamily="49" charset="0"/>
              </a:rPr>
              <a:t>tag</a:t>
            </a:r>
            <a:r>
              <a:rPr lang="pt-BR" dirty="0">
                <a:latin typeface="Courier New" panose="02070309020205020404" pitchFamily="49" charset="0"/>
              </a:rPr>
              <a:t>  / 1.5 m  → 0.60</a:t>
            </a:r>
          </a:p>
          <a:p>
            <a:pPr algn="ctr" rtl="0">
              <a:buNone/>
            </a:pPr>
            <a:r>
              <a:rPr lang="pt-BR" dirty="0">
                <a:latin typeface="Courier New" panose="02070309020205020404" pitchFamily="49" charset="0"/>
              </a:rPr>
              <a:t>1 </a:t>
            </a:r>
            <a:r>
              <a:rPr lang="pt-BR" dirty="0" err="1">
                <a:latin typeface="Courier New" panose="02070309020205020404" pitchFamily="49" charset="0"/>
              </a:rPr>
              <a:t>tag</a:t>
            </a:r>
            <a:r>
              <a:rPr lang="pt-BR" dirty="0">
                <a:latin typeface="Courier New" panose="02070309020205020404" pitchFamily="49" charset="0"/>
              </a:rPr>
              <a:t>  / 2.5 m  → 0.85</a:t>
            </a:r>
          </a:p>
          <a:p>
            <a:pPr algn="ctr" rtl="0">
              <a:buNone/>
            </a:pPr>
            <a:r>
              <a:rPr lang="pt-BR" dirty="0">
                <a:latin typeface="Courier New" panose="02070309020205020404" pitchFamily="49" charset="0"/>
              </a:rPr>
              <a:t>1 </a:t>
            </a:r>
            <a:r>
              <a:rPr lang="pt-BR" dirty="0" err="1">
                <a:latin typeface="Courier New" panose="02070309020205020404" pitchFamily="49" charset="0"/>
              </a:rPr>
              <a:t>tag</a:t>
            </a:r>
            <a:r>
              <a:rPr lang="pt-BR" dirty="0">
                <a:latin typeface="Courier New" panose="02070309020205020404" pitchFamily="49" charset="0"/>
              </a:rPr>
              <a:t>  / 3.5 m  → 1.20</a:t>
            </a:r>
          </a:p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436212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D8AE8D6-208D-5647-9FEE-9959C1B6F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502791"/>
      </p:ext>
    </p:extLst>
  </p:cSld>
  <p:clrMapOvr>
    <a:masterClrMapping/>
  </p:clrMapOvr>
</p:sld>
</file>

<file path=ppt/theme/theme1.xml><?xml version="1.0" encoding="utf-8"?>
<a:theme xmlns:a="http://schemas.openxmlformats.org/drawingml/2006/main" name="MinimalXOVTI">
  <a:themeElements>
    <a:clrScheme name="3D">
      <a:dk1>
        <a:sysClr val="windowText" lastClr="000000"/>
      </a:dk1>
      <a:lt1>
        <a:sysClr val="window" lastClr="FFFFFF"/>
      </a:lt1>
      <a:dk2>
        <a:srgbClr val="201449"/>
      </a:dk2>
      <a:lt2>
        <a:srgbClr val="F3F0E9"/>
      </a:lt2>
      <a:accent1>
        <a:srgbClr val="F900A0"/>
      </a:accent1>
      <a:accent2>
        <a:srgbClr val="4D4EE6"/>
      </a:accent2>
      <a:accent3>
        <a:srgbClr val="454B78"/>
      </a:accent3>
      <a:accent4>
        <a:srgbClr val="A3A3C1"/>
      </a:accent4>
      <a:accent5>
        <a:srgbClr val="7162FE"/>
      </a:accent5>
      <a:accent6>
        <a:srgbClr val="1EBE9B"/>
      </a:accent6>
      <a:hlink>
        <a:srgbClr val="F900A0"/>
      </a:hlink>
      <a:folHlink>
        <a:srgbClr val="954F72"/>
      </a:folHlink>
    </a:clrScheme>
    <a:fontScheme name="Custom 40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inimalXOVTI" id="{DC540DBD-7FF5-4942-921A-CFF95ECB90AA}" vid="{E72E4198-D957-48FD-B88D-6DAFC89EAFA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1467</Words>
  <Application>Microsoft Office PowerPoint</Application>
  <PresentationFormat>Widescreen</PresentationFormat>
  <Paragraphs>411</Paragraphs>
  <Slides>19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5" baseType="lpstr">
      <vt:lpstr>Arial</vt:lpstr>
      <vt:lpstr>Consolas</vt:lpstr>
      <vt:lpstr>Courier New</vt:lpstr>
      <vt:lpstr>Open sans</vt:lpstr>
      <vt:lpstr>Segoe UI</vt:lpstr>
      <vt:lpstr>MinimalXOVTI</vt:lpstr>
      <vt:lpstr>Limelight</vt:lpstr>
      <vt:lpstr>Constants.java</vt:lpstr>
      <vt:lpstr>Apresentação do PowerPoint</vt:lpstr>
      <vt:lpstr>Apresentação do PowerPoint</vt:lpstr>
      <vt:lpstr>Apresentação do PowerPoint</vt:lpstr>
      <vt:lpstr>Apresentação do PowerPoint</vt:lpstr>
      <vt:lpstr>Vamos trabalhar a confiança na limelight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E o comportamento esperado será: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Henrique Trevezane</dc:creator>
  <cp:lastModifiedBy>Fabio Henrique Trevezane</cp:lastModifiedBy>
  <cp:revision>13</cp:revision>
  <dcterms:created xsi:type="dcterms:W3CDTF">2026-10-06T17:15:26Z</dcterms:created>
  <dcterms:modified xsi:type="dcterms:W3CDTF">2026-10-07T12:06:41Z</dcterms:modified>
</cp:coreProperties>
</file>