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0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00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795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79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7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04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pt-BR"/>
              <a:t>Clique para editar os estilos de texto Mestres</a:t>
            </a:r>
          </a:p>
          <a:p>
            <a:pPr marL="228600" lvl="1" indent="-228600"/>
            <a:r>
              <a:rPr lang="pt-BR"/>
              <a:t>Segundo nível</a:t>
            </a:r>
          </a:p>
          <a:p>
            <a:pPr marL="228600" lvl="2" indent="-228600"/>
            <a:r>
              <a:rPr lang="pt-BR"/>
              <a:t>Terceiro nível</a:t>
            </a:r>
          </a:p>
          <a:p>
            <a:pPr marL="228600" lvl="3" indent="-228600"/>
            <a:r>
              <a:rPr lang="pt-BR"/>
              <a:t>Quarto nível</a:t>
            </a:r>
          </a:p>
          <a:p>
            <a:pPr marL="228600" lvl="4" indent="-228600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70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68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999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36820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25168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590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2669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738594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176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67680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9186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0068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9418245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29062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1465773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498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7267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242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6502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1781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96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1691109-F4F8-4597-962C-A4F4B796063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7C7FAD9F-AEE9-406E-B720-57D2B9DB281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0277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  <p:sldLayoutId id="2147483773" r:id="rId19"/>
    <p:sldLayoutId id="2147483774" r:id="rId20"/>
    <p:sldLayoutId id="2147483775" r:id="rId21"/>
    <p:sldLayoutId id="2147483776" r:id="rId22"/>
    <p:sldLayoutId id="2147483777" r:id="rId23"/>
    <p:sldLayoutId id="2147483778" r:id="rId24"/>
    <p:sldLayoutId id="2147483779" r:id="rId25"/>
    <p:sldLayoutId id="2147483780" r:id="rId26"/>
    <p:sldLayoutId id="2147483781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54B25C-8A2B-1367-1E67-843E2D988C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69" b="22483"/>
          <a:stretch>
            <a:fillRect/>
          </a:stretch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27E1DF-FA74-F19D-3A8B-027D9BB63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8766" y="732550"/>
            <a:ext cx="4186940" cy="1643447"/>
          </a:xfrm>
        </p:spPr>
        <p:txBody>
          <a:bodyPr anchor="b">
            <a:norm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Vision.java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A39F66-1C50-3657-8E0F-DA10F8D57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3957" y="2443363"/>
            <a:ext cx="3632777" cy="589934"/>
          </a:xfrm>
        </p:spPr>
        <p:txBody>
          <a:bodyPr>
            <a:normAutofit/>
          </a:bodyPr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7933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B1854F0-149E-911E-503E-5719F5821A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7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082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2609CE6-91CE-9128-55B9-2E084D401AF6}"/>
              </a:ext>
            </a:extLst>
          </p:cNvPr>
          <p:cNvSpPr txBox="1"/>
          <p:nvPr/>
        </p:nvSpPr>
        <p:spPr>
          <a:xfrm>
            <a:off x="30480" y="0"/>
            <a:ext cx="6096000" cy="7203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Vision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SubsystemBase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CONSTRUTOR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Vision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POSIÇÃO FÍSICA DA LIMELIGHT NO ROBÔ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Os valores estão armazenados no Constants.java.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REAR_FORWARD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REAR_RIGHT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REAR_UP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REAR_ROLL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REAR_PITCH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REAR_YAW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LimelightHelpers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setCameraPose_RobotSpace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REAR_NAME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REAR_FORWARD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REAR_RIGHT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REAR_UP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REAR_ROLL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REAR_PITCH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REAR_YAW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DD51635-374E-AA8E-69B7-50595D51EE7E}"/>
              </a:ext>
            </a:extLst>
          </p:cNvPr>
          <p:cNvSpPr txBox="1"/>
          <p:nvPr/>
        </p:nvSpPr>
        <p:spPr>
          <a:xfrm>
            <a:off x="5455920" y="1095684"/>
            <a:ext cx="6096000" cy="501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FILTRO DE APRILTAGS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Atualmente nossa arena de teste utiliza: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Tag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25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Tag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26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Qualquer outra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AprilTag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será ignorada pela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Limelight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para localização.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LimelightHelpers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SetFiducialIDFiltersOverride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REAR_NAME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VALID_TAG_IDS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65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B5B77BB-E6E7-8B42-CD70-0B15A5CF9C8C}"/>
              </a:ext>
            </a:extLst>
          </p:cNvPr>
          <p:cNvSpPr txBox="1"/>
          <p:nvPr/>
        </p:nvSpPr>
        <p:spPr>
          <a:xfrm>
            <a:off x="0" y="81905"/>
            <a:ext cx="6096000" cy="647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PERIODIC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periodic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LEITURA DA LIMELIGHT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VERIFICA SE EXISTE ALVO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hasTarget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LimelightHelpers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getTV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REAR_NAME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HORIZONTAL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Negativo = alvo para um lado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Positivo = alvo para o outro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Vamos validar fisicamente o sentido depois.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LimelightHelpers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getTX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REAR_NAME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81DC568-70DF-93C2-8E19-39423616A993}"/>
              </a:ext>
            </a:extLst>
          </p:cNvPr>
          <p:cNvSpPr txBox="1"/>
          <p:nvPr/>
        </p:nvSpPr>
        <p:spPr>
          <a:xfrm>
            <a:off x="6370320" y="366385"/>
            <a:ext cx="6096000" cy="629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    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VERTICAL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LimelightHelpers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REAR_NAME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ÁREA DO ALVO NA IMAGEM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LimelightHelpers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getTA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REAR_NAME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ID DA APRILTAG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tagId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LimelightHelpers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getFiducialID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REAR_NAME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270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EC9B0DA-BEF1-FB67-A4F4-DD41D2FE247A}"/>
              </a:ext>
            </a:extLst>
          </p:cNvPr>
          <p:cNvSpPr txBox="1"/>
          <p:nvPr/>
        </p:nvSpPr>
        <p:spPr>
          <a:xfrm>
            <a:off x="81280" y="831750"/>
            <a:ext cx="6096000" cy="5194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ADVANTAGEKIT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HasTarget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hasTarget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/TX"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tx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/TY"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/TA"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TagID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tagId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FDDD86-79CA-4A44-1F59-815710038D72}"/>
              </a:ext>
            </a:extLst>
          </p:cNvPr>
          <p:cNvSpPr txBox="1"/>
          <p:nvPr/>
        </p:nvSpPr>
        <p:spPr>
          <a:xfrm>
            <a:off x="4043680" y="466521"/>
            <a:ext cx="3789680" cy="5924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GETTERS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hasTarget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LimelightHelpers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getTV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REAR_NAME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getTX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LimelightHelpers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getTX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REAR_NAME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LimelightHelpers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REAR_NAME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0C40FE5-BC63-87EA-4B8C-A01F54048086}"/>
              </a:ext>
            </a:extLst>
          </p:cNvPr>
          <p:cNvSpPr txBox="1"/>
          <p:nvPr/>
        </p:nvSpPr>
        <p:spPr>
          <a:xfrm>
            <a:off x="7833360" y="1491353"/>
            <a:ext cx="4104640" cy="4098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getTA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LimelightHelpers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getTA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REAR_NAME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getTagID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LimelightHelpers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getFiducialID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REAR_NAME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6006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4441AB-0309-8ABF-4097-74F6671028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Classe esta em </a:t>
            </a:r>
            <a:r>
              <a:rPr lang="pt-BR" dirty="0" err="1"/>
              <a:t>assets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D21908-7C8C-BA36-CBB0-D8D0F5E33B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Importante</a:t>
            </a:r>
          </a:p>
        </p:txBody>
      </p:sp>
    </p:spTree>
    <p:extLst>
      <p:ext uri="{BB962C8B-B14F-4D97-AF65-F5344CB8AC3E}">
        <p14:creationId xmlns:p14="http://schemas.microsoft.com/office/powerpoint/2010/main" val="1698838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C6AF2A2-DBD9-4459-289A-FE4174101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621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F3455-00CF-ABDB-36DD-1AADE066F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RobotContainer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6546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3D2D183-0EEC-A2F3-9950-5ADA88C73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63862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4CA29EF-019B-73B6-8DA4-72E6987A5783}"/>
              </a:ext>
            </a:extLst>
          </p:cNvPr>
          <p:cNvSpPr txBox="1"/>
          <p:nvPr/>
        </p:nvSpPr>
        <p:spPr>
          <a:xfrm>
            <a:off x="6624320" y="3208361"/>
            <a:ext cx="4318000" cy="446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Limelight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Vision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subsystems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vision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Vision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0503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4B51654-F840-FF31-FBDC-D4AB59B9C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519"/>
            <a:ext cx="12192000" cy="659096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541A168-6D5F-F9E1-6A13-B4B5A4C040F3}"/>
              </a:ext>
            </a:extLst>
          </p:cNvPr>
          <p:cNvSpPr txBox="1"/>
          <p:nvPr/>
        </p:nvSpPr>
        <p:spPr>
          <a:xfrm>
            <a:off x="6014720" y="5317707"/>
            <a:ext cx="6177280" cy="1540293"/>
          </a:xfrm>
          <a:prstGeom prst="rect">
            <a:avLst/>
          </a:prstGeom>
          <a:solidFill>
            <a:schemeClr val="bg2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LIMELIGHT VISION</a:t>
            </a:r>
            <a:endParaRPr lang="pt-B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Vision</a:t>
            </a: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2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vision</a:t>
            </a: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Vision</a:t>
            </a:r>
            <a:r>
              <a:rPr lang="pt-BR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3811A5FF-BF5D-EE36-05BD-F9F420DB6127}"/>
              </a:ext>
            </a:extLst>
          </p:cNvPr>
          <p:cNvSpPr/>
          <p:nvPr/>
        </p:nvSpPr>
        <p:spPr>
          <a:xfrm>
            <a:off x="4815840" y="5140960"/>
            <a:ext cx="802640" cy="863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8BCF4DC7-F3DE-1539-802B-FBE7BD21D631}"/>
              </a:ext>
            </a:extLst>
          </p:cNvPr>
          <p:cNvSpPr/>
          <p:nvPr/>
        </p:nvSpPr>
        <p:spPr>
          <a:xfrm rot="1487451">
            <a:off x="2590800" y="1859280"/>
            <a:ext cx="802640" cy="863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E8367F01-5464-537C-452D-F2C92386ED7C}"/>
              </a:ext>
            </a:extLst>
          </p:cNvPr>
          <p:cNvSpPr/>
          <p:nvPr/>
        </p:nvSpPr>
        <p:spPr>
          <a:xfrm rot="14587023">
            <a:off x="986933" y="3082121"/>
            <a:ext cx="802640" cy="863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6723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25DAC-97B8-3733-75E4-E323EE68B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Realizar Teste no </a:t>
            </a:r>
            <a:r>
              <a:rPr lang="pt-BR" dirty="0" err="1"/>
              <a:t>AdvantegeScope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7AB1E6-DFF1-0719-51B9-93BF1FBB3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pt-BR" dirty="0"/>
              <a:t>Câmera</a:t>
            </a:r>
          </a:p>
          <a:p>
            <a:pPr algn="ctr"/>
            <a:r>
              <a:rPr lang="pt-BR" dirty="0"/>
              <a:t>  ↓</a:t>
            </a:r>
          </a:p>
          <a:p>
            <a:pPr algn="ctr"/>
            <a:r>
              <a:rPr lang="pt-BR" dirty="0" err="1"/>
              <a:t>AprilTag</a:t>
            </a:r>
            <a:endParaRPr lang="pt-BR" dirty="0"/>
          </a:p>
          <a:p>
            <a:pPr algn="ctr"/>
            <a:r>
              <a:rPr lang="pt-BR" dirty="0"/>
              <a:t>  ↓</a:t>
            </a:r>
          </a:p>
          <a:p>
            <a:pPr algn="ctr"/>
            <a:r>
              <a:rPr lang="pt-BR" dirty="0" err="1"/>
              <a:t>LimelightHelpers</a:t>
            </a:r>
            <a:endParaRPr lang="pt-BR" dirty="0"/>
          </a:p>
          <a:p>
            <a:pPr algn="ctr"/>
            <a:r>
              <a:rPr lang="pt-BR" dirty="0"/>
              <a:t>  ↓</a:t>
            </a:r>
          </a:p>
          <a:p>
            <a:pPr algn="ctr"/>
            <a:r>
              <a:rPr lang="pt-BR" dirty="0"/>
              <a:t>Vision.java</a:t>
            </a:r>
          </a:p>
          <a:p>
            <a:pPr algn="ctr"/>
            <a:r>
              <a:rPr lang="pt-BR" dirty="0"/>
              <a:t>  ↓</a:t>
            </a:r>
          </a:p>
          <a:p>
            <a:pPr algn="ctr"/>
            <a:r>
              <a:rPr lang="pt-BR" dirty="0" err="1"/>
              <a:t>AdvantageKit</a:t>
            </a:r>
            <a:endParaRPr lang="pt-BR" dirty="0"/>
          </a:p>
          <a:p>
            <a:pPr algn="ctr"/>
            <a:r>
              <a:rPr lang="pt-BR" dirty="0"/>
              <a:t>  ↓</a:t>
            </a:r>
          </a:p>
          <a:p>
            <a:pPr algn="ctr"/>
            <a:r>
              <a:rPr lang="pt-BR" dirty="0" err="1"/>
              <a:t>AdvantageScope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6706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EAABD8D-971F-A170-4511-59958E261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518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B84B4E3-8585-50E5-C441-A0CD6FB31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4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617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9DB00-DC4B-51E6-4B25-E07EF0006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7679BE-7390-5D0A-83B3-93E64B9F3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pt-BR" b="1" dirty="0"/>
              <a:t>Centralização / TX</a:t>
            </a:r>
            <a:r>
              <a:rPr lang="pt-BR" dirty="0"/>
              <a:t>: coloque a </a:t>
            </a:r>
            <a:r>
              <a:rPr lang="pt-BR" dirty="0" err="1"/>
              <a:t>Tag</a:t>
            </a:r>
            <a:r>
              <a:rPr lang="pt-BR" dirty="0"/>
              <a:t> 26 aproximadamente no centro da imagem. Esperamos </a:t>
            </a:r>
            <a:r>
              <a:rPr lang="pt-BR" dirty="0" err="1"/>
              <a:t>HasTarget</a:t>
            </a:r>
            <a:r>
              <a:rPr lang="pt-BR" dirty="0"/>
              <a:t> = </a:t>
            </a:r>
            <a:r>
              <a:rPr lang="pt-BR" dirty="0" err="1"/>
              <a:t>true</a:t>
            </a:r>
            <a:r>
              <a:rPr lang="pt-BR" dirty="0"/>
              <a:t>, </a:t>
            </a:r>
            <a:r>
              <a:rPr lang="pt-BR" dirty="0" err="1"/>
              <a:t>TagID</a:t>
            </a:r>
            <a:r>
              <a:rPr lang="pt-BR" dirty="0"/>
              <a:t> = 26 e TX ≈ 0°. Depois mova a </a:t>
            </a:r>
            <a:r>
              <a:rPr lang="pt-BR" dirty="0" err="1"/>
              <a:t>tag</a:t>
            </a:r>
            <a:r>
              <a:rPr lang="pt-BR" dirty="0"/>
              <a:t> para um lado e para o outro e anote qual lado gera TX positivo e qual gera TX negativo. Esse teste é especialmente importante porque sua câmera está traseira e com </a:t>
            </a:r>
            <a:r>
              <a:rPr lang="pt-BR" dirty="0" err="1"/>
              <a:t>yaw</a:t>
            </a:r>
            <a:r>
              <a:rPr lang="pt-BR" dirty="0"/>
              <a:t> de 180°.</a:t>
            </a:r>
          </a:p>
          <a:p>
            <a:pPr lvl="0">
              <a:lnSpc>
                <a:spcPct val="150000"/>
              </a:lnSpc>
            </a:pPr>
            <a:r>
              <a:rPr lang="pt-BR" b="1" dirty="0"/>
              <a:t>Distância / TA</a:t>
            </a:r>
            <a:r>
              <a:rPr lang="pt-BR" dirty="0"/>
              <a:t>: mantenha a </a:t>
            </a:r>
            <a:r>
              <a:rPr lang="pt-BR" dirty="0" err="1"/>
              <a:t>tag</a:t>
            </a:r>
            <a:r>
              <a:rPr lang="pt-BR" dirty="0"/>
              <a:t> mais ou menos centralizada e faça três posições: perto, média e longe. O esperado é perto → TA maior e longe → TA menor. Não precisamos calibrar distância com TA; queremos apenas comprovar que o comportamento é consistente.</a:t>
            </a:r>
          </a:p>
          <a:p>
            <a:pPr lvl="0">
              <a:lnSpc>
                <a:spcPct val="150000"/>
              </a:lnSpc>
            </a:pPr>
            <a:r>
              <a:rPr lang="pt-BR" b="1" dirty="0"/>
              <a:t>Perda e recuperação do alvo</a:t>
            </a:r>
            <a:r>
              <a:rPr lang="pt-BR" dirty="0"/>
              <a:t>: deixe a </a:t>
            </a:r>
            <a:r>
              <a:rPr lang="pt-BR" dirty="0" err="1"/>
              <a:t>tag</a:t>
            </a:r>
            <a:r>
              <a:rPr lang="pt-BR" dirty="0"/>
              <a:t> visível, depois cubra-a completamente e mostre novamente. Deve acontecer: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6076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28B1340-5669-1E31-1E53-98548C259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360496"/>
      </p:ext>
    </p:extLst>
  </p:cSld>
  <p:clrMapOvr>
    <a:masterClrMapping/>
  </p:clrMapOvr>
</p:sld>
</file>

<file path=ppt/theme/theme1.xml><?xml version="1.0" encoding="utf-8"?>
<a:theme xmlns:a="http://schemas.openxmlformats.org/drawingml/2006/main" name="Efeito de Queima de Filme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32</TotalTime>
  <Words>880</Words>
  <Application>Microsoft Office PowerPoint</Application>
  <PresentationFormat>Widescreen</PresentationFormat>
  <Paragraphs>204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Consolas</vt:lpstr>
      <vt:lpstr>Neue Haas Grotesk Text Pro</vt:lpstr>
      <vt:lpstr>Efeito de Queima de Filme</vt:lpstr>
      <vt:lpstr>Vision.java</vt:lpstr>
      <vt:lpstr>Apresentação do PowerPoint</vt:lpstr>
      <vt:lpstr>Apresentação do PowerPoint</vt:lpstr>
      <vt:lpstr>Apresentação do PowerPoint</vt:lpstr>
      <vt:lpstr>Apresentação do PowerPoint</vt:lpstr>
      <vt:lpstr>Classe esta em assets</vt:lpstr>
      <vt:lpstr>Apresentação do PowerPoint</vt:lpstr>
      <vt:lpstr>RobotContainer</vt:lpstr>
      <vt:lpstr>Apresentação do PowerPoint</vt:lpstr>
      <vt:lpstr>Apresentação do PowerPoint</vt:lpstr>
      <vt:lpstr>Realizar Teste no AdvantegeScope</vt:lpstr>
      <vt:lpstr>Apresentação do PowerPoint</vt:lpstr>
      <vt:lpstr>Apresentação do PowerPoint</vt:lpstr>
      <vt:lpstr>Testes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11</cp:revision>
  <dcterms:created xsi:type="dcterms:W3CDTF">2026-09-30T00:00:19Z</dcterms:created>
  <dcterms:modified xsi:type="dcterms:W3CDTF">2026-09-30T00:41:50Z</dcterms:modified>
</cp:coreProperties>
</file>