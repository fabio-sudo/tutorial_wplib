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57" r:id="rId10"/>
    <p:sldId id="258" r:id="rId11"/>
    <p:sldId id="264" r:id="rId12"/>
    <p:sldId id="259" r:id="rId13"/>
    <p:sldId id="260" r:id="rId14"/>
    <p:sldId id="263" r:id="rId15"/>
    <p:sldId id="265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3A2D1-A166-EE0A-3D19-961E8BF98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C2ACC7-0611-CE29-5CF2-4F9C6DC4C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81528B-C60F-218E-1905-D4F4ED0F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EA0A32-009B-F2C2-543D-4256F87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A05BC2-726A-8761-D89D-339E7983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62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76BE9-9DEB-BF80-E67C-C1BA9795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12A96E-18A6-CC84-AD23-07AE9A4D8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05DCF2-88E6-735D-D231-ACBBA1FF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C786CD-BC8F-6185-8F5B-95F4ED65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74FD16-5166-426D-C0C4-E7C6E0B5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59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43523-8259-1695-1535-A6D5CD73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94BA1A-59D5-494C-ADE5-2A89A9ED7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F6762D-926C-8092-48D3-FF826B8E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7CE09F-D1C7-BAEF-B7EE-A6F0870F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7DE0DE-E54B-05B1-4ACD-5E5E7A1A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616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33BFB-87AE-4BF9-847C-C5A830AD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942CE9-1E2D-3685-BC8C-A4FF561ED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C6A6FB-8CB0-7652-86F2-117D6FBA6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6B6E73-3CA7-348A-9366-51B6285EE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1CA941-B97E-4C30-1940-21CB6DB3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B76C08-B56F-1222-7413-55B1BDD2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89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4C1D0-63CD-C98A-B406-2A24570D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BD53E7-3FBF-C254-AA78-F0739FC8A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2C0BA7-2F43-73BE-0D4C-D1AA6E9B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74BA99-EE4D-79D0-F719-45640DCE0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076A93-B6BA-46E1-9D55-042B49C33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81B7B8-913D-A521-4ECF-BBE238B0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F155488-2E85-DBB3-F2C2-ACAF4007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46BE55-A73A-51E6-61B4-816841D0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6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68B90-684E-2084-925D-31AB7782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5FABED-B51A-8F3A-51B5-BA2C028F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113D42-6B0E-1076-ED1C-9DA9B5E1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AE9D7CB-F839-A96D-88F3-425C8541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81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36AD7B-028B-73A5-F117-A85CE6C5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387896-B3AB-7D53-1497-061C7561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0C4880-E6C1-8234-B585-FC94290D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25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F138-2DF6-473C-5529-3D1021CB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3CEAB-79E1-20F3-7BE5-80C97AA9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6133FC-03ED-E8DB-5F10-D2DAC626D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54E0AD-80AA-DDE0-33C4-C9B3EEE1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6DA222-6432-4C21-62FA-8705AD14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C56E34-7F32-B769-A3B9-8C13FDE0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72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0E621-AD53-A556-C1BA-8F80C8AB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1D3E08-56AF-E163-5BD1-6B48529E67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5C7F9B-BDD2-5A31-F451-3CE323361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A4F255-FFD6-FB15-C2C3-C792DAFE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4CB662-AC26-B166-F968-3DDBD84C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68B4A2-6BA7-746F-5E66-A6E2DC2F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03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C87AC-52BB-9A0D-5EC9-FC732E61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62528B-69DD-30E7-D6DD-D97232992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0BD7FE-1DE5-F5AC-1A3B-D5B5095A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DFD22D-1DD5-3988-EAC9-AD4C82D6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9C0DD8-9B40-DA75-C8F5-4359D9C9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15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6852A8-0A75-3F3D-EEA3-8DE21018D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327652-2A6E-C7C3-A4C4-089138474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299F90-DC72-C465-A5AF-6B32A592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611E1-19A1-A16C-406C-F10891B3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4033B4-28C4-2BCD-2069-6A221A26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3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069223B-FA93-604A-EA64-4051D42C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28D6BC-2866-E24D-F2FD-D9CB8192E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C2699-DF9C-5E8D-66F9-22F1C2458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0D898-11CB-424F-8AE6-4DF615F8EEF2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65001F-205A-00E5-C45C-1A19EB018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81FBC-233A-A8A0-B69D-ACEB3AF16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1A42D-1FD2-4FE8-8A19-C29EB6115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flexo de luz em uma lente">
            <a:extLst>
              <a:ext uri="{FF2B5EF4-FFF2-40B4-BE49-F238E27FC236}">
                <a16:creationId xmlns:a16="http://schemas.microsoft.com/office/drawing/2014/main" id="{FE07337D-6653-611D-536C-D0E4F481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1" b="12579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D5DA29-D523-D765-86C1-C31A163EA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t-BR" sz="5200">
                <a:solidFill>
                  <a:srgbClr val="FFFFFF"/>
                </a:solidFill>
              </a:rPr>
              <a:t>Visão 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3A3451-FA23-7619-EEEA-D1DC0BE03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Limelight</a:t>
            </a:r>
          </a:p>
        </p:txBody>
      </p:sp>
    </p:spTree>
    <p:extLst>
      <p:ext uri="{BB962C8B-B14F-4D97-AF65-F5344CB8AC3E}">
        <p14:creationId xmlns:p14="http://schemas.microsoft.com/office/powerpoint/2010/main" val="130822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119F3C-18F0-0832-97AC-5C182FE61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96"/>
            <a:ext cx="12192000" cy="682980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E472626-ECC5-5BFF-2A99-F30FF057B381}"/>
              </a:ext>
            </a:extLst>
          </p:cNvPr>
          <p:cNvSpPr txBox="1"/>
          <p:nvPr/>
        </p:nvSpPr>
        <p:spPr>
          <a:xfrm>
            <a:off x="2659116" y="2879834"/>
            <a:ext cx="5092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Instale o software da lime light conseguimos fazer a calibração dela  por ele</a:t>
            </a:r>
          </a:p>
        </p:txBody>
      </p:sp>
    </p:spTree>
    <p:extLst>
      <p:ext uri="{BB962C8B-B14F-4D97-AF65-F5344CB8AC3E}">
        <p14:creationId xmlns:p14="http://schemas.microsoft.com/office/powerpoint/2010/main" val="16209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BC8ED4-8D4D-03AC-7FFA-FFFB9C97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8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7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8627E92-2C5D-4AFF-041F-884A2D891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9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A00CE5-F551-EA16-7B25-4AD1E6C57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0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3FEEA6B-FC7D-D612-A041-D367B8F6F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9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39AAEF3-DC53-D349-757E-42F41466BD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096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7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E273B63-6B95-6ECD-B55E-B856DB5AD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0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andeira do localizador em um mapa da cidade">
            <a:extLst>
              <a:ext uri="{FF2B5EF4-FFF2-40B4-BE49-F238E27FC236}">
                <a16:creationId xmlns:a16="http://schemas.microsoft.com/office/drawing/2014/main" id="{1D3E85CA-8B0C-DDF7-A9BA-96D911EB7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4" r="4500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3FAC3D-BC28-6F60-F014-87124E82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pt-BR" sz="4000"/>
              <a:t>Abra o Git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535670-5528-5A63-B6C6-AA2644AA6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pt-BR" sz="2000"/>
              <a:t>https://github.com/LimelightVision/limelightlib-wpijava/blob/main/LimelightHelpers.java?utm_source=chatgpt.com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4107232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5ED4B38-1822-7A47-12B0-FF544FDF8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B74AD6C5-8A0C-8E36-5A1E-06C48884B0C9}"/>
              </a:ext>
            </a:extLst>
          </p:cNvPr>
          <p:cNvSpPr/>
          <p:nvPr/>
        </p:nvSpPr>
        <p:spPr>
          <a:xfrm>
            <a:off x="6096000" y="161509"/>
            <a:ext cx="798786" cy="7987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283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78F270E-371E-7A23-4F30-EBC81B2A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26711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DFC1213-CC5B-3734-AAC7-A1A89497CEA3}"/>
              </a:ext>
            </a:extLst>
          </p:cNvPr>
          <p:cNvSpPr txBox="1"/>
          <p:nvPr/>
        </p:nvSpPr>
        <p:spPr>
          <a:xfrm>
            <a:off x="3560781" y="5518673"/>
            <a:ext cx="2348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Posição da </a:t>
            </a:r>
            <a:r>
              <a:rPr lang="pt-BR" b="1" dirty="0" err="1">
                <a:solidFill>
                  <a:schemeClr val="bg1"/>
                </a:solidFill>
              </a:rPr>
              <a:t>Limelight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Em relação ao robô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4F529CF-DE8C-A82C-7153-46882430CA2D}"/>
              </a:ext>
            </a:extLst>
          </p:cNvPr>
          <p:cNvSpPr txBox="1"/>
          <p:nvPr/>
        </p:nvSpPr>
        <p:spPr>
          <a:xfrm>
            <a:off x="7139492" y="740443"/>
            <a:ext cx="6096000" cy="537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//#region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Ligh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Constants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limelight-rear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VALID_TAG_IDS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IMU_MODE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0.29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REAR_UP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REAR_ROLL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REAR_PITCH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REAR_YAW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//#region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61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6BF9EC-9183-FCE9-E43B-4AB919E4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9C77FEB-34AD-38A0-25E5-C6B0A8A2DDFF}"/>
              </a:ext>
            </a:extLst>
          </p:cNvPr>
          <p:cNvSpPr/>
          <p:nvPr/>
        </p:nvSpPr>
        <p:spPr>
          <a:xfrm rot="19626842">
            <a:off x="94155" y="3394491"/>
            <a:ext cx="641131" cy="536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FB8AFF77-9C6E-1C71-7BDC-F2450AEE914B}"/>
              </a:ext>
            </a:extLst>
          </p:cNvPr>
          <p:cNvSpPr/>
          <p:nvPr/>
        </p:nvSpPr>
        <p:spPr>
          <a:xfrm rot="7555538">
            <a:off x="1293035" y="1809531"/>
            <a:ext cx="641131" cy="536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147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0F9F93-BB50-3969-F3F5-C9396F3F7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o Explicativo: Linha 3">
            <a:extLst>
              <a:ext uri="{FF2B5EF4-FFF2-40B4-BE49-F238E27FC236}">
                <a16:creationId xmlns:a16="http://schemas.microsoft.com/office/drawing/2014/main" id="{048870CB-C453-C22B-58F8-12E7D7D0B3D3}"/>
              </a:ext>
            </a:extLst>
          </p:cNvPr>
          <p:cNvSpPr/>
          <p:nvPr/>
        </p:nvSpPr>
        <p:spPr>
          <a:xfrm>
            <a:off x="5812221" y="3741683"/>
            <a:ext cx="4550979" cy="1755227"/>
          </a:xfrm>
          <a:prstGeom prst="borderCallout1">
            <a:avLst>
              <a:gd name="adj1" fmla="val 18750"/>
              <a:gd name="adj2" fmla="val -8333"/>
              <a:gd name="adj3" fmla="val -28159"/>
              <a:gd name="adj4" fmla="val -1019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uma pasta </a:t>
            </a:r>
            <a:r>
              <a:rPr lang="pt-BR" dirty="0" err="1"/>
              <a:t>vision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7693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8B937EA-5388-E479-0372-3F46841D1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77476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9CC4E35-9D02-49D6-16ED-5F7C0D624A45}"/>
              </a:ext>
            </a:extLst>
          </p:cNvPr>
          <p:cNvSpPr txBox="1"/>
          <p:nvPr/>
        </p:nvSpPr>
        <p:spPr>
          <a:xfrm>
            <a:off x="6777476" y="375215"/>
            <a:ext cx="5414524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CONFIGURA POSIÇÃO FÍSICA DA LIMELIGHT TRASEIRA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setCameraPose_RobotSpace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REAR_UP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REAR_ROLL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REAR_PITCH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REAR_YAW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9504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6D48915-3A45-2A05-99E7-8CE24AF46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93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310</Words>
  <Application>Microsoft Office PowerPoint</Application>
  <PresentationFormat>Widescreen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Tema do Office</vt:lpstr>
      <vt:lpstr>Visão Computacional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Abra o Git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11</cp:revision>
  <dcterms:created xsi:type="dcterms:W3CDTF">2026-09-29T22:09:12Z</dcterms:created>
  <dcterms:modified xsi:type="dcterms:W3CDTF">2026-09-29T23:18:36Z</dcterms:modified>
</cp:coreProperties>
</file>