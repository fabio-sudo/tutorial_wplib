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A8522-DEE4-6AAD-BDB7-0C153E2FD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B5A783-B36E-6186-9635-0FFC02433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969640-72B5-D814-44AE-A54886391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2AA81-73F1-4ECA-B591-D81698F3D184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25B291-5A88-F0C8-9712-7F31C1713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2B5248-0E34-374A-5047-FD909856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0010-E4B0-4443-902B-0327BB855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090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663E9-D89D-4FC0-8EB9-747784C7E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94593A-93D5-67C0-18A1-DB3C97250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594A76-5409-D399-C26D-2DC749CB7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2AA81-73F1-4ECA-B591-D81698F3D184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B6C8D-3D57-AC2B-429A-45579F5BA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0E6388-3D12-FEBD-5799-9475201F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0010-E4B0-4443-902B-0327BB855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0889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E9408-49E1-E17E-BA88-439079A78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76461A-4551-0275-4F24-B3827CCBB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85A4E4-02F8-EDC7-B00F-001E377DE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2AA81-73F1-4ECA-B591-D81698F3D184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3A5922-A3F2-CDBC-7E96-11EE94B35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F9CD8D-899A-83C8-82FB-5E2DEAF49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0010-E4B0-4443-902B-0327BB855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958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2E8FA-4B2B-8715-A389-18D8B2313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F4653D-89B0-F9B6-1684-1CCB17CA7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D3B32F4-6287-B98F-DAAC-2EB0B8D2B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0F839C-BC3A-21B2-0379-703525A49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2AA81-73F1-4ECA-B591-D81698F3D184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2983C8-1CFC-DC09-E612-41763675D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B4B37A2-437A-72F7-66C9-726AFDE44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0010-E4B0-4443-902B-0327BB855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3284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28BC32-7F2C-31AC-6F8A-0ADC7E626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AFCCD3-1989-EB51-A23B-E1C04194B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B85D3A-177C-80FC-0150-60B87C27B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1DC6D9-C271-23D3-2EBE-97196682F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9049CE1-66C4-CD1C-D3A2-98E58B501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F7080C-1358-946C-CBFB-DE668361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2AA81-73F1-4ECA-B591-D81698F3D184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E84AB7-BDE1-B2F2-AB44-E62C6A6C3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B93704-2D7A-F46E-21AA-FC831ADEB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0010-E4B0-4443-902B-0327BB855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2922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A3D60-AEFD-2CA9-0430-F23EA74A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6DDACA0-C5D8-896D-EDAA-4F0ED8E5D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2AA81-73F1-4ECA-B591-D81698F3D184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8EF0D16-0530-49A5-D36B-12A749CEC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BE165C-40A9-910D-6AE2-E5A047C50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0010-E4B0-4443-902B-0327BB855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227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4F843E1-0DC3-4814-81A3-33A2C8B3A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2AA81-73F1-4ECA-B591-D81698F3D184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F69EECA-2966-F085-4572-1ADF8CABB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591D03-B3C7-4F41-3016-8786384B0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0010-E4B0-4443-902B-0327BB855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6316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0F260-D954-B19B-9F1D-F5F52400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3CB691-D5EB-2BE8-9C92-0B3C35018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9B01A76-1953-0A64-8063-7FA4CC0F4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167E15-F161-9667-B45D-7B77991EA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2AA81-73F1-4ECA-B591-D81698F3D184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759D32-382A-0CD8-39B7-6632766A6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18ED6F7-178D-3980-ABEA-BF7143723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0010-E4B0-4443-902B-0327BB855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379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8F84F6-85B8-8A87-720D-6CB5B9868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E97D8D3-7449-F4C9-5A5A-E6984D27D19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5AEC94-8178-11A7-9E71-6F259A472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18D1B2B-8368-1685-F0B0-0E6183B35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2AA81-73F1-4ECA-B591-D81698F3D184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3EDFFA-28CA-6CE5-EE17-1109FD760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D7D505-D1B0-A83C-D6F6-C34E2FD5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0010-E4B0-4443-902B-0327BB855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305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CF895-7515-49CE-4AFF-41B9C9479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84895D-12AA-E3F7-4E1D-CFFACFEB73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335196-FD12-C695-6EC5-2BB56529A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2AA81-73F1-4ECA-B591-D81698F3D184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09C679-12C2-83AA-9F10-3463C2C57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288C4E-CC0E-BA20-79A0-912B040D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0010-E4B0-4443-902B-0327BB855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2746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1844FF5-0D22-56E4-0604-5E6E92E3E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B68317C-2F4F-9B4A-F7B0-7AC486715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92B941-A6E9-2C93-0FAD-0A65ACBCB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2AA81-73F1-4ECA-B591-D81698F3D184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0D686F-3E5D-930B-A800-EBB506125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F6D9DF-40ED-9492-B168-4476FDBF4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0010-E4B0-4443-902B-0327BB855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5003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E6023D3-7E7C-0CAF-11DF-1B4CD90C2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A81F9A-5267-30A4-99AB-1F2163314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4B9450-BADE-6CCD-0E87-F7318AEB0D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2AA81-73F1-4ECA-B591-D81698F3D184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DE851D-5447-EE59-7D43-F08017344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58BFB3-EE60-9096-18DD-EC6026527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460010-E4B0-4443-902B-0327BB855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284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A41FD6-0789-1728-14E6-DEE84E818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pt-BR" sz="5400">
                <a:solidFill>
                  <a:schemeClr val="bg1"/>
                </a:solidFill>
              </a:rPr>
              <a:t>Erro Limelight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6BC8D8-3CE0-FD49-BB79-7B6D79D8F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>
            <a:normAutofit/>
          </a:bodyPr>
          <a:lstStyle/>
          <a:p>
            <a:endParaRPr lang="pt-BR" sz="2000">
              <a:solidFill>
                <a:schemeClr val="bg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244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DCDDCC7-874E-3228-EE76-D85FC1A36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84784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CD11E29-03E4-1F00-6BCD-DD855118397A}"/>
              </a:ext>
            </a:extLst>
          </p:cNvPr>
          <p:cNvSpPr txBox="1"/>
          <p:nvPr/>
        </p:nvSpPr>
        <p:spPr>
          <a:xfrm>
            <a:off x="6847841" y="0"/>
            <a:ext cx="5144462" cy="683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       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- DIAGNÓSTICO DE SALTO DA POSE VISUAL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visionPoseErrorMeters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getTranslation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getDistance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getTranslation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- LOG DO ERRO DA VISÃO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/MegaTag2/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PoseErrorMeters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visionPoseErrorMeters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225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70D5945-CA4E-C920-876D-3ACE5E56D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80740D3-9287-5680-70DB-BA0A757B70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05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63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F3556-9263-3FA0-8A44-9C5FC595D0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Calcular Tempo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04748D-0174-7523-BE07-1317D15C5C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456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25EC30-293C-360B-45A6-CBEB15F94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teste é: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0377D4-C472-ADE2-9274-E185B75A4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62500" lnSpcReduction="20000"/>
          </a:bodyPr>
          <a:lstStyle/>
          <a:p>
            <a:r>
              <a:rPr lang="pt-BR" dirty="0"/>
              <a:t>Visão normal:</a:t>
            </a:r>
          </a:p>
          <a:p>
            <a:r>
              <a:rPr lang="pt-BR" dirty="0" err="1"/>
              <a:t>VisionGapSeconds</a:t>
            </a:r>
            <a:r>
              <a:rPr lang="pt-BR" dirty="0"/>
              <a:t> ≈ 0.02 / 0.03 / 0.05 s</a:t>
            </a:r>
          </a:p>
          <a:p>
            <a:endParaRPr lang="pt-BR" dirty="0"/>
          </a:p>
          <a:p>
            <a:r>
              <a:rPr lang="pt-BR" dirty="0"/>
              <a:t>Tampe a câmera por ~5 segundos:</a:t>
            </a:r>
          </a:p>
          <a:p>
            <a:r>
              <a:rPr lang="pt-BR" dirty="0" err="1"/>
              <a:t>Valid</a:t>
            </a:r>
            <a:r>
              <a:rPr lang="pt-BR" dirty="0"/>
              <a:t> = false</a:t>
            </a:r>
          </a:p>
          <a:p>
            <a:r>
              <a:rPr lang="pt-BR" dirty="0" err="1"/>
              <a:t>NewMeasurement</a:t>
            </a:r>
            <a:r>
              <a:rPr lang="pt-BR" dirty="0"/>
              <a:t> = false</a:t>
            </a:r>
          </a:p>
          <a:p>
            <a:endParaRPr lang="pt-BR" dirty="0"/>
          </a:p>
          <a:p>
            <a:r>
              <a:rPr lang="pt-BR" dirty="0"/>
              <a:t>Destampe:</a:t>
            </a:r>
          </a:p>
          <a:p>
            <a:r>
              <a:rPr lang="pt-BR" dirty="0"/>
              <a:t>primeiro frame válido:</a:t>
            </a:r>
          </a:p>
          <a:p>
            <a:r>
              <a:rPr lang="pt-BR" dirty="0" err="1"/>
              <a:t>VisionGapSeconds</a:t>
            </a:r>
            <a:r>
              <a:rPr lang="pt-BR" dirty="0"/>
              <a:t> ≈ 5 s</a:t>
            </a:r>
          </a:p>
          <a:p>
            <a:endParaRPr lang="pt-BR" dirty="0"/>
          </a:p>
          <a:p>
            <a:r>
              <a:rPr lang="pt-BR" dirty="0"/>
              <a:t>frames seguintes:</a:t>
            </a:r>
          </a:p>
          <a:p>
            <a:r>
              <a:rPr lang="pt-BR" dirty="0" err="1"/>
              <a:t>VisionGapSeconds</a:t>
            </a:r>
            <a:r>
              <a:rPr lang="pt-BR" dirty="0"/>
              <a:t> volta para valores pequenos</a:t>
            </a: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1BF7652-ED28-7B4C-2DC1-3756E4A9A29E}"/>
              </a:ext>
            </a:extLst>
          </p:cNvPr>
          <p:cNvSpPr txBox="1"/>
          <p:nvPr/>
        </p:nvSpPr>
        <p:spPr>
          <a:xfrm>
            <a:off x="6646293" y="2327759"/>
            <a:ext cx="5453558" cy="3347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200000"/>
              </a:lnSpc>
              <a:buNone/>
            </a:pPr>
            <a:r>
              <a:rPr lang="pt-BR" dirty="0">
                <a:latin typeface="+mn-lt"/>
              </a:rPr>
              <a:t>Vision/</a:t>
            </a:r>
            <a:r>
              <a:rPr lang="pt-BR" dirty="0" err="1">
                <a:latin typeface="+mn-lt"/>
              </a:rPr>
              <a:t>Rear</a:t>
            </a:r>
            <a:r>
              <a:rPr lang="pt-BR" dirty="0">
                <a:latin typeface="+mn-lt"/>
              </a:rPr>
              <a:t>/MegaTag2/</a:t>
            </a:r>
            <a:r>
              <a:rPr lang="pt-BR" dirty="0" err="1">
                <a:latin typeface="+mn-lt"/>
              </a:rPr>
              <a:t>VisionGapSeconds</a:t>
            </a:r>
            <a:endParaRPr lang="pt-BR" dirty="0">
              <a:latin typeface="+mn-lt"/>
            </a:endParaRPr>
          </a:p>
          <a:p>
            <a:pPr rtl="0">
              <a:lnSpc>
                <a:spcPct val="200000"/>
              </a:lnSpc>
              <a:buNone/>
            </a:pPr>
            <a:r>
              <a:rPr lang="pt-BR" dirty="0">
                <a:latin typeface="+mn-lt"/>
              </a:rPr>
              <a:t>Vision/</a:t>
            </a:r>
            <a:r>
              <a:rPr lang="pt-BR" dirty="0" err="1">
                <a:latin typeface="+mn-lt"/>
              </a:rPr>
              <a:t>Rear</a:t>
            </a:r>
            <a:r>
              <a:rPr lang="pt-BR" dirty="0">
                <a:latin typeface="+mn-lt"/>
              </a:rPr>
              <a:t>/MegaTag2/</a:t>
            </a:r>
            <a:r>
              <a:rPr lang="pt-BR" dirty="0" err="1">
                <a:latin typeface="+mn-lt"/>
              </a:rPr>
              <a:t>PoseErrorMeters</a:t>
            </a:r>
            <a:endParaRPr lang="pt-BR" dirty="0">
              <a:latin typeface="+mn-lt"/>
            </a:endParaRPr>
          </a:p>
          <a:p>
            <a:pPr rtl="0">
              <a:lnSpc>
                <a:spcPct val="200000"/>
              </a:lnSpc>
              <a:buNone/>
            </a:pPr>
            <a:r>
              <a:rPr lang="pt-BR" dirty="0">
                <a:latin typeface="+mn-lt"/>
              </a:rPr>
              <a:t>Vision/</a:t>
            </a:r>
            <a:r>
              <a:rPr lang="pt-BR" dirty="0" err="1">
                <a:latin typeface="+mn-lt"/>
              </a:rPr>
              <a:t>Rear</a:t>
            </a:r>
            <a:r>
              <a:rPr lang="pt-BR" dirty="0">
                <a:latin typeface="+mn-lt"/>
              </a:rPr>
              <a:t>/MegaTag2/</a:t>
            </a:r>
            <a:r>
              <a:rPr lang="pt-BR" dirty="0" err="1">
                <a:latin typeface="+mn-lt"/>
              </a:rPr>
              <a:t>Valid</a:t>
            </a:r>
            <a:endParaRPr lang="pt-BR" dirty="0">
              <a:latin typeface="+mn-lt"/>
            </a:endParaRPr>
          </a:p>
          <a:p>
            <a:pPr rtl="0">
              <a:lnSpc>
                <a:spcPct val="200000"/>
              </a:lnSpc>
              <a:buNone/>
            </a:pPr>
            <a:r>
              <a:rPr lang="pt-BR" dirty="0">
                <a:latin typeface="+mn-lt"/>
              </a:rPr>
              <a:t>Vision/</a:t>
            </a:r>
            <a:r>
              <a:rPr lang="pt-BR" dirty="0" err="1">
                <a:latin typeface="+mn-lt"/>
              </a:rPr>
              <a:t>Rear</a:t>
            </a:r>
            <a:r>
              <a:rPr lang="pt-BR" dirty="0">
                <a:latin typeface="+mn-lt"/>
              </a:rPr>
              <a:t>/MegaTag2/</a:t>
            </a:r>
            <a:r>
              <a:rPr lang="pt-BR" dirty="0" err="1">
                <a:latin typeface="+mn-lt"/>
              </a:rPr>
              <a:t>NewMeasurement</a:t>
            </a:r>
            <a:endParaRPr lang="pt-BR" dirty="0">
              <a:latin typeface="+mn-lt"/>
            </a:endParaRPr>
          </a:p>
          <a:p>
            <a:pPr rtl="0">
              <a:lnSpc>
                <a:spcPct val="200000"/>
              </a:lnSpc>
              <a:buNone/>
            </a:pPr>
            <a:r>
              <a:rPr lang="pt-BR" dirty="0">
                <a:latin typeface="+mn-lt"/>
              </a:rPr>
              <a:t>Vision/</a:t>
            </a:r>
            <a:r>
              <a:rPr lang="pt-BR" dirty="0" err="1">
                <a:latin typeface="+mn-lt"/>
              </a:rPr>
              <a:t>Rear</a:t>
            </a:r>
            <a:r>
              <a:rPr lang="pt-BR" dirty="0">
                <a:latin typeface="+mn-lt"/>
              </a:rPr>
              <a:t>/MegaTag2/</a:t>
            </a:r>
            <a:r>
              <a:rPr lang="pt-BR" dirty="0" err="1">
                <a:latin typeface="+mn-lt"/>
              </a:rPr>
              <a:t>TagCount</a:t>
            </a:r>
            <a:endParaRPr lang="pt-BR" dirty="0">
              <a:latin typeface="+mn-lt"/>
            </a:endParaRPr>
          </a:p>
          <a:p>
            <a:pPr rtl="0">
              <a:lnSpc>
                <a:spcPct val="200000"/>
              </a:lnSpc>
              <a:buNone/>
            </a:pPr>
            <a:r>
              <a:rPr lang="pt-BR" dirty="0">
                <a:latin typeface="+mn-lt"/>
              </a:rPr>
              <a:t>Vision/</a:t>
            </a:r>
            <a:r>
              <a:rPr lang="pt-BR" dirty="0" err="1">
                <a:latin typeface="+mn-lt"/>
              </a:rPr>
              <a:t>Rear</a:t>
            </a:r>
            <a:r>
              <a:rPr lang="pt-BR" dirty="0">
                <a:latin typeface="+mn-lt"/>
              </a:rPr>
              <a:t>/MegaTag2/</a:t>
            </a:r>
            <a:r>
              <a:rPr lang="pt-BR" dirty="0" err="1">
                <a:latin typeface="+mn-lt"/>
              </a:rPr>
              <a:t>AvgTagDist</a:t>
            </a:r>
            <a:endParaRPr lang="pt-BR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47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1197EE2-0487-932B-93E1-B24ED185F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84082"/>
            <a:ext cx="6096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3B12286-BF03-07E3-C168-1173B5A3DEB2}"/>
              </a:ext>
            </a:extLst>
          </p:cNvPr>
          <p:cNvSpPr txBox="1"/>
          <p:nvPr/>
        </p:nvSpPr>
        <p:spPr>
          <a:xfrm>
            <a:off x="2417379" y="6365173"/>
            <a:ext cx="2460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Código Está em </a:t>
            </a:r>
            <a:r>
              <a:rPr lang="pt-BR" dirty="0" err="1">
                <a:solidFill>
                  <a:schemeClr val="bg1"/>
                </a:solidFill>
              </a:rPr>
              <a:t>Assets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673DFCA-DAB7-3A04-DA8A-99DB948431E5}"/>
              </a:ext>
            </a:extLst>
          </p:cNvPr>
          <p:cNvSpPr txBox="1"/>
          <p:nvPr/>
        </p:nvSpPr>
        <p:spPr>
          <a:xfrm>
            <a:off x="6350000" y="158343"/>
            <a:ext cx="5963920" cy="70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dirty="0">
                <a:solidFill>
                  <a:srgbClr val="6A9955"/>
                </a:solidFill>
                <a:latin typeface="Consolas" panose="020B0609020204030204" pitchFamily="49" charset="0"/>
              </a:rPr>
              <a:t>         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 PROCESSAMENTO DE UMA NOVA MEDIÇÃO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Toda a fusão fica centralizada neste único bloco.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Isso garante que: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um frame seja processado somente uma vez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não exista dupla fusão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a confiança dinâmica seja aplicada corretamente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newMegaTag2Measurement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- ATUALIZA TIMESTAMP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lastMegaTag2TimestampSeconds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timestampSeconds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- ARMAZENA ÚLTIMA POSE VISUAL VÁLIDA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latestValidVisionPose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latestValidTagCount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tagCount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</a:t>
            </a:r>
          </a:p>
        </p:txBody>
      </p:sp>
    </p:spTree>
    <p:extLst>
      <p:ext uri="{BB962C8B-B14F-4D97-AF65-F5344CB8AC3E}">
        <p14:creationId xmlns:p14="http://schemas.microsoft.com/office/powerpoint/2010/main" val="3135880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CA861D8-A48F-EDDA-54A6-2CE88DB6A3D5}"/>
              </a:ext>
            </a:extLst>
          </p:cNvPr>
          <p:cNvSpPr txBox="1"/>
          <p:nvPr/>
        </p:nvSpPr>
        <p:spPr>
          <a:xfrm>
            <a:off x="294640" y="101294"/>
            <a:ext cx="6096000" cy="665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	  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====================================================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NEW - TEMPO DESDE A ÚLTIMA MEDIÇÃO VISUAL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====================================================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double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currentVisionTime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Timer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getFPGATimestamp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double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visionGapSeconds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lastValidFrameTime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&gt;=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0.0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?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currentVisionTime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lastValidFrameTime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1.0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Logger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recordOutput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"Vision/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Rear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/MegaTag2/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VisionGapSeconds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visionGapSeconds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);</a:t>
            </a:r>
          </a:p>
        </p:txBody>
      </p:sp>
    </p:spTree>
    <p:extLst>
      <p:ext uri="{BB962C8B-B14F-4D97-AF65-F5344CB8AC3E}">
        <p14:creationId xmlns:p14="http://schemas.microsoft.com/office/powerpoint/2010/main" val="4118489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A1E85D9-EB93-98C1-CDDE-8D07F931E8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Detectar um possível outlier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F4D4743C-0259-FD7D-645C-4AD22B1834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870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62E394D-4AB5-8082-8367-E2A628C96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167120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F593320-2445-5CC6-B627-0F419641516E}"/>
              </a:ext>
            </a:extLst>
          </p:cNvPr>
          <p:cNvSpPr txBox="1"/>
          <p:nvPr/>
        </p:nvSpPr>
        <p:spPr>
          <a:xfrm>
            <a:off x="6461760" y="174010"/>
            <a:ext cx="5577840" cy="665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        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- DIAGNÓSTICO DE POSSÍVEL OUTLIER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Consideramos suspeita uma medição quando: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a visão estava contínua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o intervalo entre frames é pequeno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a pose visual aparece muito distante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  da pose atual do robô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IMPORTANTE: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por enquanto NÃO bloqueia a visão.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Apenas registra o diagnóstico.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outlierSuspected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visionGapSeconds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visionGapSeconds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0.25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visionPoseErrorMeters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- LOG DO POSSÍVEL OUTLIER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/MegaTag2/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OutlierSuspected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outlierSuspected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</p:txBody>
      </p:sp>
    </p:spTree>
    <p:extLst>
      <p:ext uri="{BB962C8B-B14F-4D97-AF65-F5344CB8AC3E}">
        <p14:creationId xmlns:p14="http://schemas.microsoft.com/office/powerpoint/2010/main" val="1048845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1B4A3-A21C-81F9-56D0-7E8963D0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Para testar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AF8A96-7D38-1B2A-83FD-F2C2127B5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3095"/>
              </a:lnSpc>
              <a:buNone/>
            </a:pP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    </a:t>
            </a:r>
            <a:r>
              <a:rPr lang="pt-BR" dirty="0" err="1">
                <a:solidFill>
                  <a:srgbClr val="4EC9B0"/>
                </a:solidFill>
                <a:latin typeface="Consolas" panose="020B0609020204030204" pitchFamily="49" charset="0"/>
              </a:rPr>
              <a:t>boolean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outlierSuspected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visionGapSeconds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&gt;=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b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&amp;&amp;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visionGapSeconds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&lt;=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0.25</a:t>
            </a:r>
            <a:b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&amp;&amp;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visionPoseErrorMeters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&gt;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0.1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14141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560</Words>
  <Application>Microsoft Office PowerPoint</Application>
  <PresentationFormat>Widescreen</PresentationFormat>
  <Paragraphs>144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Courier New</vt:lpstr>
      <vt:lpstr>Tema do Office</vt:lpstr>
      <vt:lpstr>Erro Limelight</vt:lpstr>
      <vt:lpstr>Apresentação do PowerPoint</vt:lpstr>
      <vt:lpstr>Apresentação do PowerPoint</vt:lpstr>
      <vt:lpstr>Apresentação do PowerPoint</vt:lpstr>
      <vt:lpstr>Calcular Tempo</vt:lpstr>
      <vt:lpstr>O teste é:</vt:lpstr>
      <vt:lpstr>Apresentação do PowerPoint</vt:lpstr>
      <vt:lpstr>Apresentação do PowerPoint</vt:lpstr>
      <vt:lpstr>Detectar um possível outlier</vt:lpstr>
      <vt:lpstr>Apresentação do PowerPoint</vt:lpstr>
      <vt:lpstr>Para testar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12</cp:revision>
  <dcterms:created xsi:type="dcterms:W3CDTF">2026-10-07T12:08:57Z</dcterms:created>
  <dcterms:modified xsi:type="dcterms:W3CDTF">2026-10-07T16:36:52Z</dcterms:modified>
</cp:coreProperties>
</file>