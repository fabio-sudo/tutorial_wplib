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88F315-5E69-4298-B739-BB1EE1195E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A71B639-21F6-430A-BAE1-C1A65F83132E}">
      <dgm:prSet/>
      <dgm:spPr/>
      <dgm:t>
        <a:bodyPr/>
        <a:lstStyle/>
        <a:p>
          <a:r>
            <a:rPr lang="pt-BR"/>
            <a:t>Drive.java</a:t>
          </a:r>
          <a:endParaRPr lang="en-US"/>
        </a:p>
      </dgm:t>
    </dgm:pt>
    <dgm:pt modelId="{39E98FB9-D527-4CF1-965E-8EEB75388FE3}" type="parTrans" cxnId="{5C69D6FA-1DF3-402C-BE67-FA5253C61F91}">
      <dgm:prSet/>
      <dgm:spPr/>
      <dgm:t>
        <a:bodyPr/>
        <a:lstStyle/>
        <a:p>
          <a:endParaRPr lang="en-US"/>
        </a:p>
      </dgm:t>
    </dgm:pt>
    <dgm:pt modelId="{2D395D7A-2B74-438B-BC0C-547B3A60FA5C}" type="sibTrans" cxnId="{5C69D6FA-1DF3-402C-BE67-FA5253C61F91}">
      <dgm:prSet/>
      <dgm:spPr/>
      <dgm:t>
        <a:bodyPr/>
        <a:lstStyle/>
        <a:p>
          <a:endParaRPr lang="en-US"/>
        </a:p>
      </dgm:t>
    </dgm:pt>
    <dgm:pt modelId="{11CB7B24-8B79-4011-9614-ED3E8931E65C}">
      <dgm:prSet/>
      <dgm:spPr/>
      <dgm:t>
        <a:bodyPr/>
        <a:lstStyle/>
        <a:p>
          <a:r>
            <a:rPr lang="pt-BR"/>
            <a:t>E a </a:t>
          </a:r>
          <a:r>
            <a:rPr lang="pt-BR" b="1"/>
            <a:t>primeira alteração</a:t>
          </a:r>
          <a:r>
            <a:rPr lang="pt-BR"/>
            <a:t> nele será somente trocar o import:</a:t>
          </a:r>
          <a:endParaRPr lang="en-US"/>
        </a:p>
      </dgm:t>
    </dgm:pt>
    <dgm:pt modelId="{AA748229-815D-41A4-AD08-33751510D8B0}" type="parTrans" cxnId="{E7677030-F818-4D40-9310-0040D2071D4D}">
      <dgm:prSet/>
      <dgm:spPr/>
      <dgm:t>
        <a:bodyPr/>
        <a:lstStyle/>
        <a:p>
          <a:endParaRPr lang="en-US"/>
        </a:p>
      </dgm:t>
    </dgm:pt>
    <dgm:pt modelId="{8E88F0CC-A229-4908-922E-7196CD75DFA0}" type="sibTrans" cxnId="{E7677030-F818-4D40-9310-0040D2071D4D}">
      <dgm:prSet/>
      <dgm:spPr/>
      <dgm:t>
        <a:bodyPr/>
        <a:lstStyle/>
        <a:p>
          <a:endParaRPr lang="en-US"/>
        </a:p>
      </dgm:t>
    </dgm:pt>
    <dgm:pt modelId="{9C622E54-4022-42CF-A417-92A22B52B61B}">
      <dgm:prSet/>
      <dgm:spPr/>
      <dgm:t>
        <a:bodyPr/>
        <a:lstStyle/>
        <a:p>
          <a:r>
            <a:rPr lang="pt-BR"/>
            <a:t>import edu.wpi.first.math.kinematics.SwerveDriveOdometry;</a:t>
          </a:r>
          <a:endParaRPr lang="en-US"/>
        </a:p>
      </dgm:t>
    </dgm:pt>
    <dgm:pt modelId="{9CE0F915-811D-4C55-BF98-0B8BFB784C06}" type="parTrans" cxnId="{F3C58633-56D6-4318-88DD-9A3E0EC90088}">
      <dgm:prSet/>
      <dgm:spPr/>
      <dgm:t>
        <a:bodyPr/>
        <a:lstStyle/>
        <a:p>
          <a:endParaRPr lang="en-US"/>
        </a:p>
      </dgm:t>
    </dgm:pt>
    <dgm:pt modelId="{6FC9D68C-64CA-4CA2-843A-549624308BDF}" type="sibTrans" cxnId="{F3C58633-56D6-4318-88DD-9A3E0EC90088}">
      <dgm:prSet/>
      <dgm:spPr/>
      <dgm:t>
        <a:bodyPr/>
        <a:lstStyle/>
        <a:p>
          <a:endParaRPr lang="en-US"/>
        </a:p>
      </dgm:t>
    </dgm:pt>
    <dgm:pt modelId="{B7D4D03D-41FA-4067-8CE2-5BD38EFEE10E}">
      <dgm:prSet/>
      <dgm:spPr/>
      <dgm:t>
        <a:bodyPr/>
        <a:lstStyle/>
        <a:p>
          <a:r>
            <a:rPr lang="pt-BR"/>
            <a:t>por:</a:t>
          </a:r>
          <a:endParaRPr lang="en-US"/>
        </a:p>
      </dgm:t>
    </dgm:pt>
    <dgm:pt modelId="{0681F397-64DE-4CBC-8691-D92F064E7F24}" type="parTrans" cxnId="{5B628620-6E4E-4745-9A1A-A99DC9FB6AEC}">
      <dgm:prSet/>
      <dgm:spPr/>
      <dgm:t>
        <a:bodyPr/>
        <a:lstStyle/>
        <a:p>
          <a:endParaRPr lang="en-US"/>
        </a:p>
      </dgm:t>
    </dgm:pt>
    <dgm:pt modelId="{6B03CE93-E51B-4BAC-AF43-D8AF3E59DB2B}" type="sibTrans" cxnId="{5B628620-6E4E-4745-9A1A-A99DC9FB6AEC}">
      <dgm:prSet/>
      <dgm:spPr/>
      <dgm:t>
        <a:bodyPr/>
        <a:lstStyle/>
        <a:p>
          <a:endParaRPr lang="en-US"/>
        </a:p>
      </dgm:t>
    </dgm:pt>
    <dgm:pt modelId="{F1854175-9701-4723-BF77-EA4CD0445F8B}">
      <dgm:prSet/>
      <dgm:spPr/>
      <dgm:t>
        <a:bodyPr/>
        <a:lstStyle/>
        <a:p>
          <a:r>
            <a:rPr lang="pt-BR"/>
            <a:t>import edu.wpi.first.math.estimator.SwerveDrivePoseEstimator;</a:t>
          </a:r>
          <a:endParaRPr lang="en-US"/>
        </a:p>
      </dgm:t>
    </dgm:pt>
    <dgm:pt modelId="{8DE0BBC2-CE80-41E9-91C4-8563F6167B2E}" type="parTrans" cxnId="{0747A4AC-4716-4DA4-9D6A-99DADBDA0943}">
      <dgm:prSet/>
      <dgm:spPr/>
      <dgm:t>
        <a:bodyPr/>
        <a:lstStyle/>
        <a:p>
          <a:endParaRPr lang="en-US"/>
        </a:p>
      </dgm:t>
    </dgm:pt>
    <dgm:pt modelId="{E7E873C7-9999-4B68-9AE7-DDCBD9B91346}" type="sibTrans" cxnId="{0747A4AC-4716-4DA4-9D6A-99DADBDA0943}">
      <dgm:prSet/>
      <dgm:spPr/>
      <dgm:t>
        <a:bodyPr/>
        <a:lstStyle/>
        <a:p>
          <a:endParaRPr lang="en-US"/>
        </a:p>
      </dgm:t>
    </dgm:pt>
    <dgm:pt modelId="{280434BD-8BBE-4E84-8B85-06727AB82B1A}" type="pres">
      <dgm:prSet presAssocID="{DA88F315-5E69-4298-B739-BB1EE1195E4A}" presName="root" presStyleCnt="0">
        <dgm:presLayoutVars>
          <dgm:dir/>
          <dgm:resizeHandles val="exact"/>
        </dgm:presLayoutVars>
      </dgm:prSet>
      <dgm:spPr/>
    </dgm:pt>
    <dgm:pt modelId="{04EFFA1D-8A44-45F3-A517-6997053C280F}" type="pres">
      <dgm:prSet presAssocID="{AA71B639-21F6-430A-BAE1-C1A65F83132E}" presName="compNode" presStyleCnt="0"/>
      <dgm:spPr/>
    </dgm:pt>
    <dgm:pt modelId="{7FF51DF3-98AA-4419-9E5E-346DD65D2CAF}" type="pres">
      <dgm:prSet presAssocID="{AA71B639-21F6-430A-BAE1-C1A65F83132E}" presName="bgRect" presStyleLbl="bgShp" presStyleIdx="0" presStyleCnt="5"/>
      <dgm:spPr/>
    </dgm:pt>
    <dgm:pt modelId="{FB5231DB-0873-4341-81B0-E33F820AB166}" type="pres">
      <dgm:prSet presAssocID="{AA71B639-21F6-430A-BAE1-C1A65F83132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23E0D3C-5FC6-4FEB-8477-15357E1E7718}" type="pres">
      <dgm:prSet presAssocID="{AA71B639-21F6-430A-BAE1-C1A65F83132E}" presName="spaceRect" presStyleCnt="0"/>
      <dgm:spPr/>
    </dgm:pt>
    <dgm:pt modelId="{01D88FB6-3482-43C8-A7AE-B4CCFEE01D59}" type="pres">
      <dgm:prSet presAssocID="{AA71B639-21F6-430A-BAE1-C1A65F83132E}" presName="parTx" presStyleLbl="revTx" presStyleIdx="0" presStyleCnt="5">
        <dgm:presLayoutVars>
          <dgm:chMax val="0"/>
          <dgm:chPref val="0"/>
        </dgm:presLayoutVars>
      </dgm:prSet>
      <dgm:spPr/>
    </dgm:pt>
    <dgm:pt modelId="{BDF64D8D-46D1-4DB1-9AF3-23CB2DD87BE2}" type="pres">
      <dgm:prSet presAssocID="{2D395D7A-2B74-438B-BC0C-547B3A60FA5C}" presName="sibTrans" presStyleCnt="0"/>
      <dgm:spPr/>
    </dgm:pt>
    <dgm:pt modelId="{69D3A05B-1CE1-4DF0-AED5-E3A807D66FC5}" type="pres">
      <dgm:prSet presAssocID="{11CB7B24-8B79-4011-9614-ED3E8931E65C}" presName="compNode" presStyleCnt="0"/>
      <dgm:spPr/>
    </dgm:pt>
    <dgm:pt modelId="{FB6C864E-A693-4D22-BAA1-20864B87B180}" type="pres">
      <dgm:prSet presAssocID="{11CB7B24-8B79-4011-9614-ED3E8931E65C}" presName="bgRect" presStyleLbl="bgShp" presStyleIdx="1" presStyleCnt="5"/>
      <dgm:spPr/>
    </dgm:pt>
    <dgm:pt modelId="{BD38E766-D1B2-494D-A727-541CD179D4B5}" type="pres">
      <dgm:prSet presAssocID="{11CB7B24-8B79-4011-9614-ED3E8931E65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ibido"/>
        </a:ext>
      </dgm:extLst>
    </dgm:pt>
    <dgm:pt modelId="{A9F817F5-71CB-49D4-86DF-158F0DA69C78}" type="pres">
      <dgm:prSet presAssocID="{11CB7B24-8B79-4011-9614-ED3E8931E65C}" presName="spaceRect" presStyleCnt="0"/>
      <dgm:spPr/>
    </dgm:pt>
    <dgm:pt modelId="{DCFD3E1B-32CC-4900-9B83-ED3FAFC3612B}" type="pres">
      <dgm:prSet presAssocID="{11CB7B24-8B79-4011-9614-ED3E8931E65C}" presName="parTx" presStyleLbl="revTx" presStyleIdx="1" presStyleCnt="5">
        <dgm:presLayoutVars>
          <dgm:chMax val="0"/>
          <dgm:chPref val="0"/>
        </dgm:presLayoutVars>
      </dgm:prSet>
      <dgm:spPr/>
    </dgm:pt>
    <dgm:pt modelId="{0A487644-B7BD-4D0F-BD78-E8377CDFDD72}" type="pres">
      <dgm:prSet presAssocID="{8E88F0CC-A229-4908-922E-7196CD75DFA0}" presName="sibTrans" presStyleCnt="0"/>
      <dgm:spPr/>
    </dgm:pt>
    <dgm:pt modelId="{22737CE5-3769-4D4F-B7C5-F8D846A97A57}" type="pres">
      <dgm:prSet presAssocID="{9C622E54-4022-42CF-A417-92A22B52B61B}" presName="compNode" presStyleCnt="0"/>
      <dgm:spPr/>
    </dgm:pt>
    <dgm:pt modelId="{6EF9A0B1-ADBB-4774-89D4-4A1878322163}" type="pres">
      <dgm:prSet presAssocID="{9C622E54-4022-42CF-A417-92A22B52B61B}" presName="bgRect" presStyleLbl="bgShp" presStyleIdx="2" presStyleCnt="5"/>
      <dgm:spPr/>
    </dgm:pt>
    <dgm:pt modelId="{6CD3E109-D7E3-4899-8919-8395CC768A24}" type="pres">
      <dgm:prSet presAssocID="{9C622E54-4022-42CF-A417-92A22B52B61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612509DC-B860-4B6D-8854-B55D1DBFBC5F}" type="pres">
      <dgm:prSet presAssocID="{9C622E54-4022-42CF-A417-92A22B52B61B}" presName="spaceRect" presStyleCnt="0"/>
      <dgm:spPr/>
    </dgm:pt>
    <dgm:pt modelId="{7D91F86D-5B20-4F21-A94F-28F709E69F6B}" type="pres">
      <dgm:prSet presAssocID="{9C622E54-4022-42CF-A417-92A22B52B61B}" presName="parTx" presStyleLbl="revTx" presStyleIdx="2" presStyleCnt="5">
        <dgm:presLayoutVars>
          <dgm:chMax val="0"/>
          <dgm:chPref val="0"/>
        </dgm:presLayoutVars>
      </dgm:prSet>
      <dgm:spPr/>
    </dgm:pt>
    <dgm:pt modelId="{37E75EEF-1E97-48D5-AB01-67AA5E385C41}" type="pres">
      <dgm:prSet presAssocID="{6FC9D68C-64CA-4CA2-843A-549624308BDF}" presName="sibTrans" presStyleCnt="0"/>
      <dgm:spPr/>
    </dgm:pt>
    <dgm:pt modelId="{6A77638C-3200-4CCB-A43B-3E6E974F16EE}" type="pres">
      <dgm:prSet presAssocID="{B7D4D03D-41FA-4067-8CE2-5BD38EFEE10E}" presName="compNode" presStyleCnt="0"/>
      <dgm:spPr/>
    </dgm:pt>
    <dgm:pt modelId="{BCF4A155-008B-49F0-A5B3-E37756508451}" type="pres">
      <dgm:prSet presAssocID="{B7D4D03D-41FA-4067-8CE2-5BD38EFEE10E}" presName="bgRect" presStyleLbl="bgShp" presStyleIdx="3" presStyleCnt="5"/>
      <dgm:spPr/>
    </dgm:pt>
    <dgm:pt modelId="{71B21D43-5812-4967-80D7-D87FF5A68C06}" type="pres">
      <dgm:prSet presAssocID="{B7D4D03D-41FA-4067-8CE2-5BD38EFEE10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84725724-4ADA-4ED4-98F8-3D3CF1902400}" type="pres">
      <dgm:prSet presAssocID="{B7D4D03D-41FA-4067-8CE2-5BD38EFEE10E}" presName="spaceRect" presStyleCnt="0"/>
      <dgm:spPr/>
    </dgm:pt>
    <dgm:pt modelId="{198D04F1-A3D2-45E9-AB56-6ED7B042DE22}" type="pres">
      <dgm:prSet presAssocID="{B7D4D03D-41FA-4067-8CE2-5BD38EFEE10E}" presName="parTx" presStyleLbl="revTx" presStyleIdx="3" presStyleCnt="5">
        <dgm:presLayoutVars>
          <dgm:chMax val="0"/>
          <dgm:chPref val="0"/>
        </dgm:presLayoutVars>
      </dgm:prSet>
      <dgm:spPr/>
    </dgm:pt>
    <dgm:pt modelId="{374742A9-88DD-4BC1-8244-755538653137}" type="pres">
      <dgm:prSet presAssocID="{6B03CE93-E51B-4BAC-AF43-D8AF3E59DB2B}" presName="sibTrans" presStyleCnt="0"/>
      <dgm:spPr/>
    </dgm:pt>
    <dgm:pt modelId="{19A910C9-654B-4765-8BF3-2EA5338D0D68}" type="pres">
      <dgm:prSet presAssocID="{F1854175-9701-4723-BF77-EA4CD0445F8B}" presName="compNode" presStyleCnt="0"/>
      <dgm:spPr/>
    </dgm:pt>
    <dgm:pt modelId="{D388ABC8-8B48-4C97-95A0-CD05DAC6B4C4}" type="pres">
      <dgm:prSet presAssocID="{F1854175-9701-4723-BF77-EA4CD0445F8B}" presName="bgRect" presStyleLbl="bgShp" presStyleIdx="4" presStyleCnt="5"/>
      <dgm:spPr/>
    </dgm:pt>
    <dgm:pt modelId="{FDF531CD-AAC8-406F-8F68-AB84B671FD81}" type="pres">
      <dgm:prSet presAssocID="{F1854175-9701-4723-BF77-EA4CD0445F8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5376B95D-D33A-4F9E-9272-FC05A232F838}" type="pres">
      <dgm:prSet presAssocID="{F1854175-9701-4723-BF77-EA4CD0445F8B}" presName="spaceRect" presStyleCnt="0"/>
      <dgm:spPr/>
    </dgm:pt>
    <dgm:pt modelId="{F86C766E-8EF7-400B-808A-F4E7C5DC7344}" type="pres">
      <dgm:prSet presAssocID="{F1854175-9701-4723-BF77-EA4CD0445F8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7C4D113-A585-4D51-85C0-3C70C7B6B120}" type="presOf" srcId="{B7D4D03D-41FA-4067-8CE2-5BD38EFEE10E}" destId="{198D04F1-A3D2-45E9-AB56-6ED7B042DE22}" srcOrd="0" destOrd="0" presId="urn:microsoft.com/office/officeart/2018/2/layout/IconVerticalSolidList"/>
    <dgm:cxn modelId="{5B628620-6E4E-4745-9A1A-A99DC9FB6AEC}" srcId="{DA88F315-5E69-4298-B739-BB1EE1195E4A}" destId="{B7D4D03D-41FA-4067-8CE2-5BD38EFEE10E}" srcOrd="3" destOrd="0" parTransId="{0681F397-64DE-4CBC-8691-D92F064E7F24}" sibTransId="{6B03CE93-E51B-4BAC-AF43-D8AF3E59DB2B}"/>
    <dgm:cxn modelId="{E7677030-F818-4D40-9310-0040D2071D4D}" srcId="{DA88F315-5E69-4298-B739-BB1EE1195E4A}" destId="{11CB7B24-8B79-4011-9614-ED3E8931E65C}" srcOrd="1" destOrd="0" parTransId="{AA748229-815D-41A4-AD08-33751510D8B0}" sibTransId="{8E88F0CC-A229-4908-922E-7196CD75DFA0}"/>
    <dgm:cxn modelId="{F3C58633-56D6-4318-88DD-9A3E0EC90088}" srcId="{DA88F315-5E69-4298-B739-BB1EE1195E4A}" destId="{9C622E54-4022-42CF-A417-92A22B52B61B}" srcOrd="2" destOrd="0" parTransId="{9CE0F915-811D-4C55-BF98-0B8BFB784C06}" sibTransId="{6FC9D68C-64CA-4CA2-843A-549624308BDF}"/>
    <dgm:cxn modelId="{BD6E2F49-9394-4A2B-8079-B4EB6C512D53}" type="presOf" srcId="{9C622E54-4022-42CF-A417-92A22B52B61B}" destId="{7D91F86D-5B20-4F21-A94F-28F709E69F6B}" srcOrd="0" destOrd="0" presId="urn:microsoft.com/office/officeart/2018/2/layout/IconVerticalSolidList"/>
    <dgm:cxn modelId="{4668DD4E-F0C5-4CC0-80F4-3D96372534BE}" type="presOf" srcId="{F1854175-9701-4723-BF77-EA4CD0445F8B}" destId="{F86C766E-8EF7-400B-808A-F4E7C5DC7344}" srcOrd="0" destOrd="0" presId="urn:microsoft.com/office/officeart/2018/2/layout/IconVerticalSolidList"/>
    <dgm:cxn modelId="{0C44CAA0-6D2B-4BB7-9700-CB8D69B72539}" type="presOf" srcId="{AA71B639-21F6-430A-BAE1-C1A65F83132E}" destId="{01D88FB6-3482-43C8-A7AE-B4CCFEE01D59}" srcOrd="0" destOrd="0" presId="urn:microsoft.com/office/officeart/2018/2/layout/IconVerticalSolidList"/>
    <dgm:cxn modelId="{0747A4AC-4716-4DA4-9D6A-99DADBDA0943}" srcId="{DA88F315-5E69-4298-B739-BB1EE1195E4A}" destId="{F1854175-9701-4723-BF77-EA4CD0445F8B}" srcOrd="4" destOrd="0" parTransId="{8DE0BBC2-CE80-41E9-91C4-8563F6167B2E}" sibTransId="{E7E873C7-9999-4B68-9AE7-DDCBD9B91346}"/>
    <dgm:cxn modelId="{23A642C7-E019-46CF-9669-A8F28EE63540}" type="presOf" srcId="{DA88F315-5E69-4298-B739-BB1EE1195E4A}" destId="{280434BD-8BBE-4E84-8B85-06727AB82B1A}" srcOrd="0" destOrd="0" presId="urn:microsoft.com/office/officeart/2018/2/layout/IconVerticalSolidList"/>
    <dgm:cxn modelId="{38829BE0-3C5B-4D92-8FD7-F4EAFD1D158E}" type="presOf" srcId="{11CB7B24-8B79-4011-9614-ED3E8931E65C}" destId="{DCFD3E1B-32CC-4900-9B83-ED3FAFC3612B}" srcOrd="0" destOrd="0" presId="urn:microsoft.com/office/officeart/2018/2/layout/IconVerticalSolidList"/>
    <dgm:cxn modelId="{5C69D6FA-1DF3-402C-BE67-FA5253C61F91}" srcId="{DA88F315-5E69-4298-B739-BB1EE1195E4A}" destId="{AA71B639-21F6-430A-BAE1-C1A65F83132E}" srcOrd="0" destOrd="0" parTransId="{39E98FB9-D527-4CF1-965E-8EEB75388FE3}" sibTransId="{2D395D7A-2B74-438B-BC0C-547B3A60FA5C}"/>
    <dgm:cxn modelId="{E03BCB98-0952-4CB2-9369-99D5DEDAA377}" type="presParOf" srcId="{280434BD-8BBE-4E84-8B85-06727AB82B1A}" destId="{04EFFA1D-8A44-45F3-A517-6997053C280F}" srcOrd="0" destOrd="0" presId="urn:microsoft.com/office/officeart/2018/2/layout/IconVerticalSolidList"/>
    <dgm:cxn modelId="{75A03D36-487A-4269-B0AC-31F66A5F82D3}" type="presParOf" srcId="{04EFFA1D-8A44-45F3-A517-6997053C280F}" destId="{7FF51DF3-98AA-4419-9E5E-346DD65D2CAF}" srcOrd="0" destOrd="0" presId="urn:microsoft.com/office/officeart/2018/2/layout/IconVerticalSolidList"/>
    <dgm:cxn modelId="{15ABD16F-FE96-4B15-BD23-AB93B3FA085C}" type="presParOf" srcId="{04EFFA1D-8A44-45F3-A517-6997053C280F}" destId="{FB5231DB-0873-4341-81B0-E33F820AB166}" srcOrd="1" destOrd="0" presId="urn:microsoft.com/office/officeart/2018/2/layout/IconVerticalSolidList"/>
    <dgm:cxn modelId="{7F500292-FD23-45BF-BF78-BFD602E27A3B}" type="presParOf" srcId="{04EFFA1D-8A44-45F3-A517-6997053C280F}" destId="{223E0D3C-5FC6-4FEB-8477-15357E1E7718}" srcOrd="2" destOrd="0" presId="urn:microsoft.com/office/officeart/2018/2/layout/IconVerticalSolidList"/>
    <dgm:cxn modelId="{74F3CD56-2C5C-4551-80ED-BD0F6940DF5B}" type="presParOf" srcId="{04EFFA1D-8A44-45F3-A517-6997053C280F}" destId="{01D88FB6-3482-43C8-A7AE-B4CCFEE01D59}" srcOrd="3" destOrd="0" presId="urn:microsoft.com/office/officeart/2018/2/layout/IconVerticalSolidList"/>
    <dgm:cxn modelId="{3CDCA8F1-1D22-4B20-B1A0-58591ECAC8A5}" type="presParOf" srcId="{280434BD-8BBE-4E84-8B85-06727AB82B1A}" destId="{BDF64D8D-46D1-4DB1-9AF3-23CB2DD87BE2}" srcOrd="1" destOrd="0" presId="urn:microsoft.com/office/officeart/2018/2/layout/IconVerticalSolidList"/>
    <dgm:cxn modelId="{603B863D-EECF-475F-87E3-2BA567F3286F}" type="presParOf" srcId="{280434BD-8BBE-4E84-8B85-06727AB82B1A}" destId="{69D3A05B-1CE1-4DF0-AED5-E3A807D66FC5}" srcOrd="2" destOrd="0" presId="urn:microsoft.com/office/officeart/2018/2/layout/IconVerticalSolidList"/>
    <dgm:cxn modelId="{5422E4B8-ED00-4A73-8731-BB2B8E1AC600}" type="presParOf" srcId="{69D3A05B-1CE1-4DF0-AED5-E3A807D66FC5}" destId="{FB6C864E-A693-4D22-BAA1-20864B87B180}" srcOrd="0" destOrd="0" presId="urn:microsoft.com/office/officeart/2018/2/layout/IconVerticalSolidList"/>
    <dgm:cxn modelId="{5507A66A-7FFC-408E-BB03-190CD3CFFE40}" type="presParOf" srcId="{69D3A05B-1CE1-4DF0-AED5-E3A807D66FC5}" destId="{BD38E766-D1B2-494D-A727-541CD179D4B5}" srcOrd="1" destOrd="0" presId="urn:microsoft.com/office/officeart/2018/2/layout/IconVerticalSolidList"/>
    <dgm:cxn modelId="{C4B8DEB5-14AE-4ED6-8842-0078B756FB4E}" type="presParOf" srcId="{69D3A05B-1CE1-4DF0-AED5-E3A807D66FC5}" destId="{A9F817F5-71CB-49D4-86DF-158F0DA69C78}" srcOrd="2" destOrd="0" presId="urn:microsoft.com/office/officeart/2018/2/layout/IconVerticalSolidList"/>
    <dgm:cxn modelId="{70630F66-60A3-449E-AE48-A9DD56FC4D58}" type="presParOf" srcId="{69D3A05B-1CE1-4DF0-AED5-E3A807D66FC5}" destId="{DCFD3E1B-32CC-4900-9B83-ED3FAFC3612B}" srcOrd="3" destOrd="0" presId="urn:microsoft.com/office/officeart/2018/2/layout/IconVerticalSolidList"/>
    <dgm:cxn modelId="{B9EFB441-6958-48CE-BEAF-EA17F427310D}" type="presParOf" srcId="{280434BD-8BBE-4E84-8B85-06727AB82B1A}" destId="{0A487644-B7BD-4D0F-BD78-E8377CDFDD72}" srcOrd="3" destOrd="0" presId="urn:microsoft.com/office/officeart/2018/2/layout/IconVerticalSolidList"/>
    <dgm:cxn modelId="{E023611D-D6A8-44B6-8E25-16643B94A1F2}" type="presParOf" srcId="{280434BD-8BBE-4E84-8B85-06727AB82B1A}" destId="{22737CE5-3769-4D4F-B7C5-F8D846A97A57}" srcOrd="4" destOrd="0" presId="urn:microsoft.com/office/officeart/2018/2/layout/IconVerticalSolidList"/>
    <dgm:cxn modelId="{EED7CD5E-302D-46C5-8D7A-84ACDC07572C}" type="presParOf" srcId="{22737CE5-3769-4D4F-B7C5-F8D846A97A57}" destId="{6EF9A0B1-ADBB-4774-89D4-4A1878322163}" srcOrd="0" destOrd="0" presId="urn:microsoft.com/office/officeart/2018/2/layout/IconVerticalSolidList"/>
    <dgm:cxn modelId="{F8AF05D4-93D6-4D8D-9C7A-2940B8008F46}" type="presParOf" srcId="{22737CE5-3769-4D4F-B7C5-F8D846A97A57}" destId="{6CD3E109-D7E3-4899-8919-8395CC768A24}" srcOrd="1" destOrd="0" presId="urn:microsoft.com/office/officeart/2018/2/layout/IconVerticalSolidList"/>
    <dgm:cxn modelId="{7A8341BC-22D5-49DA-88C9-4AC70E758CC4}" type="presParOf" srcId="{22737CE5-3769-4D4F-B7C5-F8D846A97A57}" destId="{612509DC-B860-4B6D-8854-B55D1DBFBC5F}" srcOrd="2" destOrd="0" presId="urn:microsoft.com/office/officeart/2018/2/layout/IconVerticalSolidList"/>
    <dgm:cxn modelId="{7D6D7781-92B7-4914-B1B4-A8C51EF28860}" type="presParOf" srcId="{22737CE5-3769-4D4F-B7C5-F8D846A97A57}" destId="{7D91F86D-5B20-4F21-A94F-28F709E69F6B}" srcOrd="3" destOrd="0" presId="urn:microsoft.com/office/officeart/2018/2/layout/IconVerticalSolidList"/>
    <dgm:cxn modelId="{A205EC70-0ACA-4FF2-83F8-FB8B195BE20C}" type="presParOf" srcId="{280434BD-8BBE-4E84-8B85-06727AB82B1A}" destId="{37E75EEF-1E97-48D5-AB01-67AA5E385C41}" srcOrd="5" destOrd="0" presId="urn:microsoft.com/office/officeart/2018/2/layout/IconVerticalSolidList"/>
    <dgm:cxn modelId="{D232D209-2DD4-4F48-BF0C-A81299E07AD4}" type="presParOf" srcId="{280434BD-8BBE-4E84-8B85-06727AB82B1A}" destId="{6A77638C-3200-4CCB-A43B-3E6E974F16EE}" srcOrd="6" destOrd="0" presId="urn:microsoft.com/office/officeart/2018/2/layout/IconVerticalSolidList"/>
    <dgm:cxn modelId="{90FA06F3-4E7C-482C-A856-47B9E4DC8B17}" type="presParOf" srcId="{6A77638C-3200-4CCB-A43B-3E6E974F16EE}" destId="{BCF4A155-008B-49F0-A5B3-E37756508451}" srcOrd="0" destOrd="0" presId="urn:microsoft.com/office/officeart/2018/2/layout/IconVerticalSolidList"/>
    <dgm:cxn modelId="{33AC967B-AB09-44B0-91F7-A5D6BBDDEE97}" type="presParOf" srcId="{6A77638C-3200-4CCB-A43B-3E6E974F16EE}" destId="{71B21D43-5812-4967-80D7-D87FF5A68C06}" srcOrd="1" destOrd="0" presId="urn:microsoft.com/office/officeart/2018/2/layout/IconVerticalSolidList"/>
    <dgm:cxn modelId="{F81F1C1A-7A74-4D59-B812-A5B4CEFF7520}" type="presParOf" srcId="{6A77638C-3200-4CCB-A43B-3E6E974F16EE}" destId="{84725724-4ADA-4ED4-98F8-3D3CF1902400}" srcOrd="2" destOrd="0" presId="urn:microsoft.com/office/officeart/2018/2/layout/IconVerticalSolidList"/>
    <dgm:cxn modelId="{E1A5FDBB-9A61-4204-B401-F832C0925DDB}" type="presParOf" srcId="{6A77638C-3200-4CCB-A43B-3E6E974F16EE}" destId="{198D04F1-A3D2-45E9-AB56-6ED7B042DE22}" srcOrd="3" destOrd="0" presId="urn:microsoft.com/office/officeart/2018/2/layout/IconVerticalSolidList"/>
    <dgm:cxn modelId="{FEE2A519-F726-4498-A2D7-567A5EF95036}" type="presParOf" srcId="{280434BD-8BBE-4E84-8B85-06727AB82B1A}" destId="{374742A9-88DD-4BC1-8244-755538653137}" srcOrd="7" destOrd="0" presId="urn:microsoft.com/office/officeart/2018/2/layout/IconVerticalSolidList"/>
    <dgm:cxn modelId="{BC959627-5093-4BB1-A538-1DCB65F4E5E9}" type="presParOf" srcId="{280434BD-8BBE-4E84-8B85-06727AB82B1A}" destId="{19A910C9-654B-4765-8BF3-2EA5338D0D68}" srcOrd="8" destOrd="0" presId="urn:microsoft.com/office/officeart/2018/2/layout/IconVerticalSolidList"/>
    <dgm:cxn modelId="{7372085F-1F92-4FE1-9B4C-1B19549E1D71}" type="presParOf" srcId="{19A910C9-654B-4765-8BF3-2EA5338D0D68}" destId="{D388ABC8-8B48-4C97-95A0-CD05DAC6B4C4}" srcOrd="0" destOrd="0" presId="urn:microsoft.com/office/officeart/2018/2/layout/IconVerticalSolidList"/>
    <dgm:cxn modelId="{8B8234B1-E1BD-4E77-9FD1-E72994DA7301}" type="presParOf" srcId="{19A910C9-654B-4765-8BF3-2EA5338D0D68}" destId="{FDF531CD-AAC8-406F-8F68-AB84B671FD81}" srcOrd="1" destOrd="0" presId="urn:microsoft.com/office/officeart/2018/2/layout/IconVerticalSolidList"/>
    <dgm:cxn modelId="{75120CE8-CA76-446C-A1CB-54F3B0F83003}" type="presParOf" srcId="{19A910C9-654B-4765-8BF3-2EA5338D0D68}" destId="{5376B95D-D33A-4F9E-9272-FC05A232F838}" srcOrd="2" destOrd="0" presId="urn:microsoft.com/office/officeart/2018/2/layout/IconVerticalSolidList"/>
    <dgm:cxn modelId="{F1B0F33E-AE99-40EC-8690-A1909B3E6005}" type="presParOf" srcId="{19A910C9-654B-4765-8BF3-2EA5338D0D68}" destId="{F86C766E-8EF7-400B-808A-F4E7C5DC73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51DF3-98AA-4419-9E5E-346DD65D2CAF}">
      <dsp:nvSpPr>
        <dsp:cNvPr id="0" name=""/>
        <dsp:cNvSpPr/>
      </dsp:nvSpPr>
      <dsp:spPr>
        <a:xfrm>
          <a:off x="0" y="2386"/>
          <a:ext cx="63016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231DB-0873-4341-81B0-E33F820AB166}">
      <dsp:nvSpPr>
        <dsp:cNvPr id="0" name=""/>
        <dsp:cNvSpPr/>
      </dsp:nvSpPr>
      <dsp:spPr>
        <a:xfrm>
          <a:off x="279886" y="210566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88FB6-3482-43C8-A7AE-B4CCFEE01D59}">
      <dsp:nvSpPr>
        <dsp:cNvPr id="0" name=""/>
        <dsp:cNvSpPr/>
      </dsp:nvSpPr>
      <dsp:spPr>
        <a:xfrm>
          <a:off x="1068657" y="2386"/>
          <a:ext cx="47415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Drive.java</a:t>
          </a:r>
          <a:endParaRPr lang="en-US" sz="1400" kern="1200"/>
        </a:p>
      </dsp:txBody>
      <dsp:txXfrm>
        <a:off x="1068657" y="2386"/>
        <a:ext cx="4741512" cy="983975"/>
      </dsp:txXfrm>
    </dsp:sp>
    <dsp:sp modelId="{FB6C864E-A693-4D22-BAA1-20864B87B180}">
      <dsp:nvSpPr>
        <dsp:cNvPr id="0" name=""/>
        <dsp:cNvSpPr/>
      </dsp:nvSpPr>
      <dsp:spPr>
        <a:xfrm>
          <a:off x="0" y="1224901"/>
          <a:ext cx="63016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8E766-D1B2-494D-A727-541CD179D4B5}">
      <dsp:nvSpPr>
        <dsp:cNvPr id="0" name=""/>
        <dsp:cNvSpPr/>
      </dsp:nvSpPr>
      <dsp:spPr>
        <a:xfrm>
          <a:off x="279886" y="1433081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D3E1B-32CC-4900-9B83-ED3FAFC3612B}">
      <dsp:nvSpPr>
        <dsp:cNvPr id="0" name=""/>
        <dsp:cNvSpPr/>
      </dsp:nvSpPr>
      <dsp:spPr>
        <a:xfrm>
          <a:off x="1068657" y="1224901"/>
          <a:ext cx="47415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 a </a:t>
          </a:r>
          <a:r>
            <a:rPr lang="pt-BR" sz="1400" b="1" kern="1200"/>
            <a:t>primeira alteração</a:t>
          </a:r>
          <a:r>
            <a:rPr lang="pt-BR" sz="1400" kern="1200"/>
            <a:t> nele será somente trocar o import:</a:t>
          </a:r>
          <a:endParaRPr lang="en-US" sz="1400" kern="1200"/>
        </a:p>
      </dsp:txBody>
      <dsp:txXfrm>
        <a:off x="1068657" y="1224901"/>
        <a:ext cx="4741512" cy="983975"/>
      </dsp:txXfrm>
    </dsp:sp>
    <dsp:sp modelId="{6EF9A0B1-ADBB-4774-89D4-4A1878322163}">
      <dsp:nvSpPr>
        <dsp:cNvPr id="0" name=""/>
        <dsp:cNvSpPr/>
      </dsp:nvSpPr>
      <dsp:spPr>
        <a:xfrm>
          <a:off x="0" y="2447416"/>
          <a:ext cx="63016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D3E109-D7E3-4899-8919-8395CC768A24}">
      <dsp:nvSpPr>
        <dsp:cNvPr id="0" name=""/>
        <dsp:cNvSpPr/>
      </dsp:nvSpPr>
      <dsp:spPr>
        <a:xfrm>
          <a:off x="279886" y="2655596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1F86D-5B20-4F21-A94F-28F709E69F6B}">
      <dsp:nvSpPr>
        <dsp:cNvPr id="0" name=""/>
        <dsp:cNvSpPr/>
      </dsp:nvSpPr>
      <dsp:spPr>
        <a:xfrm>
          <a:off x="1068657" y="2447416"/>
          <a:ext cx="47415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import edu.wpi.first.math.kinematics.SwerveDriveOdometry;</a:t>
          </a:r>
          <a:endParaRPr lang="en-US" sz="1400" kern="1200"/>
        </a:p>
      </dsp:txBody>
      <dsp:txXfrm>
        <a:off x="1068657" y="2447416"/>
        <a:ext cx="4741512" cy="983975"/>
      </dsp:txXfrm>
    </dsp:sp>
    <dsp:sp modelId="{BCF4A155-008B-49F0-A5B3-E37756508451}">
      <dsp:nvSpPr>
        <dsp:cNvPr id="0" name=""/>
        <dsp:cNvSpPr/>
      </dsp:nvSpPr>
      <dsp:spPr>
        <a:xfrm>
          <a:off x="0" y="3669931"/>
          <a:ext cx="63016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B21D43-5812-4967-80D7-D87FF5A68C06}">
      <dsp:nvSpPr>
        <dsp:cNvPr id="0" name=""/>
        <dsp:cNvSpPr/>
      </dsp:nvSpPr>
      <dsp:spPr>
        <a:xfrm>
          <a:off x="279886" y="3878111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D04F1-A3D2-45E9-AB56-6ED7B042DE22}">
      <dsp:nvSpPr>
        <dsp:cNvPr id="0" name=""/>
        <dsp:cNvSpPr/>
      </dsp:nvSpPr>
      <dsp:spPr>
        <a:xfrm>
          <a:off x="1068657" y="3669931"/>
          <a:ext cx="47415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por:</a:t>
          </a:r>
          <a:endParaRPr lang="en-US" sz="1400" kern="1200"/>
        </a:p>
      </dsp:txBody>
      <dsp:txXfrm>
        <a:off x="1068657" y="3669931"/>
        <a:ext cx="4741512" cy="983975"/>
      </dsp:txXfrm>
    </dsp:sp>
    <dsp:sp modelId="{D388ABC8-8B48-4C97-95A0-CD05DAC6B4C4}">
      <dsp:nvSpPr>
        <dsp:cNvPr id="0" name=""/>
        <dsp:cNvSpPr/>
      </dsp:nvSpPr>
      <dsp:spPr>
        <a:xfrm>
          <a:off x="0" y="4892447"/>
          <a:ext cx="6301601" cy="9252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531CD-AAC8-406F-8F68-AB84B671FD81}">
      <dsp:nvSpPr>
        <dsp:cNvPr id="0" name=""/>
        <dsp:cNvSpPr/>
      </dsp:nvSpPr>
      <dsp:spPr>
        <a:xfrm>
          <a:off x="279886" y="5100627"/>
          <a:ext cx="508884" cy="5088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C766E-8EF7-400B-808A-F4E7C5DC7344}">
      <dsp:nvSpPr>
        <dsp:cNvPr id="0" name=""/>
        <dsp:cNvSpPr/>
      </dsp:nvSpPr>
      <dsp:spPr>
        <a:xfrm>
          <a:off x="1068657" y="4892447"/>
          <a:ext cx="4741512" cy="983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137" tIns="104137" rIns="104137" bIns="10413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import edu.wpi.first.math.estimator.SwerveDrivePoseEstimator;</a:t>
          </a:r>
          <a:endParaRPr lang="en-US" sz="1400" kern="1200"/>
        </a:p>
      </dsp:txBody>
      <dsp:txXfrm>
        <a:off x="1068657" y="4892447"/>
        <a:ext cx="4741512" cy="983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36089-8447-AB32-443F-30B86D87B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630AB0-AEA5-BBC1-27C0-0CE2700F2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366C39-20EA-9D84-FF5C-D282F700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9EF48A-2DDA-B0E3-FEF1-529339AD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C3E470-172B-F8E1-C33D-88654B7F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30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7B7B5-90B3-2883-4B23-9384B72C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305E1C-579E-2D1C-EB4E-A8FDDE0F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33029D-A6DC-0201-5C4C-3519B324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80AF42-374E-CFF3-6F06-23BD6407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5689E8-44A1-3EC3-6FB7-83A24FBEC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74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1D7FA-1542-FBF4-CF21-0E170099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37670C-E168-04BB-40D9-442C11884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F03B59-BFC2-24BE-2D55-B0CBB59E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41BFE1-6BA6-FF14-341E-9417DA31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3CE94C-B48B-85F7-52A0-20D35E50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421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49674-D97C-7756-FBF0-C8C6BDF1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CD444-37EF-B350-1836-085B2D4EF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7BF9A2-29DA-0D72-D8FC-7144F53DA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4391B7-0AB5-31A0-0CA4-8211C181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718BEF-4375-6AE4-582A-925B3015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790473-BFFE-E832-9175-A6E06A44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67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6E0B0-7A82-13E7-FCE3-6FA3AF07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7899FD-0C01-C9BF-6677-AF908A2DA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57ED85-B344-A6B0-7779-B679B9C2E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ED91A41-C528-D2A0-1E43-216B928DE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583033-B6AB-8AFE-F82C-61B8AAD32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AF0155-2D95-1B4C-CAD5-B66665052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AE66F5-E05D-5DA3-8E79-D675B868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6EC8DB-4768-9DC2-C5A1-BE073531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42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33503-890B-ADAD-D83A-175EB777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A89C393-C614-201A-6E43-22915AEEA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E2AD65-D9E6-3176-2F7B-D895B1BA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E4103-0CF2-EE91-73B3-7D3BDCFF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886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028658-7074-5AD1-FD8B-D2024371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8216D1-D56E-2097-48D6-CAFB677B4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D6BE97-2E9A-DA86-304F-3C4F4370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A68F9-24FA-9588-53EF-2D927CFA9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5B1B8F-B892-FEE7-AB52-E28E626E0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D319DE-EFCB-800A-14EF-336ED0074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11EBAA-CE88-E13E-66C5-459E1BFB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B7188B-9C02-D83D-C244-4869984B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D2D292-31AF-751C-CB87-612095D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365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DD9B5-B277-E562-8738-6F5C757E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889ABAF-48D5-8293-11C7-4772E79818F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817FCD-8249-0D4C-6378-57341FDD3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D7D4C0-B46B-DA2A-81E6-967FEA4D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059C1B-6901-D785-5671-D5483769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1E09D4-D2C8-7287-EDAC-FB7B1771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33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68224-1918-12DF-4596-65DC984E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14C4E1-E9AC-851D-8B09-CAC6476BD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AEBEC8-D371-E390-3888-8196673A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17E3EE-D696-BF77-E90A-D4F49564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7B7626-EE82-00CB-FDA0-89023BBD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766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8D17F1-F134-2849-DE54-A87CD4B2C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29D00E-FC6D-7BF9-B658-55AB52D9E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2450E7-C544-79D9-E8ED-3A169B9F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42AE41-35C2-4B1D-E6A3-3F2DCE397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427047-5494-4F49-B39C-98EAC6627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414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AADF7D3-B1ED-8B0A-D0EB-48AFC5C5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B8DB69-EFFF-E59A-8C65-E2D8A3AE4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0FAAC2-09E1-9CBA-6A48-C199E6562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5AD94-D212-4DF5-B31B-AB9D377886D8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2DE81E-8C3D-68F7-B220-E51563E36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70793F-625E-78E8-7167-F13A21352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CDEAE-9190-4A5D-BCE9-5365F7794B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89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CA6DC9-4CDE-0C92-4F17-6349F96C2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pt-BR" sz="6100"/>
              <a:t>SwerveDrivePoseEstimator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32B583-F10D-F960-280B-409650D3C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60469"/>
            <a:ext cx="9144000" cy="1182135"/>
          </a:xfrm>
        </p:spPr>
        <p:txBody>
          <a:bodyPr anchor="ctr">
            <a:normAutofit/>
          </a:bodyPr>
          <a:lstStyle/>
          <a:p>
            <a:endParaRPr lang="pt-BR" sz="2800"/>
          </a:p>
        </p:txBody>
      </p:sp>
    </p:spTree>
    <p:extLst>
      <p:ext uri="{BB962C8B-B14F-4D97-AF65-F5344CB8AC3E}">
        <p14:creationId xmlns:p14="http://schemas.microsoft.com/office/powerpoint/2010/main" val="326701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C3B954-09CA-A4AC-EBB3-C30115C60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037" y="1436211"/>
            <a:ext cx="485140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 err="1"/>
              <a:t>CANcoders</a:t>
            </a:r>
            <a:r>
              <a:rPr lang="pt-BR" dirty="0"/>
              <a:t> + Drive </a:t>
            </a:r>
            <a:r>
              <a:rPr lang="pt-BR" dirty="0" err="1"/>
              <a:t>Encoders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     +</a:t>
            </a:r>
          </a:p>
          <a:p>
            <a:pPr marL="0" indent="0">
              <a:buNone/>
            </a:pPr>
            <a:r>
              <a:rPr lang="pt-BR" dirty="0"/>
              <a:t>       </a:t>
            </a:r>
            <a:r>
              <a:rPr lang="pt-BR" dirty="0" err="1"/>
              <a:t>Pigeon</a:t>
            </a:r>
            <a:r>
              <a:rPr lang="pt-BR" dirty="0"/>
              <a:t> 2</a:t>
            </a:r>
          </a:p>
          <a:p>
            <a:pPr marL="0" indent="0">
              <a:buNone/>
            </a:pPr>
            <a:r>
              <a:rPr lang="pt-BR" dirty="0"/>
              <a:t>          ↓</a:t>
            </a:r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err="1"/>
              <a:t>SwerveDriveOdometry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     ↓</a:t>
            </a:r>
          </a:p>
          <a:p>
            <a:pPr marL="0" indent="0">
              <a:buNone/>
            </a:pPr>
            <a:r>
              <a:rPr lang="pt-BR" dirty="0"/>
              <a:t>      </a:t>
            </a:r>
            <a:r>
              <a:rPr lang="pt-BR" dirty="0" err="1"/>
              <a:t>Robot</a:t>
            </a:r>
            <a:r>
              <a:rPr lang="pt-BR" dirty="0"/>
              <a:t>/Pose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121CE7-2522-0413-2BBD-EA23B8DFE191}"/>
              </a:ext>
            </a:extLst>
          </p:cNvPr>
          <p:cNvSpPr txBox="1"/>
          <p:nvPr/>
        </p:nvSpPr>
        <p:spPr>
          <a:xfrm>
            <a:off x="6682444" y="1997839"/>
            <a:ext cx="55095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dirty="0">
                <a:latin typeface="+mn-lt"/>
              </a:rPr>
              <a:t> MegaTag2</a:t>
            </a:r>
          </a:p>
          <a:p>
            <a:pPr rtl="0">
              <a:buNone/>
            </a:pPr>
            <a:r>
              <a:rPr lang="pt-BR" dirty="0">
                <a:latin typeface="+mn-lt"/>
              </a:rPr>
              <a:t>                   ↓</a:t>
            </a:r>
          </a:p>
          <a:p>
            <a:pPr rtl="0">
              <a:buNone/>
            </a:pPr>
            <a:r>
              <a:rPr lang="pt-BR" dirty="0">
                <a:latin typeface="+mn-lt"/>
              </a:rPr>
              <a:t>          megaTag2Valid?</a:t>
            </a:r>
          </a:p>
          <a:p>
            <a:pPr rtl="0">
              <a:buNone/>
            </a:pPr>
            <a:r>
              <a:rPr lang="pt-BR" dirty="0">
                <a:latin typeface="+mn-lt"/>
              </a:rPr>
              <a:t>             ↓ SIM</a:t>
            </a:r>
          </a:p>
          <a:p>
            <a:pPr rtl="0">
              <a:buNone/>
            </a:pPr>
            <a:r>
              <a:rPr lang="pt-BR" dirty="0">
                <a:latin typeface="+mn-lt"/>
              </a:rPr>
              <a:t>             ↓</a:t>
            </a:r>
          </a:p>
          <a:p>
            <a:pPr rtl="0">
              <a:buNone/>
            </a:pPr>
            <a:r>
              <a:rPr lang="pt-BR" dirty="0" err="1">
                <a:latin typeface="+mn-lt"/>
              </a:rPr>
              <a:t>Encoders</a:t>
            </a:r>
            <a:r>
              <a:rPr lang="pt-BR" dirty="0">
                <a:latin typeface="+mn-lt"/>
              </a:rPr>
              <a:t> ───────────────┐</a:t>
            </a:r>
          </a:p>
          <a:p>
            <a:pPr rtl="0">
              <a:buNone/>
            </a:pPr>
            <a:r>
              <a:rPr lang="pt-BR" dirty="0" err="1">
                <a:latin typeface="+mn-lt"/>
              </a:rPr>
              <a:t>Pigeon</a:t>
            </a:r>
            <a:r>
              <a:rPr lang="pt-BR" dirty="0">
                <a:latin typeface="+mn-lt"/>
              </a:rPr>
              <a:t> ─────────────────┼→ </a:t>
            </a:r>
            <a:r>
              <a:rPr lang="pt-BR" dirty="0" err="1">
                <a:latin typeface="+mn-lt"/>
              </a:rPr>
              <a:t>PoseEstimator</a:t>
            </a:r>
            <a:endParaRPr lang="pt-BR" dirty="0">
              <a:latin typeface="+mn-lt"/>
            </a:endParaRPr>
          </a:p>
          <a:p>
            <a:pPr rtl="0">
              <a:buNone/>
            </a:pPr>
            <a:r>
              <a:rPr lang="pt-BR" dirty="0" err="1">
                <a:latin typeface="+mn-lt"/>
              </a:rPr>
              <a:t>Limelight</a:t>
            </a:r>
            <a:r>
              <a:rPr lang="pt-BR" dirty="0">
                <a:latin typeface="+mn-lt"/>
              </a:rPr>
              <a:t> ──────────────┘</a:t>
            </a:r>
          </a:p>
          <a:p>
            <a:pPr rtl="0">
              <a:buNone/>
            </a:pPr>
            <a:r>
              <a:rPr lang="pt-BR" dirty="0">
                <a:latin typeface="+mn-lt"/>
              </a:rPr>
              <a:t>                         ↓</a:t>
            </a:r>
          </a:p>
          <a:p>
            <a:pPr rtl="0">
              <a:buNone/>
            </a:pPr>
            <a:r>
              <a:rPr lang="pt-BR" dirty="0">
                <a:latin typeface="+mn-lt"/>
              </a:rPr>
              <a:t>                   Pose corrigida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1245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550516-AFB8-25E2-89E4-AE50B8A7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Pose Estimator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8E09D411-96F7-2207-C2DE-E9610E9BDF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14905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3390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B1E9AFB-1D13-E959-B2E6-95BA3A8D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69759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A7EF0E9-DF9A-515E-BFA7-CFC9FA9F8F38}"/>
              </a:ext>
            </a:extLst>
          </p:cNvPr>
          <p:cNvSpPr txBox="1"/>
          <p:nvPr/>
        </p:nvSpPr>
        <p:spPr>
          <a:xfrm>
            <a:off x="7020560" y="3297041"/>
            <a:ext cx="5171440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estimator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SwerveDrivePoseEstimator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720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3790A1-6875-0E3B-40FC-FA344830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Substituir Odometry por PoseEstimator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21CB622-8F6B-126E-9418-414FB5994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7281" y="643466"/>
            <a:ext cx="580076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3C99071-DC35-EDBC-2058-05434D05BF3E}"/>
              </a:ext>
            </a:extLst>
          </p:cNvPr>
          <p:cNvSpPr txBox="1"/>
          <p:nvPr/>
        </p:nvSpPr>
        <p:spPr>
          <a:xfrm>
            <a:off x="101600" y="19974"/>
            <a:ext cx="609600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ESTIMADOR DE POSIÇÃO DO 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Atualmente utiliza: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Posição dos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FUTURAMENTE: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Receberá também a pose do MegaTag2.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Por enquanto NÃO utilizaremos dados da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SwerveDrivePoseEstimator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SwerveDrivePoseEstimator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Geometria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kinematics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Orientação inicial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Posições iniciais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SwerveModulePosition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Pose inicial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55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9C8467-8166-EE14-F4DF-0E166647A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Região PERIODIC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33D616F-7E2B-EEE7-10EC-734599981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7353" y="492573"/>
            <a:ext cx="6306483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89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15E7AAA-FCA6-F56C-70D1-0D699658F8F3}"/>
              </a:ext>
            </a:extLst>
          </p:cNvPr>
          <p:cNvSpPr txBox="1"/>
          <p:nvPr/>
        </p:nvSpPr>
        <p:spPr>
          <a:xfrm>
            <a:off x="1794" y="649136"/>
            <a:ext cx="6094206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ATUALIZAÇÃO DO POSE ESTIMATOR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a posição utilizando: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Encoders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dos quatro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ainda NÃO participa do cálculo.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getModulePositions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601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D4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18A14F-7EBC-B903-E8A1-D51F6C2F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Corrigir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o </a:t>
            </a:r>
            <a:r>
              <a:rPr lang="en-US" sz="2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zeroHeading</a:t>
            </a:r>
            <a:r>
              <a:rPr lang="en-US" sz="2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()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F954D3D-E3F3-349B-B871-AF19D6039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2919" y="-1"/>
            <a:ext cx="632908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75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1C73ABE-2360-A95E-C363-3BE25ABF1A14}"/>
              </a:ext>
            </a:extLst>
          </p:cNvPr>
          <p:cNvSpPr txBox="1"/>
          <p:nvPr/>
        </p:nvSpPr>
        <p:spPr>
          <a:xfrm>
            <a:off x="-101600" y="2110049"/>
            <a:ext cx="6096000" cy="263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SINCRONIZA O POSE ESTIMATOR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getModulePositions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getEstimatedPosition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624706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D2BC1C-8DCD-9B9A-ACB7-C7276E54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>
            <a:normAutofit/>
          </a:bodyPr>
          <a:lstStyle/>
          <a:p>
            <a:r>
              <a:rPr lang="pt-BR" sz="3700">
                <a:solidFill>
                  <a:schemeClr val="bg1"/>
                </a:solidFill>
              </a:rPr>
              <a:t>Próximo passo: teste antes da fusão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F73088-A038-35DB-4133-6DB6BD446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6" y="2581065"/>
            <a:ext cx="4284416" cy="3633467"/>
          </a:xfrm>
        </p:spPr>
        <p:txBody>
          <a:bodyPr>
            <a:normAutofit/>
          </a:bodyPr>
          <a:lstStyle/>
          <a:p>
            <a:r>
              <a:rPr lang="pt-BR" sz="2000">
                <a:solidFill>
                  <a:schemeClr val="bg1"/>
                </a:solidFill>
              </a:rPr>
              <a:t>Agora faça Build Robot Code. Se compilar, realize um teste controlado, em área livre e com velocidade reduzida.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150408B-9C72-A9F9-BBC3-1ABC67D05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899473"/>
              </p:ext>
            </p:extLst>
          </p:nvPr>
        </p:nvGraphicFramePr>
        <p:xfrm>
          <a:off x="6739464" y="1944029"/>
          <a:ext cx="4305891" cy="2964238"/>
        </p:xfrm>
        <a:graphic>
          <a:graphicData uri="http://schemas.openxmlformats.org/drawingml/2006/table">
            <a:tbl>
              <a:tblPr/>
              <a:tblGrid>
                <a:gridCol w="1559614">
                  <a:extLst>
                    <a:ext uri="{9D8B030D-6E8A-4147-A177-3AD203B41FA5}">
                      <a16:colId xmlns:a16="http://schemas.microsoft.com/office/drawing/2014/main" val="3106834213"/>
                    </a:ext>
                  </a:extLst>
                </a:gridCol>
                <a:gridCol w="2746277">
                  <a:extLst>
                    <a:ext uri="{9D8B030D-6E8A-4147-A177-3AD203B41FA5}">
                      <a16:colId xmlns:a16="http://schemas.microsoft.com/office/drawing/2014/main" val="2113572557"/>
                    </a:ext>
                  </a:extLst>
                </a:gridCol>
              </a:tblGrid>
              <a:tr h="383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Teste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Comportamento esperado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146906"/>
                  </a:ext>
                </a:extLst>
              </a:tr>
              <a:tr h="383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Robô parado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Pose estável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658515"/>
                  </a:ext>
                </a:extLst>
              </a:tr>
              <a:tr h="645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Andar para frente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X/Y acompanham o movimento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021592"/>
                  </a:ext>
                </a:extLst>
              </a:tr>
              <a:tr h="645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Girar 90°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Orientação acompanha a rotação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576248"/>
                  </a:ext>
                </a:extLst>
              </a:tr>
              <a:tr h="906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Perder AprilTags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>
                          <a:latin typeface="Courier New" panose="02070309020205020404" pitchFamily="49" charset="0"/>
                        </a:rPr>
                        <a:t>Robot/Pose</a:t>
                      </a:r>
                      <a:r>
                        <a:rPr lang="pt-BR" sz="1700"/>
                        <a:t> continua atualizando pelos encoders e Pigeon</a:t>
                      </a:r>
                    </a:p>
                  </a:txBody>
                  <a:tcPr marL="87183" marR="87183" marT="43592" marB="43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96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344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AF9381-8E65-D8BE-838D-D11681A0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70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4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7D4A1F-F150-C1DF-688B-A340E44BB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pt-BR" sz="5400" dirty="0">
                <a:solidFill>
                  <a:schemeClr val="bg1"/>
                </a:solidFill>
              </a:rPr>
              <a:t>Preparar o Drive para receber a </a:t>
            </a:r>
            <a:r>
              <a:rPr lang="pt-BR" sz="5400" dirty="0" err="1">
                <a:solidFill>
                  <a:schemeClr val="bg1"/>
                </a:solidFill>
              </a:rPr>
              <a:t>Limelight</a:t>
            </a:r>
            <a:endParaRPr lang="pt-BR" sz="54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6642FD-CC8C-5727-7EAB-60CFC9973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endParaRPr lang="pt-BR" sz="200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30527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02DB2-B3B6-D704-C46D-42E57551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Adicionar um </a:t>
            </a:r>
            <a:r>
              <a:rPr lang="pt-BR" b="1" dirty="0" err="1">
                <a:solidFill>
                  <a:schemeClr val="bg1"/>
                </a:solidFill>
              </a:rPr>
              <a:t>import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F6DAF88-E151-2B57-99EC-D2D75F147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258" y="1876425"/>
            <a:ext cx="4387004" cy="43513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432BA2F-18AE-FDA4-C677-B08236325BE3}"/>
              </a:ext>
            </a:extLst>
          </p:cNvPr>
          <p:cNvSpPr txBox="1"/>
          <p:nvPr/>
        </p:nvSpPr>
        <p:spPr>
          <a:xfrm>
            <a:off x="5648960" y="3788176"/>
            <a:ext cx="3870960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VecBuilder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0480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0E4E0-2949-D130-FE11-60E6B0AE2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Criar o método </a:t>
            </a:r>
            <a:r>
              <a:rPr lang="pt-BR" dirty="0" err="1">
                <a:solidFill>
                  <a:schemeClr val="bg1"/>
                </a:solidFill>
              </a:rPr>
              <a:t>addVisionMeasurement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272027D-F52C-BC44-D1CF-E3DA02DEC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235" y="1545021"/>
            <a:ext cx="10282344" cy="501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52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620C092-1BA4-C501-09D7-C688B3C7D878}"/>
              </a:ext>
            </a:extLst>
          </p:cNvPr>
          <p:cNvSpPr txBox="1"/>
          <p:nvPr/>
        </p:nvSpPr>
        <p:spPr>
          <a:xfrm>
            <a:off x="-81280" y="831750"/>
            <a:ext cx="6096000" cy="519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FUSÃO DE VISÃO -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Recebe uma medição de posição da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IMPORTANTE: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validação das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AprilTags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será realizada pelo Vision.java.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combina: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Encoders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dos módulos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Posição medida pelo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permite compensar o atraso da câmera.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addVisionMeasurement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1ECD6D-8C65-DE44-3A0A-EA615FF3E779}"/>
              </a:ext>
            </a:extLst>
          </p:cNvPr>
          <p:cNvSpPr txBox="1"/>
          <p:nvPr/>
        </p:nvSpPr>
        <p:spPr>
          <a:xfrm>
            <a:off x="6096000" y="1836128"/>
            <a:ext cx="6187440" cy="318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PROTEÇÃO DOS DADOS RECEBIDOS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737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4232287-05A5-784E-2681-7E7A7E093AF0}"/>
              </a:ext>
            </a:extLst>
          </p:cNvPr>
          <p:cNvSpPr txBox="1"/>
          <p:nvPr/>
        </p:nvSpPr>
        <p:spPr>
          <a:xfrm>
            <a:off x="5923280" y="1738650"/>
            <a:ext cx="6096000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SINCRONIZA A POSE ATUAL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getEstimatedPosition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782518D-E382-BB5F-E155-88EC311EB802}"/>
              </a:ext>
            </a:extLst>
          </p:cNvPr>
          <p:cNvSpPr txBox="1"/>
          <p:nvPr/>
        </p:nvSpPr>
        <p:spPr>
          <a:xfrm>
            <a:off x="487680" y="374189"/>
            <a:ext cx="6096000" cy="6109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ENVIA A MEDIÇÃO AO POSE ESTIMATOR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Desvio padrão inicial: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X     = 0.70 metro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Y     = 0.70 metro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confiança praticamente nula na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orientação continuará sendo fornecida principalmente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pelo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2, como recomendado para MegaTag2.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Esses valores poderão ser ajustados após os testes.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addVisionMeasurement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VecBuilder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9999999.0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7002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79BC86-E82A-6118-4AE3-C7BA25B6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178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797</Words>
  <Application>Microsoft Office PowerPoint</Application>
  <PresentationFormat>Widescreen</PresentationFormat>
  <Paragraphs>193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Courier New</vt:lpstr>
      <vt:lpstr>Tema do Office</vt:lpstr>
      <vt:lpstr>SwerveDrivePoseEstimator</vt:lpstr>
      <vt:lpstr>Apresentação do PowerPoint</vt:lpstr>
      <vt:lpstr>Pose Estimator</vt:lpstr>
      <vt:lpstr>Apresentação do PowerPoint</vt:lpstr>
      <vt:lpstr>Substituir Odometry por PoseEstimator</vt:lpstr>
      <vt:lpstr>Apresentação do PowerPoint</vt:lpstr>
      <vt:lpstr>Região PERIODIC</vt:lpstr>
      <vt:lpstr>Apresentação do PowerPoint</vt:lpstr>
      <vt:lpstr>Corrigir o zeroHeading()</vt:lpstr>
      <vt:lpstr>Apresentação do PowerPoint</vt:lpstr>
      <vt:lpstr>Próximo passo: teste antes da fusão</vt:lpstr>
      <vt:lpstr>Apresentação do PowerPoint</vt:lpstr>
      <vt:lpstr>Preparar o Drive para receber a Limelight</vt:lpstr>
      <vt:lpstr>Adicionar um import</vt:lpstr>
      <vt:lpstr>Criar o método addVisionMeasurement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11</cp:revision>
  <dcterms:created xsi:type="dcterms:W3CDTF">2026-09-30T19:43:05Z</dcterms:created>
  <dcterms:modified xsi:type="dcterms:W3CDTF">2026-10-01T13:45:40Z</dcterms:modified>
</cp:coreProperties>
</file>