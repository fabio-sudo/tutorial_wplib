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999E3D-35CC-90A6-57DE-6677F745F0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88D3B1-CFEA-A3A6-F84E-BC71D5321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BAED79-9359-1747-A374-CFF2A8247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75E9A-4736-4AC4-A7C9-C6905478ABCD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FE8955-E649-72EF-52A8-4F1359352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6AB26E-68D6-B87F-3886-23B635962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ABEC-5C1B-4231-8195-E6F366D597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3355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AD842F-A812-E124-384B-33DF21E23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5680AC-306C-E1CC-F6B2-7D3D61D65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F8A88A-B721-3F58-8A85-EE5A586D8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75E9A-4736-4AC4-A7C9-C6905478ABCD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B60062-FE6A-46A9-615A-FA446CA19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5E90A3-098B-D7F5-CDE8-42178976B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ABEC-5C1B-4231-8195-E6F366D597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6892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5D7168-CE2C-F705-E3A7-38E145F1B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001365-3CC7-CCA8-2AF2-07C34AE1F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EFF864-6686-F53F-9D38-61DB259F0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75E9A-4736-4AC4-A7C9-C6905478ABCD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02F8B2-457C-F742-762E-090303AD1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FF237C-A6BA-F853-AFD4-111B69D5A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ABEC-5C1B-4231-8195-E6F366D597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4890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9E269B-C1E3-18FF-F4F2-B344F87B5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CD84CF-F572-7038-CCF0-D152369D91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FF71001-7E79-7292-9572-FA7583A665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E3482B-51C0-4853-A0FC-2418535A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75E9A-4736-4AC4-A7C9-C6905478ABCD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5FE92DB-1338-91C6-17E3-A7294F010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00BD13B-3D5D-9E08-4DDA-6ADE59704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ABEC-5C1B-4231-8195-E6F366D597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1437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28F008-ABCF-41F0-6752-4007A1B0A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844249-6686-4367-FD60-AE12A505C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A8B07C1-B638-FDE7-F062-43C58E747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7272D22-A0E4-B3A3-BB2A-F39FDC1DC4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E3ABB94-2250-9608-36AA-049CD79F1D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52C7D5C-0454-3B1E-18BC-465FD974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75E9A-4736-4AC4-A7C9-C6905478ABCD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C08D772-0BC8-3F87-056A-185C24C83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FC09E59-9897-08E7-8340-5C8AC0D5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ABEC-5C1B-4231-8195-E6F366D597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4452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258312-EAA2-6317-7C76-9F9150EFC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A160679-1367-C47F-C6CB-E2C78B970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75E9A-4736-4AC4-A7C9-C6905478ABCD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DE7E186-80D4-1347-0B13-3AF0D3A09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85B778A-A4D9-7F98-C4CD-3C39AB5F2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ABEC-5C1B-4231-8195-E6F366D597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8269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41B717F-FB52-483A-47C4-F97C0D7DF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75E9A-4736-4AC4-A7C9-C6905478ABCD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393ED19-E18E-0E8C-B9F8-1BFFC1845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F78E9E9-BF15-739B-769F-9C108BFEB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ABEC-5C1B-4231-8195-E6F366D597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4611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F6FE76-4F99-29AE-40B3-FB51A549C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EA8298-EB58-1C54-5E34-81398718E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D1CB44A-F82A-B052-513D-3C8179B41B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139514F-C016-FA9B-D737-27F0E29BD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75E9A-4736-4AC4-A7C9-C6905478ABCD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96C141-40D7-A1D4-AF96-350ABD8A2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E0CCD9E-9E38-5AA2-0DF4-74C073F2C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ABEC-5C1B-4231-8195-E6F366D597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4853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961688-D40A-6330-E756-7745FACE3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5B2BBAF-910F-E310-A72D-A78344C7D20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824ADEA-1503-AA17-287E-D528812EDE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B84C62-5025-D0C1-3BCF-085C5E37D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75E9A-4736-4AC4-A7C9-C6905478ABCD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4C06D02-140A-95F5-EC17-08C0B6AC9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030EF05-1E2B-9A59-BCCD-979D88AE8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ABEC-5C1B-4231-8195-E6F366D597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1615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1ACC81-86D2-657A-1F58-4F8B109A8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AF8A195-4DEF-F057-B036-3EE86ECE23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BA3087-DEBF-5472-A5BC-9FAA9AE0D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75E9A-4736-4AC4-A7C9-C6905478ABCD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1FD195-E4CB-3E3B-B2E0-3E2AE8D18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1B3EAB-AEAE-2C4A-10FF-BE164B3DD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ABEC-5C1B-4231-8195-E6F366D597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9193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79E1680-8B7E-18C5-E4A7-6DB298237A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C81A532-76E9-4380-7A4A-CEC85F956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395BDD-7B74-8FC0-1151-075360134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75E9A-4736-4AC4-A7C9-C6905478ABCD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202492-BCC6-113E-C23D-DEDC8B32A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935001-20E8-B91F-F23A-7FEFFFB6F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ABEC-5C1B-4231-8195-E6F366D597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0096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604C75F-2D3A-059B-456D-F108A29BB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CE75BA3-AF61-A5ED-A826-DA6896597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A09EE2-7D64-1AFE-5228-B50A796074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C75E9A-4736-4AC4-A7C9-C6905478ABCD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25788E-E4EB-0729-C12D-D142BD4D62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27CFE3-329B-F39E-8844-59A367286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52ABEC-5C1B-4231-8195-E6F366D597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0153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5ECB1A-0324-812E-0973-268DB8783A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Analisando Motor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1084FA-127C-46B3-8B3B-6C1A9664CE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Malha Fechada e Velocidade</a:t>
            </a:r>
          </a:p>
        </p:txBody>
      </p:sp>
    </p:spTree>
    <p:extLst>
      <p:ext uri="{BB962C8B-B14F-4D97-AF65-F5344CB8AC3E}">
        <p14:creationId xmlns:p14="http://schemas.microsoft.com/office/powerpoint/2010/main" val="64633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22FF21B-5A25-A9D9-2D86-7A01F90EC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545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51E8C16-3D8C-368B-ED80-A94FAB04FC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6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979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CEBDA6F-4E82-5B47-C124-776314303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686161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A814BCB4-7D9C-B82D-4A49-DD637BDC4832}"/>
              </a:ext>
            </a:extLst>
          </p:cNvPr>
          <p:cNvSpPr/>
          <p:nvPr/>
        </p:nvSpPr>
        <p:spPr>
          <a:xfrm>
            <a:off x="4687614" y="4272105"/>
            <a:ext cx="662152" cy="8408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EDC2343A-1035-C799-1EEC-B8BD5F4F30A7}"/>
              </a:ext>
            </a:extLst>
          </p:cNvPr>
          <p:cNvSpPr/>
          <p:nvPr/>
        </p:nvSpPr>
        <p:spPr>
          <a:xfrm>
            <a:off x="7197134" y="5379545"/>
            <a:ext cx="662152" cy="8408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1929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ED7D78A-292F-78D4-CE44-2ECDB0A7C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173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EF4D995-7A0B-CE63-2E8E-B480C3735A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31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71C083AB-D3E9-B2B4-0823-2B6C7A75DDF9}"/>
              </a:ext>
            </a:extLst>
          </p:cNvPr>
          <p:cNvSpPr/>
          <p:nvPr/>
        </p:nvSpPr>
        <p:spPr>
          <a:xfrm rot="17716876">
            <a:off x="117014" y="1247578"/>
            <a:ext cx="788276" cy="9249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7652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86DEB1B-F9D4-0862-FB38-E80852D3C0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31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5D84DA25-9F1E-2D19-585C-68EE2D7C12E7}"/>
              </a:ext>
            </a:extLst>
          </p:cNvPr>
          <p:cNvSpPr/>
          <p:nvPr/>
        </p:nvSpPr>
        <p:spPr>
          <a:xfrm rot="18864729">
            <a:off x="155617" y="4184169"/>
            <a:ext cx="1114097" cy="9038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3253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3D25A9D-C17D-98AB-886C-428753A43B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28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2D0BDECC-180C-700C-A9C9-37E7432E2A88}"/>
              </a:ext>
            </a:extLst>
          </p:cNvPr>
          <p:cNvSpPr/>
          <p:nvPr/>
        </p:nvSpPr>
        <p:spPr>
          <a:xfrm>
            <a:off x="2259724" y="3993931"/>
            <a:ext cx="1040524" cy="7672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7CA77D7F-8166-E1BB-D3C4-360CF688A298}"/>
              </a:ext>
            </a:extLst>
          </p:cNvPr>
          <p:cNvSpPr/>
          <p:nvPr/>
        </p:nvSpPr>
        <p:spPr>
          <a:xfrm>
            <a:off x="5348364" y="4989611"/>
            <a:ext cx="1040524" cy="7672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0357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6</Words>
  <Application>Microsoft Office PowerPoint</Application>
  <PresentationFormat>Widescreen</PresentationFormat>
  <Paragraphs>2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do Office</vt:lpstr>
      <vt:lpstr>Analisando Motor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3</cp:revision>
  <dcterms:created xsi:type="dcterms:W3CDTF">2026-09-29T21:39:56Z</dcterms:created>
  <dcterms:modified xsi:type="dcterms:W3CDTF">2026-09-29T22:29:00Z</dcterms:modified>
</cp:coreProperties>
</file>