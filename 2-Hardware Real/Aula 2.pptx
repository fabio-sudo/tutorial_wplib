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86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82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700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5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78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6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87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600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1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3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8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301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4DA4374D-F270-4C02-88D7-B751FD9BD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Rectangle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3B2D240C-409A-C596-2365-293531B78E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74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0E1565-E6D5-8521-C8AD-F802D3C14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pPr algn="ctr"/>
            <a:r>
              <a:rPr lang="pt-BR" sz="7200"/>
              <a:t>updateInputs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805A57-4D1A-687F-DDFD-010728C40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anchor="ctr">
            <a:normAutofit/>
          </a:bodyPr>
          <a:lstStyle/>
          <a:p>
            <a:pPr algn="ctr"/>
            <a:r>
              <a:rPr lang="pt-BR" dirty="0">
                <a:solidFill>
                  <a:srgbClr val="FFFFFF"/>
                </a:solidFill>
              </a:rPr>
              <a:t>ATUALIZAÇÃO DOS SENSORES</a:t>
            </a:r>
          </a:p>
        </p:txBody>
      </p:sp>
    </p:spTree>
    <p:extLst>
      <p:ext uri="{BB962C8B-B14F-4D97-AF65-F5344CB8AC3E}">
        <p14:creationId xmlns:p14="http://schemas.microsoft.com/office/powerpoint/2010/main" val="3536718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0E146A2-545C-87D6-AC26-B974244B5E59}"/>
              </a:ext>
            </a:extLst>
          </p:cNvPr>
          <p:cNvSpPr txBox="1"/>
          <p:nvPr/>
        </p:nvSpPr>
        <p:spPr>
          <a:xfrm>
            <a:off x="6007510" y="466522"/>
            <a:ext cx="6096000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ATUALIZAÇÃO DOS SENSORES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DRIVE - POSIÇÃO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informa a posição do rotor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em rotações.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driveRotorRotations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getRotorPosition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rotações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↓ divide pela redução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rotações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↓ multiplica por 2π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radianos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driveRotorRotations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DRIVE_GEAR_RATIO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E8A74BD-1FBF-4BC9-2A84-DD9C08A9A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167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63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DA4C981-F45F-3A12-B3CC-0DAE65210CE2}"/>
              </a:ext>
            </a:extLst>
          </p:cNvPr>
          <p:cNvSpPr txBox="1"/>
          <p:nvPr/>
        </p:nvSpPr>
        <p:spPr>
          <a:xfrm>
            <a:off x="78658" y="1288286"/>
            <a:ext cx="6096000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dirty="0">
                <a:solidFill>
                  <a:srgbClr val="6A9955"/>
                </a:solidFill>
                <a:latin typeface="Consolas" panose="020B0609020204030204" pitchFamily="49" charset="0"/>
              </a:rPr>
              <a:t>       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DRIVE - VELOCIDADE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do rotor em rotações por segundo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driveRotorRps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getRotorVelocity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rotações/s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↓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rotações/s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↓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rad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/s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driveRotorRps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DRIVE_GEAR_RATIO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0C0745-9905-4DC0-0D9E-31C5C5F3FE72}"/>
              </a:ext>
            </a:extLst>
          </p:cNvPr>
          <p:cNvSpPr txBox="1"/>
          <p:nvPr/>
        </p:nvSpPr>
        <p:spPr>
          <a:xfrm>
            <a:off x="5919019" y="1481807"/>
            <a:ext cx="6096000" cy="3368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DRIVE -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getMotorVoltage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4 - DRIVE - CORRENTE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driveCurrentAmps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getStatorCurrent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94765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19931-F1ED-B027-628A-E30B3FFBE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5413F2E-AA0A-49C7-5464-997AB575739E}"/>
              </a:ext>
            </a:extLst>
          </p:cNvPr>
          <p:cNvSpPr txBox="1"/>
          <p:nvPr/>
        </p:nvSpPr>
        <p:spPr>
          <a:xfrm>
            <a:off x="108155" y="1288286"/>
            <a:ext cx="5506064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5 - STEER - POSIÇÃO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Como configuramos: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FusedCANcoder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RotorToSensorRatio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SensorToMechanismRatio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já fornece a posição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relativa ao mecanismo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steerRotations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Converte rotações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radianos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steerRotations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B8981E-7DA6-0595-3E02-64CF8B6D494B}"/>
              </a:ext>
            </a:extLst>
          </p:cNvPr>
          <p:cNvSpPr txBox="1"/>
          <p:nvPr/>
        </p:nvSpPr>
        <p:spPr>
          <a:xfrm>
            <a:off x="5683046" y="2018742"/>
            <a:ext cx="6096000" cy="2820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6 - STEER - VELOCIDADE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steerRotationsPerSecond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steerRotationsPerSecond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180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BE57C00-29AB-9142-9516-11CA359ABD51}"/>
              </a:ext>
            </a:extLst>
          </p:cNvPr>
          <p:cNvSpPr txBox="1"/>
          <p:nvPr/>
        </p:nvSpPr>
        <p:spPr>
          <a:xfrm>
            <a:off x="137652" y="1379593"/>
            <a:ext cx="6096000" cy="409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7 - STEER -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getMotorVoltage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8 - STEER - CORRENTE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turnCurrentAmps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getStatorCurrent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getValueAsDouble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AA3AF4-EDCC-8FDB-2A33-C0D50AF5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747" y="2052445"/>
            <a:ext cx="1848108" cy="275310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4EAF306-1660-0281-A5C8-820274AC8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1489" y="2119128"/>
            <a:ext cx="1810003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20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D2A5F6F-ACB1-F98A-3E13-FBC4C932F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31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63EB0A-3D7C-4AA5-BFA5-8EE5B4BA5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0D6F7C-D6EB-9FF2-D8FB-4D6D9BB83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r>
              <a:rPr lang="pt-BR" dirty="0"/>
              <a:t>DRIVE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A25E84-FA6E-746D-CC2F-EFEDEADB2A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r>
              <a:rPr lang="pt-BR" dirty="0"/>
              <a:t>CONTROLE ABERTO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45AD00-F967-454D-A4B2-39ABA5C8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BC5B79-B912-427C-8219-E3E50943F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63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1DC142E-2A28-2B70-13CC-C7EC66BA8691}"/>
              </a:ext>
            </a:extLst>
          </p:cNvPr>
          <p:cNvSpPr txBox="1"/>
          <p:nvPr/>
        </p:nvSpPr>
        <p:spPr>
          <a:xfrm>
            <a:off x="403123" y="594342"/>
            <a:ext cx="6096000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CONTROLE ABERTO -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diretamente uma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responsável pelo Drive.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Não existe PID aqui.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Exemplo: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(6.0)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significa: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"aplique aproximadamente 6 V no motor"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setControl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driveVoltageRequest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B83B3D1-B3B5-63C4-6E0B-BF8E1A332D4B}"/>
              </a:ext>
            </a:extLst>
          </p:cNvPr>
          <p:cNvSpPr txBox="1"/>
          <p:nvPr/>
        </p:nvSpPr>
        <p:spPr>
          <a:xfrm>
            <a:off x="5368412" y="1014364"/>
            <a:ext cx="4503175" cy="4829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CONTROLE ABERTO -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Envia diretamente uma tensão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responsável pelo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Também não utiliza PID.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setControl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steerVoltageRequest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withOutput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D27DB45-861F-3014-882A-28AE8A91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097" y="4530881"/>
            <a:ext cx="2408903" cy="232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26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21C922A-87B7-311A-9D83-323B9ECF1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89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67776-F78D-DCAC-6B05-5BCD6BC86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6F2D05-90C4-969A-965E-3BC27262E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746EA2-F769-51BD-0F60-8545A1C7C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r>
              <a:rPr lang="pt-BR" dirty="0"/>
              <a:t>DRIVE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57658F3-BE2A-3244-C163-FEDCFC27E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r>
              <a:rPr lang="pt-BR" dirty="0"/>
              <a:t>Malha Fechada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2135E7-611A-665A-6621-7D6822946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121F74-F2FC-F1F3-2604-CDE9AFA92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092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2F5141B-8DC7-AB3B-C5F0-667EE5246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4943" y="2547814"/>
            <a:ext cx="3277057" cy="176237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A17FA0F-566D-07BB-E888-7ADC8C88F3CF}"/>
              </a:ext>
            </a:extLst>
          </p:cNvPr>
          <p:cNvSpPr txBox="1"/>
          <p:nvPr/>
        </p:nvSpPr>
        <p:spPr>
          <a:xfrm>
            <a:off x="81574" y="101293"/>
            <a:ext cx="6096000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#region MALHA FECHADA - DRIVE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m/s → ROTAÇÕES DA RODA POR SEGUNDO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Circunferência da roda: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× PI × raio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Exemplo: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queremos 2 m/s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↓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descobrimos quantas rotações por segundo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roda precisa realizar.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wheelRotationsPerSecond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velocityMetersPerSecond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WHEEL_RADIUS_METERS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</p:txBody>
      </p:sp>
    </p:spTree>
    <p:extLst>
      <p:ext uri="{BB962C8B-B14F-4D97-AF65-F5344CB8AC3E}">
        <p14:creationId xmlns:p14="http://schemas.microsoft.com/office/powerpoint/2010/main" val="1990732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5DCC4A9-460E-8D65-AA00-39BEE80C6903}"/>
              </a:ext>
            </a:extLst>
          </p:cNvPr>
          <p:cNvSpPr txBox="1"/>
          <p:nvPr/>
        </p:nvSpPr>
        <p:spPr>
          <a:xfrm>
            <a:off x="0" y="1288286"/>
            <a:ext cx="5486400" cy="4281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ROTAÇÕES DA RODA → ROTAÇÕES DO KRAKEN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Como existe uma redução de: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6.746 : 1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motor precisa girar mais rápido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que a roda.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motorRotationsPerSecond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wheelRotationsPerSecond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DRIVE_GEAR_RATIO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EBC6722-ED29-0E40-C70F-28BB9CC6347A}"/>
              </a:ext>
            </a:extLst>
          </p:cNvPr>
          <p:cNvSpPr txBox="1"/>
          <p:nvPr/>
        </p:nvSpPr>
        <p:spPr>
          <a:xfrm>
            <a:off x="5289755" y="466522"/>
            <a:ext cx="6096000" cy="592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    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PHOENIX 6 - MALHA FECHADA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Agora NÃO estamos dizendo: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"mande 6 volts"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Estamos dizendo: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"mantenha esta velocidade"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usa: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PID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Feedforward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sensor interno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Kraken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calcular automaticamente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 saída necessária.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setControl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driveVelocityRequest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withVelocity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motorRotationsPerSecond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B082808-6303-6DE8-6B03-CBA801BCD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535" y="3313471"/>
            <a:ext cx="2743465" cy="354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20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DBFB76-799A-F1DB-0226-B2187A10B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87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D5CF7-BD78-C581-1AB5-8CB48423C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39B5C6-D50B-0B83-8DA1-8F9A5541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439DB4-6B8F-DB0C-19D0-42E5F750F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51" y="1122363"/>
            <a:ext cx="11034695" cy="3174690"/>
          </a:xfrm>
        </p:spPr>
        <p:txBody>
          <a:bodyPr>
            <a:normAutofit/>
          </a:bodyPr>
          <a:lstStyle/>
          <a:p>
            <a:r>
              <a:rPr lang="pt-BR" dirty="0"/>
              <a:t>STEER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CB450-77FC-6D9F-85A8-330D46CEC8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651" y="4723637"/>
            <a:ext cx="11034695" cy="1481396"/>
          </a:xfrm>
        </p:spPr>
        <p:txBody>
          <a:bodyPr>
            <a:normAutofit/>
          </a:bodyPr>
          <a:lstStyle/>
          <a:p>
            <a:r>
              <a:rPr lang="pt-BR" dirty="0"/>
              <a:t>malha fechada do STEER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C87C1C-8191-0130-331B-21549BD25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F3FA03-3AC9-B63F-A105-F46EE47F2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212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995A25A3-641D-881D-17B0-75DEB8ACF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23397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08CBFBE-D143-F8F2-E7A9-1C608CD14B52}"/>
              </a:ext>
            </a:extLst>
          </p:cNvPr>
          <p:cNvSpPr txBox="1"/>
          <p:nvPr/>
        </p:nvSpPr>
        <p:spPr>
          <a:xfrm>
            <a:off x="6597445" y="923057"/>
            <a:ext cx="5417574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1 - NORMALIZA O ÂNGULO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Mantém o ângulo entre: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-PI e +PI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Exemplo: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270° vira -90°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Isso ajuda o módulo a trabalhar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sempre com o menor caminho angular.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normalizedAngle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angleModulus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angleRadians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731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B02210D-ED52-7383-7DE7-27286BD64CB8}"/>
              </a:ext>
            </a:extLst>
          </p:cNvPr>
          <p:cNvSpPr txBox="1"/>
          <p:nvPr/>
        </p:nvSpPr>
        <p:spPr>
          <a:xfrm>
            <a:off x="226142" y="1165478"/>
            <a:ext cx="6096000" cy="5011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2 - RADIANOS → ROTAÇÕES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Phoenix trabalha aqui com rotações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do mecanismo.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2 * PI radianos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1 rotação completa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desiredRotations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normalizedAngle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6EAF86E-1D6E-64B2-1907-16124D2C929F}"/>
              </a:ext>
            </a:extLst>
          </p:cNvPr>
          <p:cNvSpPr txBox="1"/>
          <p:nvPr/>
        </p:nvSpPr>
        <p:spPr>
          <a:xfrm>
            <a:off x="5633884" y="680637"/>
            <a:ext cx="6096000" cy="5559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3 - PHOENIX 6 - MALHA FECHADA DO 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Agora estamos dizendo: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"Quero que o módulo chegue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nesta posição angular."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TalonFX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usa: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PositionVoltage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Slot0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FusedCANcoder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ContinuousWrap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para corrigir automaticamente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o ângulo.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steerMotor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setControl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steerPositionRequest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withPosition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desiredRotations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#endregion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838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949F49A-69E1-89DE-BD62-F62ABBF57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1639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1214</Words>
  <Application>Microsoft Office PowerPoint</Application>
  <PresentationFormat>Widescreen</PresentationFormat>
  <Paragraphs>320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Avenir Next LT Pro</vt:lpstr>
      <vt:lpstr>Calibri</vt:lpstr>
      <vt:lpstr>Consolas</vt:lpstr>
      <vt:lpstr>AccentBoxVTI</vt:lpstr>
      <vt:lpstr>updateInputs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DRIVE</vt:lpstr>
      <vt:lpstr>Apresentação do PowerPoint</vt:lpstr>
      <vt:lpstr>Apresentação do PowerPoint</vt:lpstr>
      <vt:lpstr>DRIVE</vt:lpstr>
      <vt:lpstr>Apresentação do PowerPoint</vt:lpstr>
      <vt:lpstr>Apresentação do PowerPoint</vt:lpstr>
      <vt:lpstr>Apresentação do PowerPoint</vt:lpstr>
      <vt:lpstr>STEER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9</cp:revision>
  <dcterms:created xsi:type="dcterms:W3CDTF">2026-09-15T16:48:35Z</dcterms:created>
  <dcterms:modified xsi:type="dcterms:W3CDTF">2026-09-15T17:51:06Z</dcterms:modified>
</cp:coreProperties>
</file>