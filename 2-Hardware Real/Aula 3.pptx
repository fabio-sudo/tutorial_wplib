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  <p:sldId id="25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1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37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8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3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03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1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9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0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11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49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931FE375-E849-67C2-67E1-3064F36A8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3" b="2861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4" name="Rectangle 10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60C617-2A69-0771-E2BE-E4AA6EA3F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pt-BR" sz="4400">
                <a:solidFill>
                  <a:schemeClr val="tx1"/>
                </a:solidFill>
              </a:rPr>
              <a:t>Drive.java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A4D34-BBC8-07D4-625E-339CAD313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1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300" b="1" dirty="0"/>
              <a:t>escolher automaticamente entre simulação e robô real</a:t>
            </a:r>
            <a:endParaRPr lang="pt-BR" sz="1300" dirty="0"/>
          </a:p>
        </p:txBody>
      </p:sp>
      <p:cxnSp>
        <p:nvCxnSpPr>
          <p:cNvPr id="25" name="!!Straight Connector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05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36A94EC-150C-B747-427F-51EBA9E6AA23}"/>
              </a:ext>
            </a:extLst>
          </p:cNvPr>
          <p:cNvSpPr txBox="1"/>
          <p:nvPr/>
        </p:nvSpPr>
        <p:spPr>
          <a:xfrm>
            <a:off x="7932073" y="3140588"/>
            <a:ext cx="3680807" cy="2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wpilibj</a:t>
            </a:r>
            <a:r>
              <a:rPr lang="pt-BR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RobotBase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C191B6-E337-5737-8721-56CA5AFA1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9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0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D0E2A7B-0355-65AA-038D-DEB4ED3E5FB1}"/>
              </a:ext>
            </a:extLst>
          </p:cNvPr>
          <p:cNvSpPr txBox="1"/>
          <p:nvPr/>
        </p:nvSpPr>
        <p:spPr>
          <a:xfrm>
            <a:off x="5742931" y="2797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2. Altere a </a:t>
            </a:r>
            <a:r>
              <a:rPr lang="pt-BR" b="1" dirty="0">
                <a:solidFill>
                  <a:schemeClr val="bg1"/>
                </a:solidFill>
                <a:latin typeface="Courier New" panose="02070309020205020404" pitchFamily="49" charset="0"/>
              </a:rPr>
              <a:t>#region MÓDULOS SWERVE</a:t>
            </a:r>
            <a:endParaRPr lang="pt-BR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dirty="0">
                <a:solidFill>
                  <a:schemeClr val="bg1"/>
                </a:solidFill>
              </a:rPr>
              <a:t>Hoje você tem algo parecido com:</a:t>
            </a:r>
          </a:p>
          <a:p>
            <a:pPr rtl="0">
              <a:buNone/>
            </a:pP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</a:rPr>
              <a:t>private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final Module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</a:rPr>
              <a:t>frontLeft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=</a:t>
            </a:r>
          </a:p>
          <a:p>
            <a:pPr rtl="0">
              <a:buNone/>
            </a:pP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   new Module(</a:t>
            </a:r>
          </a:p>
          <a:p>
            <a:pPr rtl="0">
              <a:buNone/>
            </a:pP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       new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</a:rPr>
              <a:t>ModuleIOSim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(),</a:t>
            </a:r>
          </a:p>
          <a:p>
            <a:pPr rtl="0">
              <a:buNone/>
            </a:pP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       0</a:t>
            </a:r>
          </a:p>
          <a:p>
            <a:pPr rtl="0">
              <a:buNone/>
            </a:pP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</a:rPr>
              <a:t>   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E4590C-539D-BD32-1050-A0965AF627CC}"/>
              </a:ext>
            </a:extLst>
          </p:cNvPr>
          <p:cNvSpPr txBox="1"/>
          <p:nvPr/>
        </p:nvSpPr>
        <p:spPr>
          <a:xfrm>
            <a:off x="8032955" y="2844677"/>
            <a:ext cx="4159045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1B3528-26CD-AB28-990A-75C79BE2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74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9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4BA5D-D527-298E-2C92-3289C7677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A727C5-B482-D778-2CC1-D1BB7838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 construtor</a:t>
            </a:r>
          </a:p>
        </p:txBody>
      </p:sp>
    </p:spTree>
    <p:extLst>
      <p:ext uri="{BB962C8B-B14F-4D97-AF65-F5344CB8AC3E}">
        <p14:creationId xmlns:p14="http://schemas.microsoft.com/office/powerpoint/2010/main" val="144679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1CD75-4F25-1B5A-0827-D7973B1B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AC14D5-00D2-275C-E60C-D8EC29C28FF6}"/>
              </a:ext>
            </a:extLst>
          </p:cNvPr>
          <p:cNvSpPr txBox="1"/>
          <p:nvPr/>
        </p:nvSpPr>
        <p:spPr>
          <a:xfrm>
            <a:off x="294968" y="375215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ROBÔ REAL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RobotBase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isReal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FRONT 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0.067626953125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Offset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42C7D3-ED32-D1CC-6403-EE911A33ED85}"/>
              </a:ext>
            </a:extLst>
          </p:cNvPr>
          <p:cNvSpPr txBox="1"/>
          <p:nvPr/>
        </p:nvSpPr>
        <p:spPr>
          <a:xfrm>
            <a:off x="6096000" y="740444"/>
            <a:ext cx="60960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FRONT 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0.204833984375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Offset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20EE3-9E86-CE90-A7E7-0DFB24D8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C9B617C-54E1-477B-3913-80B53904E46B}"/>
              </a:ext>
            </a:extLst>
          </p:cNvPr>
          <p:cNvSpPr txBox="1"/>
          <p:nvPr/>
        </p:nvSpPr>
        <p:spPr>
          <a:xfrm>
            <a:off x="353961" y="903034"/>
            <a:ext cx="609600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0.291259765625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Offset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AAAB21-1414-A17A-D3F7-A886EE23CEFA}"/>
              </a:ext>
            </a:extLst>
          </p:cNvPr>
          <p:cNvSpPr txBox="1"/>
          <p:nvPr/>
        </p:nvSpPr>
        <p:spPr>
          <a:xfrm>
            <a:off x="5742039" y="903034"/>
            <a:ext cx="6096000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Motor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0.360595703125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Offset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invertido?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57616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FAAE2-53CD-7520-8E35-29B1DF7C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E805B4A-6090-97BE-45FD-4928E543DFD3}"/>
              </a:ext>
            </a:extLst>
          </p:cNvPr>
          <p:cNvSpPr txBox="1"/>
          <p:nvPr/>
        </p:nvSpPr>
        <p:spPr>
          <a:xfrm>
            <a:off x="0" y="0"/>
            <a:ext cx="6096000" cy="70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68FAEE-EAD2-1A0C-3E24-D4E727095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049" y="0"/>
            <a:ext cx="3750951" cy="362810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3F6D1C-937E-802F-4BEA-119D163F5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49" y="3628102"/>
            <a:ext cx="3705742" cy="322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3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19735A-8D89-4BDB-24A8-B86A0B72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4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185F-3B77-DA6D-947D-F41CD43A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1DE783A-E6D2-3743-BB4B-5E365A85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07" y="1520296"/>
            <a:ext cx="4757833" cy="302122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BA062B-54E9-D904-7365-5EAF13020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048" y="1"/>
            <a:ext cx="7078778" cy="68579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BC3489-C3CF-4390-987A-9726B968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646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557</Words>
  <Application>Microsoft Office PowerPoint</Application>
  <PresentationFormat>Widescreen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Calibri</vt:lpstr>
      <vt:lpstr>Consolas</vt:lpstr>
      <vt:lpstr>Courier New</vt:lpstr>
      <vt:lpstr>Univers</vt:lpstr>
      <vt:lpstr>Univers Condensed</vt:lpstr>
      <vt:lpstr>RetrospectVTI</vt:lpstr>
      <vt:lpstr>Drive.java</vt:lpstr>
      <vt:lpstr>Apresentação do PowerPoint</vt:lpstr>
      <vt:lpstr>Apresentação do PowerPoint</vt:lpstr>
      <vt:lpstr>Drive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8</cp:revision>
  <dcterms:created xsi:type="dcterms:W3CDTF">2026-09-15T17:51:41Z</dcterms:created>
  <dcterms:modified xsi:type="dcterms:W3CDTF">2026-09-15T19:41:32Z</dcterms:modified>
</cp:coreProperties>
</file>