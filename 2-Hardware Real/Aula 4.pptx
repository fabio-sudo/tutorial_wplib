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6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DE66B-D1C0-1F59-E20A-F27724AE2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67E135-CD86-B54C-FCAD-94F919F8E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100187-670D-5D25-39EC-C9C2F3D5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F3BCD0-E2DC-9C7A-375A-6829BE3B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DA3324-7CC7-F784-C63E-D791A1DC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30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73887-13AF-AE34-1AFB-A69FE76A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012D9F-3A6A-4B17-3A57-8C1C746D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951085-3987-DD34-B028-EF4BE4F5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65C4A-4482-6894-FC6E-AA73661D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56D0F3-7D89-2B7D-08FB-4D7D1EC8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41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B7D0E-6885-5BC3-4302-63DCDEC91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FDF668-D2FD-86F6-9BE2-175C5A100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D58BD1-F7F0-C08B-3F94-1F21CF7C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FAA803-D886-7BBE-3BC5-EEE77AE2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A31508-B30B-2556-423B-311500CB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569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1C312-55F0-F677-D257-B0451F57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AD93C9-CF95-2F55-4B09-877B48135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6750D8-7B57-15A4-A3E4-14BC38820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B607FB-B653-5459-C490-A82808C6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9097CC-27C2-738F-4E55-811DD5EE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DE4CA7-9977-11D0-2E05-E092BF86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66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6CA9E-34AF-2CFF-502D-7CCBE48E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5FEA78-1ADD-E7C7-A9DC-65A3D75E6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787ED9-D7DF-4BD5-FC7E-2CEEFCB5A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13E4754-491D-81C5-B764-30A4DFE74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840471-7797-175D-3DFE-6A693240B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8B5A7A-21DD-07C2-D999-81D5C425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E9BA4D-8165-0608-24FD-0779D92B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40C012B-0C25-30A1-251A-BC429661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0C0A5-6D35-0080-C7E1-02845A07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3A3206-3A8E-1110-4678-590EA265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6C9AA6-D8FA-4C93-38CD-61C831F6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496321-730E-0A9D-B4C4-83DEA320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65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13626B-81DE-8911-79B8-679B3837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CFC21A-7E5E-2952-F7A8-664104F3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3A031-1B9C-3E0D-5BA3-9EE81276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813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7076B-2F0A-FEE3-613C-D5AE35A9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DDD061-9F95-01C8-6871-F523A8B82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C8DDB6-5756-C4A4-DB9F-D9B3D76A5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552D3C-6000-6989-0328-6E192994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970702-EE97-3CC8-70F1-1525E3D0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A3BFAD-C612-B2F8-43D9-AB41D103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56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9A9B4-8893-5DF9-DBDA-FCDE2DD5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672EA1-AE9C-B3E9-3579-55350CFB6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552338-98AF-807A-46D4-637929310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031302-28EA-BBE5-A0C5-C002E1AA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0AC7BE-25B3-F67F-0068-C1EFAB8D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95CBF7-B644-1A99-80FA-631BF147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02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AECC3-11A2-AB98-6F91-482C09E0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C8074E-96A2-EC0D-AF9F-CE5A89EEE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8C7F2B-211A-FE6B-D302-A460500F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94DF99-C84A-97DF-2D14-E38FF6A6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835C10-DF52-A665-57BC-15F01280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911FD3-8E9C-B65B-C3CF-AA32D869B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2656AA-AC2B-47C4-3E5D-B7FD7C454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13AD55-3A73-2A41-B688-678AF359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FF7472-BC6C-30DC-E6FE-01CF873C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3E34-AF4F-4661-A173-10085AB7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9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0A0DC7-8C96-1096-BF4A-BBDF4031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4497F2-5D02-945C-49E2-119876090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A6562C-135D-B626-3DCB-702A1D703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D31D9-6AA1-42DF-87E9-3F32985F4C60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5CE53-E751-57E6-EE38-C4B3471A5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AF8CE-E6DD-0D2F-CE8C-82AEC614A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60FBD-4A84-4B65-B863-1D7FB7AC5E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85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CC58FA-5C5D-7B57-032D-CF409A88A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2092" y="1624334"/>
            <a:ext cx="7587816" cy="1804666"/>
          </a:xfrm>
        </p:spPr>
        <p:txBody>
          <a:bodyPr anchor="b">
            <a:normAutofit/>
          </a:bodyPr>
          <a:lstStyle/>
          <a:p>
            <a:r>
              <a:rPr lang="pt-BR" sz="3200">
                <a:solidFill>
                  <a:schemeClr val="bg1">
                    <a:alpha val="60000"/>
                  </a:schemeClr>
                </a:solidFill>
              </a:rPr>
              <a:t>Pigeon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B7647-E14E-B8BD-D23C-1597FAF54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884876"/>
            <a:ext cx="6096000" cy="1079006"/>
          </a:xfrm>
        </p:spPr>
        <p:txBody>
          <a:bodyPr anchor="t">
            <a:norm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SIMULAÇÃO </a:t>
            </a:r>
            <a:r>
              <a:rPr lang="pt-BR" sz="1400" dirty="0" err="1">
                <a:solidFill>
                  <a:schemeClr val="bg1"/>
                </a:solidFill>
              </a:rPr>
              <a:t>GyroIOSim</a:t>
            </a:r>
            <a:r>
              <a:rPr lang="pt-BR" sz="1400" dirty="0">
                <a:solidFill>
                  <a:schemeClr val="bg1"/>
                </a:solidFill>
              </a:rPr>
              <a:t> 🆗</a:t>
            </a:r>
          </a:p>
          <a:p>
            <a:r>
              <a:rPr lang="pt-BR" sz="1400" dirty="0">
                <a:solidFill>
                  <a:schemeClr val="bg1"/>
                </a:solidFill>
              </a:rPr>
              <a:t>ROBÔ REAL GyroIOPigeon2 ❌</a:t>
            </a:r>
          </a:p>
        </p:txBody>
      </p:sp>
    </p:spTree>
    <p:extLst>
      <p:ext uri="{BB962C8B-B14F-4D97-AF65-F5344CB8AC3E}">
        <p14:creationId xmlns:p14="http://schemas.microsoft.com/office/powerpoint/2010/main" val="508325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C752F6-9B1A-6DEC-A62A-6FFBEA3C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pt-BR" sz="4000">
                <a:solidFill>
                  <a:schemeClr val="bg1"/>
                </a:solidFill>
              </a:rPr>
              <a:t>Pigeon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84616B-AD6D-E697-EB0C-CBCA90064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pt-BR" sz="2200"/>
              <a:t>Ele mede, entre outras coisas:</a:t>
            </a:r>
          </a:p>
          <a:p>
            <a:pPr lvl="0"/>
            <a:r>
              <a:rPr lang="pt-BR" sz="2200" b="1"/>
              <a:t>Yaw</a:t>
            </a:r>
            <a:r>
              <a:rPr lang="pt-BR" sz="2200"/>
              <a:t> → rotação do robô para esquerda/direita. É o mais importante para Swerve. </a:t>
            </a:r>
          </a:p>
          <a:p>
            <a:pPr lvl="0"/>
            <a:r>
              <a:rPr lang="pt-BR" sz="2200" b="1"/>
              <a:t>Pitch</a:t>
            </a:r>
            <a:r>
              <a:rPr lang="pt-BR" sz="2200"/>
              <a:t> → inclinação para frente/trás. </a:t>
            </a:r>
          </a:p>
          <a:p>
            <a:pPr lvl="0"/>
            <a:r>
              <a:rPr lang="pt-BR" sz="2200" b="1"/>
              <a:t>Roll</a:t>
            </a:r>
            <a:r>
              <a:rPr lang="pt-BR" sz="2200"/>
              <a:t> → inclinação lateral. </a:t>
            </a:r>
          </a:p>
          <a:p>
            <a:pPr lvl="0"/>
            <a:r>
              <a:rPr lang="pt-BR" sz="2200"/>
              <a:t>Velocidade angular e acelerações.</a:t>
            </a:r>
          </a:p>
          <a:p>
            <a:endParaRPr lang="pt-BR" sz="2200"/>
          </a:p>
          <a:p>
            <a:r>
              <a:rPr lang="pt-BR" sz="2200"/>
              <a:t>Ou seja: </a:t>
            </a:r>
            <a:r>
              <a:rPr lang="pt-BR" sz="2200" b="1"/>
              <a:t>os encoders dizem quanto as rodas andaram</a:t>
            </a:r>
            <a:r>
              <a:rPr lang="pt-BR" sz="2200"/>
              <a:t>, enquanto o </a:t>
            </a:r>
            <a:r>
              <a:rPr lang="pt-BR" sz="2200" b="1"/>
              <a:t>Pigeon 2 diz quanto o robô girou</a:t>
            </a:r>
            <a:r>
              <a:rPr lang="pt-BR" sz="2200"/>
              <a:t>. Juntos, eles permitem calcular a posição do robô no campo.</a:t>
            </a:r>
          </a:p>
        </p:txBody>
      </p:sp>
    </p:spTree>
    <p:extLst>
      <p:ext uri="{BB962C8B-B14F-4D97-AF65-F5344CB8AC3E}">
        <p14:creationId xmlns:p14="http://schemas.microsoft.com/office/powerpoint/2010/main" val="108069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AE050-F92E-85DD-AD89-CA0A9979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Crie um novo arquivo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C4E420-D963-777A-1C55-494CF4547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3446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GyroIOPigeon2.java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07AAE-0F3C-3BB2-DBD2-BDBC8B821503}"/>
              </a:ext>
            </a:extLst>
          </p:cNvPr>
          <p:cNvSpPr txBox="1"/>
          <p:nvPr/>
        </p:nvSpPr>
        <p:spPr>
          <a:xfrm>
            <a:off x="7118555" y="3520680"/>
            <a:ext cx="5073445" cy="172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7F35E0-F32E-7AB3-43E8-8CF9EDB37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4008"/>
            <a:ext cx="5073446" cy="42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11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A2F0C06-2D9E-D81A-D86A-6883E882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9741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C757857-21BD-AE4F-F039-5CA40E5A9BFB}"/>
              </a:ext>
            </a:extLst>
          </p:cNvPr>
          <p:cNvSpPr txBox="1"/>
          <p:nvPr/>
        </p:nvSpPr>
        <p:spPr>
          <a:xfrm>
            <a:off x="7560023" y="283908"/>
            <a:ext cx="4355691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IMPORTS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hardware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HARDWARE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 real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CONSTRUTOR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pigeonId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pigeonId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10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44970-44A6-1BBA-5438-799FD5CA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72F98E7-4027-8706-E363-0D81AF2AEB52}"/>
              </a:ext>
            </a:extLst>
          </p:cNvPr>
          <p:cNvSpPr txBox="1"/>
          <p:nvPr/>
        </p:nvSpPr>
        <p:spPr>
          <a:xfrm>
            <a:off x="314960" y="283908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ATUALIZAÇÃO DOS SENSORES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LEITURA DO YAW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Phoenix retorna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Yaw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em graus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pigeon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getYaw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graus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radianos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yawDegrees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A63993A-1156-0770-D648-85CB7250306D}"/>
              </a:ext>
            </a:extLst>
          </p:cNvPr>
          <p:cNvSpPr txBox="1"/>
          <p:nvPr/>
        </p:nvSpPr>
        <p:spPr>
          <a:xfrm>
            <a:off x="6096000" y="78181"/>
            <a:ext cx="6096000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VELOCIDADE ANGULAR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angular ao redor do eixo Z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Phoenix retorna em graus por segundo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yawVelocityDegreesPerSecond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pigeon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getAngularVelocityZWorld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graus/s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yawVelocityDegreesPerSecond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8A4D5C-9503-E591-CAF3-0B2A200784E7}"/>
              </a:ext>
            </a:extLst>
          </p:cNvPr>
          <p:cNvSpPr txBox="1"/>
          <p:nvPr/>
        </p:nvSpPr>
        <p:spPr>
          <a:xfrm>
            <a:off x="5933440" y="3949142"/>
            <a:ext cx="6096000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CONEXÃO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Nesta primeira versão consideramos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conectado enquanto o objeto está ativo.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0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6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F37C9-9D1C-8917-2486-AF52E318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0FF183F-C6AD-2144-7E67-9FF249DE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12" y="772570"/>
            <a:ext cx="1445003" cy="1490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5F4FF71-44BC-4DC3-7968-614143AE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24" y="2409390"/>
            <a:ext cx="2347174" cy="1490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3317E6-73DA-C66B-670C-07C8F473E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97" y="4758210"/>
            <a:ext cx="2329886" cy="1592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1D0DC55C-AF3E-23B6-8AD4-A5A17A7CCBD2}"/>
              </a:ext>
            </a:extLst>
          </p:cNvPr>
          <p:cNvSpPr txBox="1"/>
          <p:nvPr/>
        </p:nvSpPr>
        <p:spPr>
          <a:xfrm>
            <a:off x="483912" y="4388878"/>
            <a:ext cx="1836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Agora temos: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39664DA-3C1F-501F-CCDB-FCD7EB339E7D}"/>
              </a:ext>
            </a:extLst>
          </p:cNvPr>
          <p:cNvSpPr txBox="1"/>
          <p:nvPr/>
        </p:nvSpPr>
        <p:spPr>
          <a:xfrm>
            <a:off x="519706" y="343598"/>
            <a:ext cx="180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lógica é: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063EDB2-391C-9C32-EEC9-0C2262882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080" y="0"/>
            <a:ext cx="9011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1CBD0A-B8B1-20CC-8DF6-A25E98FF3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2092" y="1624334"/>
            <a:ext cx="7587816" cy="1804666"/>
          </a:xfrm>
        </p:spPr>
        <p:txBody>
          <a:bodyPr anchor="b">
            <a:normAutofit/>
          </a:bodyPr>
          <a:lstStyle/>
          <a:p>
            <a:r>
              <a:rPr lang="pt-BR" sz="3200" dirty="0">
                <a:solidFill>
                  <a:schemeClr val="bg1">
                    <a:alpha val="60000"/>
                  </a:schemeClr>
                </a:solidFill>
              </a:rPr>
              <a:t>Drive.java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C41EAD-D25F-20AB-B400-80F4BBB6F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884876"/>
            <a:ext cx="6096000" cy="1079006"/>
          </a:xfrm>
        </p:spPr>
        <p:txBody>
          <a:bodyPr anchor="t">
            <a:normAutofit/>
          </a:bodyPr>
          <a:lstStyle/>
          <a:p>
            <a:r>
              <a:rPr lang="pt-BR" sz="1400">
                <a:solidFill>
                  <a:schemeClr val="bg1"/>
                </a:solidFill>
              </a:rPr>
              <a:t>altere a região do GYRO</a:t>
            </a:r>
          </a:p>
        </p:txBody>
      </p:sp>
    </p:spTree>
    <p:extLst>
      <p:ext uri="{BB962C8B-B14F-4D97-AF65-F5344CB8AC3E}">
        <p14:creationId xmlns:p14="http://schemas.microsoft.com/office/powerpoint/2010/main" val="3315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F345DFC-966B-720C-B523-84068084F793}"/>
              </a:ext>
            </a:extLst>
          </p:cNvPr>
          <p:cNvSpPr txBox="1"/>
          <p:nvPr/>
        </p:nvSpPr>
        <p:spPr>
          <a:xfrm>
            <a:off x="6898640" y="1671268"/>
            <a:ext cx="4500880" cy="3550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implementação será escolhida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 construtor do Drive: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SIM  -&gt;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GyroIOSim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REAL -&gt; GyroIOPigeon2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Dados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registrados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pelo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GyroIOInputsAutoLogged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GyroIOInputsAutoLogged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F2FE6B-39F0-FC90-1938-13EA0F8BE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54"/>
            <a:ext cx="6311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89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62D97B-40FC-2B6F-27BD-4DD96AC04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874136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B7D12E5-0C7B-379F-ABFB-CAE2CDB72F14}"/>
              </a:ext>
            </a:extLst>
          </p:cNvPr>
          <p:cNvSpPr txBox="1"/>
          <p:nvPr/>
        </p:nvSpPr>
        <p:spPr>
          <a:xfrm>
            <a:off x="6288144" y="2508580"/>
            <a:ext cx="5781936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 GYRO REAL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 Cria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 real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drivetrain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 CAN ID = 3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GyroIOPigeon2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63942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AC2367E-47AB-AAF9-DD47-A813B2E97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395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A9612F8-9B91-98DC-88F6-6DEEBCC015F8}"/>
              </a:ext>
            </a:extLst>
          </p:cNvPr>
          <p:cNvSpPr txBox="1"/>
          <p:nvPr/>
        </p:nvSpPr>
        <p:spPr>
          <a:xfrm>
            <a:off x="6158052" y="2657891"/>
            <a:ext cx="5881548" cy="1542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GYRO SIMULADO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60185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C0E7CD-F987-FB20-4E95-9D42DD8C6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5287"/>
            <a:ext cx="2263601" cy="221936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46A7190-EE43-9AD2-3BD8-3676574E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601" y="0"/>
            <a:ext cx="9925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289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555</Words>
  <Application>Microsoft Office PowerPoint</Application>
  <PresentationFormat>Widescreen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Tema do Office</vt:lpstr>
      <vt:lpstr>Pigeon 2</vt:lpstr>
      <vt:lpstr>Pigeon 2</vt:lpstr>
      <vt:lpstr>Crie um novo arquivo</vt:lpstr>
      <vt:lpstr>Apresentação do PowerPoint</vt:lpstr>
      <vt:lpstr>Apresentação do PowerPoint</vt:lpstr>
      <vt:lpstr>Apresentação do PowerPoint</vt:lpstr>
      <vt:lpstr>Drive.java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12</cp:revision>
  <dcterms:created xsi:type="dcterms:W3CDTF">2026-09-15T19:46:07Z</dcterms:created>
  <dcterms:modified xsi:type="dcterms:W3CDTF">2026-09-15T23:56:58Z</dcterms:modified>
</cp:coreProperties>
</file>