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52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1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6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78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17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16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4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80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5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3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14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570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502F14-0FF6-8F9D-B94E-DFFB5EC3C7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958" r="4665"/>
          <a:stretch>
            <a:fillRect/>
          </a:stretch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ECD78E-B491-E2ED-8A0D-43FAF4339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1128811"/>
            <a:ext cx="3447288" cy="3342290"/>
          </a:xfrm>
        </p:spPr>
        <p:txBody>
          <a:bodyPr anchor="b">
            <a:normAutofit/>
          </a:bodyPr>
          <a:lstStyle/>
          <a:p>
            <a:r>
              <a:rPr lang="pt-BR" sz="3400" dirty="0" err="1"/>
              <a:t>ModuleIOTalonFX</a:t>
            </a:r>
            <a:endParaRPr lang="pt-BR" sz="3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D048A5-1D01-940C-7B52-A90A0C3CB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3" y="4660288"/>
            <a:ext cx="3447287" cy="1126364"/>
          </a:xfrm>
        </p:spPr>
        <p:txBody>
          <a:bodyPr anchor="t">
            <a:normAutofit fontScale="62500" lnSpcReduction="20000"/>
          </a:bodyPr>
          <a:lstStyle/>
          <a:p>
            <a:r>
              <a:rPr lang="pt-BR" dirty="0" err="1"/>
              <a:t>esponsável</a:t>
            </a:r>
            <a:r>
              <a:rPr lang="pt-BR" dirty="0"/>
              <a:t> por </a:t>
            </a:r>
            <a:r>
              <a:rPr lang="pt-BR" b="1" dirty="0"/>
              <a:t>conectar o seu código da </a:t>
            </a:r>
            <a:r>
              <a:rPr lang="pt-BR" b="1" dirty="0" err="1"/>
              <a:t>Swerve</a:t>
            </a:r>
            <a:r>
              <a:rPr lang="pt-BR" b="1" dirty="0"/>
              <a:t> ao hardware real</a:t>
            </a:r>
            <a:r>
              <a:rPr lang="pt-BR" dirty="0"/>
              <a:t>, usando os motores/controladores </a:t>
            </a:r>
            <a:r>
              <a:rPr lang="pt-BR" b="1" dirty="0" err="1"/>
              <a:t>TalonFX</a:t>
            </a:r>
            <a:r>
              <a:rPr lang="pt-BR" dirty="0"/>
              <a:t> — por exemplo, </a:t>
            </a:r>
            <a:r>
              <a:rPr lang="pt-BR" dirty="0" err="1"/>
              <a:t>Kraken</a:t>
            </a:r>
            <a:r>
              <a:rPr lang="pt-BR" dirty="0"/>
              <a:t> X60 ou Falcon 500 com Phoenix 6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1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1BEF0E0-D816-4A73-E85C-1520C9C44B62}"/>
              </a:ext>
            </a:extLst>
          </p:cNvPr>
          <p:cNvSpPr txBox="1"/>
          <p:nvPr/>
        </p:nvSpPr>
        <p:spPr>
          <a:xfrm>
            <a:off x="7521677" y="240540"/>
            <a:ext cx="6096000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156458-F580-70F5-3343-F7E0FBE1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622" y="0"/>
            <a:ext cx="6809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9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8FCA81-77E1-C8CD-32DA-77517423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5633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C8378EE-A24B-400C-BCB3-854133263C00}"/>
              </a:ext>
            </a:extLst>
          </p:cNvPr>
          <p:cNvSpPr txBox="1"/>
          <p:nvPr/>
        </p:nvSpPr>
        <p:spPr>
          <a:xfrm>
            <a:off x="6882579" y="192601"/>
            <a:ext cx="4896465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IMPORTS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CANcoderConfiguration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ClosedLoopGeneralConfigs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CurrentLimitsConfigs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FeedbackConfigs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MotorOutputConfigs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PositionVoltage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VelocityVoltage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VoltageOut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hardware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hardware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FeedbackSensorSourceValue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InvertedValue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NeutralModeValue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SensorDirectionValue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StaticFeedforwardSignValue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1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826518B-2CEC-507A-C116-8735D962C0C7}"/>
              </a:ext>
            </a:extLst>
          </p:cNvPr>
          <p:cNvSpPr txBox="1"/>
          <p:nvPr/>
        </p:nvSpPr>
        <p:spPr>
          <a:xfrm>
            <a:off x="6990736" y="446446"/>
            <a:ext cx="4866967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CONSTANTES MECÂNICAS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Relação do Drive: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6.746 rotações do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rotação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DRIVE_GEAR_RATIO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6.746031746031747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Relação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21.428 rotações do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rotação completa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STEER_GEAR_RATIO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21.428571428571427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Raio da roda: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polegadas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0.0508 metros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WHEEL_RADIUS_METERS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0.0508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0D5D7C-ACB6-6E01-55D4-0ED262368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553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1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1F48748-ECE9-32DE-D426-A82263722EF0}"/>
              </a:ext>
            </a:extLst>
          </p:cNvPr>
          <p:cNvSpPr txBox="1"/>
          <p:nvPr/>
        </p:nvSpPr>
        <p:spPr>
          <a:xfrm>
            <a:off x="6951407" y="1744821"/>
            <a:ext cx="6096000" cy="336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HARDWARE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pela tração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pela orientação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absoluto da orientação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steerEncoder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2660EF-A682-52DB-4A6E-88520B53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" y="0"/>
            <a:ext cx="6705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6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91F16B-7E69-C56B-F0F5-53730B94F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157884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00CC4F0-1EE3-3129-D9CA-A7D37437BD1C}"/>
              </a:ext>
            </a:extLst>
          </p:cNvPr>
          <p:cNvSpPr txBox="1"/>
          <p:nvPr/>
        </p:nvSpPr>
        <p:spPr>
          <a:xfrm>
            <a:off x="6980903" y="894944"/>
            <a:ext cx="5211096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CONTROLES PHOENIX - MALHA FECHADA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-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recebe uma velocidade desejada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executa o PID internamente.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VelocityVoltage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driveVelocityRequest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VelocityVoltage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withSlot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withEnableFOC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 - POSIÇÃO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recebe uma posição angular desejada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executa o PID internamente.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PositionVoltage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steerPositionRequest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PositionVoltage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withSlot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withEnableFOC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06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733C71F-D9C9-D839-458B-EB023E411BD9}"/>
              </a:ext>
            </a:extLst>
          </p:cNvPr>
          <p:cNvSpPr txBox="1"/>
          <p:nvPr/>
        </p:nvSpPr>
        <p:spPr>
          <a:xfrm>
            <a:off x="7973961" y="2018742"/>
            <a:ext cx="4218039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 ABERTO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Mantidos para testes 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VoltageOut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driveVoltageRequest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VoltageOut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withEnableFOC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VoltageOut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steerVoltageRequest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VoltageOut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withEnableFOC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92B7F4-0AD7-6D9E-26BF-09678B38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07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6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2C4F7C6-5373-934B-05D6-88DA45615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2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F962F7-5D82-7FEE-497E-67122959B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anchor="b">
            <a:normAutofit/>
          </a:bodyPr>
          <a:lstStyle/>
          <a:p>
            <a:pPr algn="ctr"/>
            <a:r>
              <a:rPr lang="pt-BR" dirty="0"/>
              <a:t>Construtor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2A586B-4AE5-54DA-57F1-169A68BD7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3620" y="4164697"/>
            <a:ext cx="7604761" cy="1357637"/>
          </a:xfrm>
        </p:spPr>
        <p:txBody>
          <a:bodyPr anchor="t">
            <a:normAutofit/>
          </a:bodyPr>
          <a:lstStyle/>
          <a:p>
            <a:pPr algn="ctr"/>
            <a:endParaRPr lang="pt-B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21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0152BF2-BB8F-7638-52E1-76CDFA70FAF1}"/>
              </a:ext>
            </a:extLst>
          </p:cNvPr>
          <p:cNvSpPr txBox="1"/>
          <p:nvPr/>
        </p:nvSpPr>
        <p:spPr>
          <a:xfrm>
            <a:off x="0" y="0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driveMotorId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steerMotorId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encoderOffsetRotations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driveInverted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steerInverted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encoderInverted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CRIAÇÃO DOS DISPOSITIVOS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pela tração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driveMotorId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por girar 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steerMotorId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por medir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ângulo absoluto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steerEncoder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F5A361-FD95-81AB-AAE3-8283FC9D17D8}"/>
              </a:ext>
            </a:extLst>
          </p:cNvPr>
          <p:cNvSpPr txBox="1"/>
          <p:nvPr/>
        </p:nvSpPr>
        <p:spPr>
          <a:xfrm>
            <a:off x="5407742" y="547842"/>
            <a:ext cx="609600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CONFIGURAÇÃO DO 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MagnetSensorConfigs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magnetConfig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MagnetSensorConfigs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Offset obtido durante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calibração no Phoenix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Tuner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withMagnetOffset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encoderOffsetRotations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Define qual sentido será considerado positivo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withSensorDirection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encoderInverted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SensorDirectionValue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Clockwise_Positive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SensorDirectionValue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CounterClockwise_Positive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30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2233C5B-60E2-0630-E8B0-4213D36D2A01}"/>
              </a:ext>
            </a:extLst>
          </p:cNvPr>
          <p:cNvSpPr txBox="1"/>
          <p:nvPr/>
        </p:nvSpPr>
        <p:spPr>
          <a:xfrm>
            <a:off x="314633" y="923057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MONTA CONFIGURAÇÃO DO 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CANcoderConfiguration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encoderConfig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CANcoderConfiguration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withMagnetSensor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magnetConfig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ENVIA CONFIGURAÇÃO PARA O CANCODER REAL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steerEncoder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encoderConfig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C8ED7A7-BBA4-F8DB-4954-53E4AE66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247" y="1501838"/>
            <a:ext cx="3241135" cy="3854323"/>
          </a:xfrm>
          <a:prstGeom prst="rect">
            <a:avLst/>
          </a:prstGeom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BAB8243E-E802-E75F-414A-CF50F7D56A3F}"/>
              </a:ext>
            </a:extLst>
          </p:cNvPr>
          <p:cNvSpPr/>
          <p:nvPr/>
        </p:nvSpPr>
        <p:spPr>
          <a:xfrm>
            <a:off x="8808720" y="5679440"/>
            <a:ext cx="2184400" cy="1036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Continua</a:t>
            </a:r>
          </a:p>
        </p:txBody>
      </p:sp>
    </p:spTree>
    <p:extLst>
      <p:ext uri="{BB962C8B-B14F-4D97-AF65-F5344CB8AC3E}">
        <p14:creationId xmlns:p14="http://schemas.microsoft.com/office/powerpoint/2010/main" val="2863104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48270-AF22-15B0-CF3F-15BF2B18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B21143-11DB-8B84-D927-F62BF7354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898D8-C2F1-6479-CEC3-C14A70762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anchor="b">
            <a:normAutofit/>
          </a:bodyPr>
          <a:lstStyle/>
          <a:p>
            <a:pPr algn="ctr"/>
            <a:r>
              <a:rPr lang="pt-BR" dirty="0"/>
              <a:t>Construto - 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7CDDC3-9EC6-993F-9121-D639FD173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3620" y="4164697"/>
            <a:ext cx="7604761" cy="1357637"/>
          </a:xfrm>
        </p:spPr>
        <p:txBody>
          <a:bodyPr anchor="t">
            <a:normAutofit/>
          </a:bodyPr>
          <a:lstStyle/>
          <a:p>
            <a:pPr algn="ctr"/>
            <a:endParaRPr lang="pt-B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CF4ED5-E5D7-D416-24FE-65B8F1F09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>
            <a:extLst>
              <a:ext uri="{FF2B5EF4-FFF2-40B4-BE49-F238E27FC236}">
                <a16:creationId xmlns:a16="http://schemas.microsoft.com/office/drawing/2014/main" id="{28D028E8-FFA9-CBB7-6195-EF71E249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83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9119717-ECEA-E2FA-76AF-DC1E5E0CEEC8}"/>
              </a:ext>
            </a:extLst>
          </p:cNvPr>
          <p:cNvSpPr txBox="1"/>
          <p:nvPr/>
        </p:nvSpPr>
        <p:spPr>
          <a:xfrm>
            <a:off x="6699873" y="375215"/>
            <a:ext cx="5378246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GANHOS DA MALHA FECHADA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Estes valores vieram do projeto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gerado pelo Phoenix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Tuner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executará este controle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internamente quando usarmos: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VelocityVoltage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driveGains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0.124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56A6A9-51F2-67B0-83D1-AB9C80B4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02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33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B7BDFB2-0D53-D9F8-A6DA-0EA9B165D4EC}"/>
              </a:ext>
            </a:extLst>
          </p:cNvPr>
          <p:cNvSpPr txBox="1"/>
          <p:nvPr/>
        </p:nvSpPr>
        <p:spPr>
          <a:xfrm>
            <a:off x="108156" y="1363938"/>
            <a:ext cx="4935793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LIMITE DE CORRENTE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arquivo gerado pelo Phoenix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Tuner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utiliza limite de corrente de alimentação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 70 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ajuda a controlar o consumo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elétrico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CurrentLimitsConfigs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driveCurrentLimits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CurrentLimitsConfigs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withSupplyCurrentLimit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Amps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withSupplyCurrentLimitEnable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E91CE1-3B03-6FEE-31D2-855FF2B81556}"/>
              </a:ext>
            </a:extLst>
          </p:cNvPr>
          <p:cNvSpPr txBox="1"/>
          <p:nvPr/>
        </p:nvSpPr>
        <p:spPr>
          <a:xfrm>
            <a:off x="6990736" y="1363938"/>
            <a:ext cx="5201264" cy="537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INVERSÃO DO MOTOR DE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Cada lado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pode precisar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girar o motor em sentido diferente.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 arquivo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Tuner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lado esquerdo = false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lado direito  =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MotorOutputConfigs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driveMotorOutput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MotorOutputConfigs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withInverted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driveInverted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InvertedValue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Clockwise_Positive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InvertedValue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CounterClockwise_Positive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107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4CDFA-30B7-9F9A-313A-B1EA9542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DF30552-3CCF-4596-7B23-671F14C0FA72}"/>
              </a:ext>
            </a:extLst>
          </p:cNvPr>
          <p:cNvSpPr txBox="1"/>
          <p:nvPr/>
        </p:nvSpPr>
        <p:spPr>
          <a:xfrm>
            <a:off x="265471" y="923057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MONTA A CONFIGURAÇÃO DO TALONFX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driveConfig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+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withSlot0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driveGains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Limite de corrente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withCurrentLimits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driveCurrentLimits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Sentido do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withMotorOutput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driveMotorOutput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9B61F78-CD00-EEED-65C4-85BC00F9ADAE}"/>
              </a:ext>
            </a:extLst>
          </p:cNvPr>
          <p:cNvSpPr txBox="1"/>
          <p:nvPr/>
        </p:nvSpPr>
        <p:spPr>
          <a:xfrm>
            <a:off x="6823588" y="923057"/>
            <a:ext cx="4916129" cy="263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5 - ENVIA A CONFIGURAÇÃO PARA O KRAKEN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driveMotor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driveConfig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575CEE61-B478-889D-7FD5-C2E0A8193DB4}"/>
              </a:ext>
            </a:extLst>
          </p:cNvPr>
          <p:cNvSpPr/>
          <p:nvPr/>
        </p:nvSpPr>
        <p:spPr>
          <a:xfrm>
            <a:off x="8808720" y="5679440"/>
            <a:ext cx="2184400" cy="1036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Continua</a:t>
            </a:r>
          </a:p>
        </p:txBody>
      </p:sp>
    </p:spTree>
    <p:extLst>
      <p:ext uri="{BB962C8B-B14F-4D97-AF65-F5344CB8AC3E}">
        <p14:creationId xmlns:p14="http://schemas.microsoft.com/office/powerpoint/2010/main" val="175755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C5A950-63F1-8CB3-C37B-BB2B6206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56" y="0"/>
            <a:ext cx="8697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40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396D3-8275-A3C0-297C-5381446B8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8207248" cy="3730752"/>
          </a:xfrm>
        </p:spPr>
        <p:txBody>
          <a:bodyPr/>
          <a:lstStyle/>
          <a:p>
            <a:r>
              <a:rPr lang="pt-BR" dirty="0"/>
              <a:t>Construtor -STEER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9891FB-6030-D7E1-0048-4C5F417FC1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715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919F5FF-F02B-AD6A-E2A0-C29D0EA5236C}"/>
              </a:ext>
            </a:extLst>
          </p:cNvPr>
          <p:cNvSpPr txBox="1"/>
          <p:nvPr/>
        </p:nvSpPr>
        <p:spPr>
          <a:xfrm>
            <a:off x="6096000" y="202588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GANHOS DA MALHA FECHADA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steerGains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2.66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withStaticFeedforwardSign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StaticFeedforwardSignValue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UseClosedLoopSign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41F623-2254-693B-ABFF-481035583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40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380C4-9FB8-6F79-D73E-F487B04A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29BDA94-69D4-54AB-CD24-E45D5A416C89}"/>
              </a:ext>
            </a:extLst>
          </p:cNvPr>
          <p:cNvSpPr txBox="1"/>
          <p:nvPr/>
        </p:nvSpPr>
        <p:spPr>
          <a:xfrm>
            <a:off x="255638" y="649136"/>
            <a:ext cx="6096000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CONFIGURAÇÃO DO SENSOR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Aqui dizemos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"Use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deste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como referência de posição."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Como temos Phoenix Pro,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usamos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FusedCANcoder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FeedbackConfigs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steerFeedback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FeedbackConfigs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ID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pertencente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este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withFeedbackRemoteSensorID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encoderId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interno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withFeedbackSensorSource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FeedbackSensorSourceValue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FusedCANcoder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D08594-0ADC-C20E-1168-E9177AD30C3F}"/>
              </a:ext>
            </a:extLst>
          </p:cNvPr>
          <p:cNvSpPr txBox="1"/>
          <p:nvPr/>
        </p:nvSpPr>
        <p:spPr>
          <a:xfrm>
            <a:off x="6351638" y="649136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RELAÇÃO ROTOR → SENSOR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precisa girar aproximadamente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21.428 vezes para o módulo girar 1 volta.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withRotorToSensorRatio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STEER_GEAR_RATIO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RELAÇÃO SENSOR → MECANISMO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mede diretamente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rotação do módulo.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rotação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rotação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withSensorToMechanismRatio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</p:spTree>
    <p:extLst>
      <p:ext uri="{BB962C8B-B14F-4D97-AF65-F5344CB8AC3E}">
        <p14:creationId xmlns:p14="http://schemas.microsoft.com/office/powerpoint/2010/main" val="2344672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01A7D-8C3C-33F5-5050-4100A1B5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C063F2-27D0-024F-3D0D-1EA9638AEE90}"/>
              </a:ext>
            </a:extLst>
          </p:cNvPr>
          <p:cNvSpPr txBox="1"/>
          <p:nvPr/>
        </p:nvSpPr>
        <p:spPr>
          <a:xfrm>
            <a:off x="334297" y="894637"/>
            <a:ext cx="6096000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CONTINUOUS WRAP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pode girar continuamente.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permite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escolher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menor caminho angular.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atual = +179°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desejada = -179°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correto é girar aproximadamente 2°,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não 358°.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ClosedLoopGeneralConfigs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steerClosedLoop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ClosedLoopGeneralConfigs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withContinuousWrap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001EA5-9DFE-64CE-682C-B53D74B9ABFD}"/>
              </a:ext>
            </a:extLst>
          </p:cNvPr>
          <p:cNvSpPr txBox="1"/>
          <p:nvPr/>
        </p:nvSpPr>
        <p:spPr>
          <a:xfrm>
            <a:off x="6096000" y="894637"/>
            <a:ext cx="6096000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LIMITE DE CORRENTE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projeto gerado pelo Phoenix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Tuner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usa 60 A de limite de corrente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 estator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CurrentLimitsConfigs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steerCurrentLimits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CurrentLimitsConfigs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withStatorCurrentLimit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Amps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withStatorCurrentLimitEnable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</p:spTree>
    <p:extLst>
      <p:ext uri="{BB962C8B-B14F-4D97-AF65-F5344CB8AC3E}">
        <p14:creationId xmlns:p14="http://schemas.microsoft.com/office/powerpoint/2010/main" val="801177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50E4F-4733-E3EA-4EA2-56987806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A853E62-6E51-B1DF-13D4-C503668F262B}"/>
              </a:ext>
            </a:extLst>
          </p:cNvPr>
          <p:cNvSpPr txBox="1"/>
          <p:nvPr/>
        </p:nvSpPr>
        <p:spPr>
          <a:xfrm>
            <a:off x="88491" y="91568"/>
            <a:ext cx="5093109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5 - INVERSÃO DO MOTOR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Cada módulo recebe no construtor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 o motor precisa estar invertido.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MotorOutputConfigs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steerMotorOutput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MotorOutputConfigs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withInverted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steerInverted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InvertedValue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Clockwise_Positive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InvertedValue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CounterClockwise_Positive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890CC5-89DA-F16A-124F-1CE8C8C2F1CE}"/>
              </a:ext>
            </a:extLst>
          </p:cNvPr>
          <p:cNvSpPr txBox="1"/>
          <p:nvPr/>
        </p:nvSpPr>
        <p:spPr>
          <a:xfrm>
            <a:off x="4876801" y="91568"/>
            <a:ext cx="6096000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6 - MONTA A CONFIGURAÇÃO DO TALONFX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steerConfig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+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withSlot0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steerGains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FusedCANcoder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withFeedback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steerFeedback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angular contínuo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withClosedLoopGeneral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steerClosedLoop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Limite de corrente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withCurrentLimits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steerCurrentLimits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Inversão do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withMotorOutput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steerMotorOutput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A89F7E-86F4-95A3-EC6B-7D63F1ACE752}"/>
              </a:ext>
            </a:extLst>
          </p:cNvPr>
          <p:cNvSpPr txBox="1"/>
          <p:nvPr/>
        </p:nvSpPr>
        <p:spPr>
          <a:xfrm>
            <a:off x="8318091" y="2191629"/>
            <a:ext cx="3942735" cy="190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7 - ENVIA CONFIGURAÇÃO PARA O KRAKEN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steerMotor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steerConfig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</p:spTree>
    <p:extLst>
      <p:ext uri="{BB962C8B-B14F-4D97-AF65-F5344CB8AC3E}">
        <p14:creationId xmlns:p14="http://schemas.microsoft.com/office/powerpoint/2010/main" val="4218256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E228B-A900-CDA9-69E8-5C594470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826DE8-8257-1056-AAA9-0E2BD4540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04107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1823</Words>
  <Application>Microsoft Office PowerPoint</Application>
  <PresentationFormat>Widescreen</PresentationFormat>
  <Paragraphs>480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Avenir Next LT Pro</vt:lpstr>
      <vt:lpstr>Consolas</vt:lpstr>
      <vt:lpstr>Sitka Banner</vt:lpstr>
      <vt:lpstr>HeadlinesVTI</vt:lpstr>
      <vt:lpstr>ModuleIOTalonFX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Construtor</vt:lpstr>
      <vt:lpstr>Apresentação do PowerPoint</vt:lpstr>
      <vt:lpstr>Apresentação do PowerPoint</vt:lpstr>
      <vt:lpstr>Construto - Drive</vt:lpstr>
      <vt:lpstr>Apresentação do PowerPoint</vt:lpstr>
      <vt:lpstr>Apresentação do PowerPoint</vt:lpstr>
      <vt:lpstr>Apresentação do PowerPoint</vt:lpstr>
      <vt:lpstr>Apresentação do PowerPoint</vt:lpstr>
      <vt:lpstr>Construtor -STEER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16</cp:revision>
  <dcterms:created xsi:type="dcterms:W3CDTF">2026-09-14T19:41:33Z</dcterms:created>
  <dcterms:modified xsi:type="dcterms:W3CDTF">2026-09-15T17:18:59Z</dcterms:modified>
</cp:coreProperties>
</file>