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58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8BC031-A6EB-4B6E-B978-D7BC1CC0AF80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09667-5C4B-484D-8989-0E5C66FE24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9737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667-5C4B-484D-8989-0E5C66FE24C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0207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667-5C4B-484D-8989-0E5C66FE24C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402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48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08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85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9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5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84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6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2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2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55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75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Foto em ângulo das luzes do carro em uma curva.">
            <a:extLst>
              <a:ext uri="{FF2B5EF4-FFF2-40B4-BE49-F238E27FC236}">
                <a16:creationId xmlns:a16="http://schemas.microsoft.com/office/drawing/2014/main" id="{2CC82B99-0986-914C-8F52-EFC77C3F3C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861D1C-FF03-A128-DBAF-3B83A9AA8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>
            <a:normAutofit/>
          </a:bodyPr>
          <a:lstStyle/>
          <a:p>
            <a:r>
              <a:rPr lang="pt-BR" sz="6600"/>
              <a:t>Curva de Aceleração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7F45E0-4F20-605C-B586-60C73B477F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/>
          </a:bodyPr>
          <a:lstStyle/>
          <a:p>
            <a:endParaRPr lang="pt-B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173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D9BD72-3508-D2FB-1ECD-9E549503D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pt-BR" dirty="0"/>
              <a:t>limitar aceleração e desaceleração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FAEA2B-DE79-DCD3-0EF9-F98B9155A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3767328"/>
          </a:xfrm>
        </p:spPr>
        <p:txBody>
          <a:bodyPr>
            <a:normAutofit/>
          </a:bodyPr>
          <a:lstStyle/>
          <a:p>
            <a:r>
              <a:rPr lang="pt-BR" dirty="0" err="1"/>
              <a:t>SlewRateLimiter</a:t>
            </a:r>
            <a:r>
              <a:rPr lang="pt-BR" dirty="0"/>
              <a:t> em </a:t>
            </a:r>
            <a:r>
              <a:rPr lang="pt-BR" dirty="0" err="1"/>
              <a:t>vx</a:t>
            </a:r>
            <a:r>
              <a:rPr lang="pt-BR" dirty="0"/>
              <a:t>, </a:t>
            </a:r>
            <a:r>
              <a:rPr lang="pt-BR" dirty="0" err="1"/>
              <a:t>vy</a:t>
            </a:r>
            <a:r>
              <a:rPr lang="pt-BR" dirty="0"/>
              <a:t> e </a:t>
            </a:r>
            <a:r>
              <a:rPr lang="pt-BR" dirty="0" err="1"/>
              <a:t>omega</a:t>
            </a:r>
            <a:r>
              <a:rPr lang="pt-BR" dirty="0"/>
              <a:t>; depois, se você gostar, adicionamos uma </a:t>
            </a:r>
            <a:r>
              <a:rPr lang="pt-BR" b="1" dirty="0"/>
              <a:t>curva no joystick</a:t>
            </a:r>
            <a:r>
              <a:rPr lang="pt-BR" dirty="0"/>
              <a:t> para deixar o centro mais preciso sem perder velocidade máxima.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0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3DF132D6-077B-216D-5BE8-67D34D71CF80}"/>
              </a:ext>
            </a:extLst>
          </p:cNvPr>
          <p:cNvSpPr txBox="1"/>
          <p:nvPr/>
        </p:nvSpPr>
        <p:spPr>
          <a:xfrm>
            <a:off x="6949440" y="3140588"/>
            <a:ext cx="4582160" cy="2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2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2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2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2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2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2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2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2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2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2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pt-BR" sz="12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2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SlewRateLimiter</a:t>
            </a:r>
            <a:r>
              <a:rPr lang="pt-BR" sz="12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3395B28-221F-A96C-691B-83E63AC32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6" y="0"/>
            <a:ext cx="68714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075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CCA69A0-08D2-7A13-2CE4-128CC622D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910753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2C9D94A-C699-FC1C-293D-3BDB00D79B81}"/>
              </a:ext>
            </a:extLst>
          </p:cNvPr>
          <p:cNvSpPr txBox="1"/>
          <p:nvPr/>
        </p:nvSpPr>
        <p:spPr>
          <a:xfrm>
            <a:off x="6910753" y="375215"/>
            <a:ext cx="5281247" cy="610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CONTROLE DO MOTORISTA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Controle Xbox conectado na porta definida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CommandXboxController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CommandXboxController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OperatorConstants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kDriverControllerPort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SUAVIZAÇÃO DO SWERVE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Frente / trás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SlewRateLimiter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vxLimiter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SlewRateLimiter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Movimento lateral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SlewRateLimiter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vyLimiter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SlewRateLimiter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Rotação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SlewRateLimiter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omegaLimiter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SlewRateLimiter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527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667B1EA-3F52-78AF-2F74-B742CB9AF1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69" b="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0631"/>
            <a:ext cx="868680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A0680936-2B03-8ECF-19E4-D566AE868945}"/>
              </a:ext>
            </a:extLst>
          </p:cNvPr>
          <p:cNvSpPr/>
          <p:nvPr/>
        </p:nvSpPr>
        <p:spPr>
          <a:xfrm>
            <a:off x="2517289" y="1054249"/>
            <a:ext cx="753036" cy="6347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7F4A7F79-49C8-7B1A-2870-05627C24BB6B}"/>
              </a:ext>
            </a:extLst>
          </p:cNvPr>
          <p:cNvSpPr/>
          <p:nvPr/>
        </p:nvSpPr>
        <p:spPr>
          <a:xfrm rot="13391758">
            <a:off x="1649058" y="4686748"/>
            <a:ext cx="753036" cy="6347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222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4D2BBDE-589D-4F98-036E-87F7EF8808A3}"/>
              </a:ext>
            </a:extLst>
          </p:cNvPr>
          <p:cNvSpPr txBox="1"/>
          <p:nvPr/>
        </p:nvSpPr>
        <p:spPr>
          <a:xfrm>
            <a:off x="0" y="923057"/>
            <a:ext cx="6096000" cy="501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runEnd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()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MOVIMENTO PARA FRENTE / TRÁS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applyDeadband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getLeftY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vxLimiter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kMaxLinearSpeed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163F20-84F2-684D-8E42-0DEC00C1385E}"/>
              </a:ext>
            </a:extLst>
          </p:cNvPr>
          <p:cNvSpPr txBox="1"/>
          <p:nvPr/>
        </p:nvSpPr>
        <p:spPr>
          <a:xfrm>
            <a:off x="6096000" y="1288285"/>
            <a:ext cx="6096000" cy="4646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MOVIMENTO LATERAL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applyDeadband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getLeftX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vyLimiter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kMaxLinearSpeed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618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053413-C47D-FE3E-39D3-0E821DF2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AF10CCD-0F69-F009-731B-F40B4E89BE09}"/>
              </a:ext>
            </a:extLst>
          </p:cNvPr>
          <p:cNvSpPr txBox="1"/>
          <p:nvPr/>
        </p:nvSpPr>
        <p:spPr>
          <a:xfrm>
            <a:off x="162560" y="1288286"/>
            <a:ext cx="6096000" cy="4281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	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ROTAÇÃO DO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applyDeadband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getRightX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omegaLimiter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kMaxAngularSpeed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D0AE846-B669-489A-8787-1B95DDAA35AA}"/>
              </a:ext>
            </a:extLst>
          </p:cNvPr>
          <p:cNvSpPr txBox="1"/>
          <p:nvPr/>
        </p:nvSpPr>
        <p:spPr>
          <a:xfrm>
            <a:off x="6024880" y="192601"/>
            <a:ext cx="6096000" cy="647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         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ESCOLHE O MODO DE DIREÇÃO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fieldRelativeEnabled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FIELD RELATIVE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driveFieldRelative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}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ROBOT RELATIVE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}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Quando o comando terminar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 for interrompido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stop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Configura os botões do controle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configureBindings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509954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1B699-1F98-1537-24CD-7FA723F8E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Curva do joystick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DED67E-A744-C2D5-9BEE-E6CF10862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Joystick 20%  → 4%</a:t>
            </a:r>
          </a:p>
          <a:p>
            <a:r>
              <a:rPr lang="pt-BR" dirty="0"/>
              <a:t>Joystick 50%  → 25%</a:t>
            </a:r>
          </a:p>
          <a:p>
            <a:r>
              <a:rPr lang="pt-BR" dirty="0"/>
              <a:t>Joystick 80%  → 64%</a:t>
            </a:r>
          </a:p>
          <a:p>
            <a:r>
              <a:rPr lang="pt-BR" dirty="0"/>
              <a:t>Joystick 100% → 100%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Ou seja, perto do centro o robô fica muito mais delicado, mas no final do curso do </a:t>
            </a:r>
            <a:r>
              <a:rPr lang="pt-BR" dirty="0" err="1"/>
              <a:t>stick</a:t>
            </a:r>
            <a:r>
              <a:rPr lang="pt-BR" dirty="0"/>
              <a:t> ainda temos velocidade máxima.</a:t>
            </a:r>
          </a:p>
        </p:txBody>
      </p:sp>
    </p:spTree>
    <p:extLst>
      <p:ext uri="{BB962C8B-B14F-4D97-AF65-F5344CB8AC3E}">
        <p14:creationId xmlns:p14="http://schemas.microsoft.com/office/powerpoint/2010/main" val="207275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99C4B7-D3A8-4E63-F084-2276083BBA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14" b="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0631"/>
            <a:ext cx="868680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970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CB8CE-0469-8549-A20E-0DB86C2D0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Curva Quadrática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599A0C-90DA-2F4D-9389-2E1014B6A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610881"/>
            <a:ext cx="11155680" cy="3767328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Joystick</a:t>
            </a:r>
          </a:p>
          <a:p>
            <a:r>
              <a:rPr lang="pt-BR" dirty="0"/>
              <a:t>→ </a:t>
            </a:r>
            <a:r>
              <a:rPr lang="pt-BR" dirty="0" err="1"/>
              <a:t>Deadband</a:t>
            </a:r>
            <a:endParaRPr lang="pt-BR" dirty="0"/>
          </a:p>
          <a:p>
            <a:r>
              <a:rPr lang="pt-BR" dirty="0"/>
              <a:t>→ Curva quadrática</a:t>
            </a:r>
          </a:p>
          <a:p>
            <a:r>
              <a:rPr lang="pt-BR" dirty="0"/>
              <a:t>→ </a:t>
            </a:r>
            <a:r>
              <a:rPr lang="pt-BR" dirty="0" err="1"/>
              <a:t>SlewRateLimiter</a:t>
            </a:r>
            <a:endParaRPr lang="pt-BR" dirty="0"/>
          </a:p>
          <a:p>
            <a:r>
              <a:rPr lang="pt-BR" dirty="0"/>
              <a:t>→ velocidade máxima</a:t>
            </a:r>
          </a:p>
          <a:p>
            <a:r>
              <a:rPr lang="pt-BR" dirty="0"/>
              <a:t>→ </a:t>
            </a:r>
            <a:r>
              <a:rPr lang="pt-BR" dirty="0" err="1"/>
              <a:t>Swerve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Stick 0.20 → 0.04</a:t>
            </a:r>
          </a:p>
          <a:p>
            <a:r>
              <a:rPr lang="pt-BR" dirty="0"/>
              <a:t>Stick 0.50 → 0.25</a:t>
            </a:r>
          </a:p>
          <a:p>
            <a:r>
              <a:rPr lang="pt-BR" dirty="0"/>
              <a:t>Stick 0.80 → 0.64</a:t>
            </a:r>
          </a:p>
          <a:p>
            <a:r>
              <a:rPr lang="pt-BR" dirty="0"/>
              <a:t>Stick 1.00 → 1.00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9330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DE87FC9-4112-379E-8D9E-342906B5FD8F}"/>
              </a:ext>
            </a:extLst>
          </p:cNvPr>
          <p:cNvSpPr txBox="1"/>
          <p:nvPr/>
        </p:nvSpPr>
        <p:spPr>
          <a:xfrm>
            <a:off x="0" y="0"/>
            <a:ext cx="6096000" cy="683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RobotContainer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COMANDO PADRÃO DO SWERVE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setDefaultCommand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runEnd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()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MOVIMENTO PARA FRENTE / TRÁS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applyDeadband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getLeftY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Curva quadrática para deixar o centro mais suave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copySign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vxInput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vxLimiter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kMaxLinearSpeed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D75B940-51D0-BB5C-8916-CC70AB387718}"/>
              </a:ext>
            </a:extLst>
          </p:cNvPr>
          <p:cNvSpPr txBox="1"/>
          <p:nvPr/>
        </p:nvSpPr>
        <p:spPr>
          <a:xfrm>
            <a:off x="5776078" y="740443"/>
            <a:ext cx="6096000" cy="5377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MOVIMENTO LATERAL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applyDeadband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getLeftX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Curva quadrática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copySign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vyInput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vyLimiter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kMaxLinearSpeed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45132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B8CC7CC-16DE-C414-9C52-1E3385F1540B}"/>
              </a:ext>
            </a:extLst>
          </p:cNvPr>
          <p:cNvSpPr txBox="1"/>
          <p:nvPr/>
        </p:nvSpPr>
        <p:spPr>
          <a:xfrm>
            <a:off x="326951" y="740443"/>
            <a:ext cx="6097772" cy="5377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ROTAÇÃO DO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applyDeadband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getRightX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Curva quadrática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copySign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omegaInput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omegaLimiter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kMaxAngularSpeed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7B4C22F-F121-6C66-52AB-43FBE26BAB95}"/>
              </a:ext>
            </a:extLst>
          </p:cNvPr>
          <p:cNvSpPr txBox="1"/>
          <p:nvPr/>
        </p:nvSpPr>
        <p:spPr>
          <a:xfrm>
            <a:off x="6344979" y="1470899"/>
            <a:ext cx="6097772" cy="391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ESCOLHE O MODO DE DIREÇÃO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fieldRelativeEnabled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FIELD RELATIVE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driveFieldRelative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3300914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86FF008-C57E-7216-D284-D8D0337FB190}"/>
              </a:ext>
            </a:extLst>
          </p:cNvPr>
          <p:cNvSpPr txBox="1"/>
          <p:nvPr/>
        </p:nvSpPr>
        <p:spPr>
          <a:xfrm>
            <a:off x="91440" y="0"/>
            <a:ext cx="6096000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ROBOT RELATIVE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Quando o comando terminar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 for interrompido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stop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Configura os botões do controle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configureBindings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774A60-65A2-8130-1AE9-6EBB547A720D}"/>
              </a:ext>
            </a:extLst>
          </p:cNvPr>
          <p:cNvSpPr txBox="1"/>
          <p:nvPr/>
        </p:nvSpPr>
        <p:spPr>
          <a:xfrm>
            <a:off x="6258560" y="3244334"/>
            <a:ext cx="500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Classe RobotContatiner está em </a:t>
            </a:r>
            <a:r>
              <a:rPr lang="pt-BR" b="1" dirty="0" err="1">
                <a:solidFill>
                  <a:schemeClr val="bg1"/>
                </a:solidFill>
              </a:rPr>
              <a:t>assets</a:t>
            </a:r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20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EB21A2E-8C4C-2F98-6422-56456438C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4468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904</Words>
  <Application>Microsoft Office PowerPoint</Application>
  <PresentationFormat>Widescreen</PresentationFormat>
  <Paragraphs>262</Paragraphs>
  <Slides>14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Aptos</vt:lpstr>
      <vt:lpstr>Arial</vt:lpstr>
      <vt:lpstr>Bierstadt</vt:lpstr>
      <vt:lpstr>Consolas</vt:lpstr>
      <vt:lpstr>Neue Haas Grotesk Text Pro</vt:lpstr>
      <vt:lpstr>GestaltVTI</vt:lpstr>
      <vt:lpstr>Curva de Aceleração</vt:lpstr>
      <vt:lpstr>limitar aceleração e desaceleração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Curva do joystick</vt:lpstr>
      <vt:lpstr>Apresentação do PowerPoint</vt:lpstr>
      <vt:lpstr>Curva Quadrática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9</cp:revision>
  <dcterms:created xsi:type="dcterms:W3CDTF">2026-09-29T16:49:56Z</dcterms:created>
  <dcterms:modified xsi:type="dcterms:W3CDTF">2026-09-29T17:44:42Z</dcterms:modified>
</cp:coreProperties>
</file>