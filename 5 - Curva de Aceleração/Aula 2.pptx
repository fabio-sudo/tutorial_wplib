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48AFE-2D41-49C1-B067-0DAE52A8FB81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E620A-7971-491A-98C1-BC4726A912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3067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E620A-7971-491A-98C1-BC4726A912EE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8812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DED8B-493D-3684-6129-9BF3B84BF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D32989-84FF-5DF7-57DA-0DE755A5C4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BEC63C-0D87-C80A-8AEF-C33AFA6F6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81738-3FFE-4C8C-B440-EC578CED0F2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F56A98-AE30-8D57-CA92-0DD92A52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45EB3D-C37C-6B74-3344-C48B5CEA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4F07-8820-4209-BF29-6AD51D8BC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31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5AD64-5EF0-990D-C105-4A6E0F6D1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E6120D-B2BE-1DB4-0789-6C8267F78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CB3017-90C4-C6F2-7EA7-565C8CE48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81738-3FFE-4C8C-B440-EC578CED0F2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B2066E-374F-AB0C-B95C-CAD917CD4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E2364D-2463-8F8A-F084-4DD5117AE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4F07-8820-4209-BF29-6AD51D8BC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346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14D1B-C657-78B9-E272-0CCAF0731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4642FE-8745-1B6C-C3AF-FDFEB2870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C12DCB-A2F2-1338-EB9F-9562C2D6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81738-3FFE-4C8C-B440-EC578CED0F2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5753E9-AEAB-8E2F-4E1C-D52B97283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277658-AD00-28EE-AC83-131BB94B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4F07-8820-4209-BF29-6AD51D8BC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6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A15DA-A46F-293E-DB27-01181E8F5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61ECF2-94D0-5845-2D1D-743BB7E13A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082400-7F9F-0FD3-EB28-F823BABA3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29E657-5ADB-EDDF-BE2D-F1BC3D992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81738-3FFE-4C8C-B440-EC578CED0F2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C5C57D-8FA9-4C77-637A-BEAE7701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8328F1-BCE4-BB93-0B3F-23F76E2F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4F07-8820-4209-BF29-6AD51D8BC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417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E8D18-BC01-7547-5BB2-033ECE86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8F5CF1-73D3-BCB9-4BA0-3EBDA667E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2DC2DA-095C-8BD3-076F-B89F404E4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DE6F91-1EB0-75DB-30A4-53A74C3E9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C97FFF-EA0F-32F8-5C4B-60BCD298D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FEFE89A-0C93-9F58-F21B-068685E8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81738-3FFE-4C8C-B440-EC578CED0F2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002015B-20AD-2816-8E1A-22C17241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7831BCA-C410-4940-CD75-28994D3B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4F07-8820-4209-BF29-6AD51D8BC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928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D6499-8054-53BE-BE05-63D17FC8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559AFD5-090E-47DE-2F02-E9F97C360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81738-3FFE-4C8C-B440-EC578CED0F2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FD6BEC-C6B4-13E8-CC00-0B4CF6493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71FCDD4-B3BA-E3AF-A274-817EE277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4F07-8820-4209-BF29-6AD51D8BC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5386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F7A20BE-0950-EC57-9EEC-C6E61F60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81738-3FFE-4C8C-B440-EC578CED0F2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1AB452-CCCE-8DA6-691A-008FE815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9EA85F-F72A-5AD7-46F5-1124959C2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4F07-8820-4209-BF29-6AD51D8BC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56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66AD4-578A-FAAD-C38D-63C6CA23F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F670A5-3230-EFED-189A-184C80A52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903AB5-F1EF-E1D7-4780-97D4FD4E8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6C0FC-93C7-65AE-128E-839925A73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81738-3FFE-4C8C-B440-EC578CED0F2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2F0466-B7E4-16FA-633C-D9C49E51E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75DC79-E360-1656-18B1-9BCE6CA5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4F07-8820-4209-BF29-6AD51D8BC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132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E7F63-06FA-DC40-E410-4FFD1825B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FC65D15-79F7-5DB5-767C-F7872395623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1EF61A-AC81-C7D6-9B76-252B24371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96020E-A410-740F-7C2B-9E1CA6718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81738-3FFE-4C8C-B440-EC578CED0F2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AC4A2A-7BA1-D703-2CEE-0D3BB72F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73DADD-84D0-AA02-1ADC-44FF4A3F3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4F07-8820-4209-BF29-6AD51D8BC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459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BDF54-1D01-4CF7-04FF-1D7E83D6B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CA97B9-1F87-E43D-DBBE-6DF4EEDDB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0B3F68-FD40-CBB6-2424-C2C209659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81738-3FFE-4C8C-B440-EC578CED0F2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3A2EE6-BEFE-E9BB-AFD7-A9028992B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941968-C75B-1E0E-7F79-2139CD0E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4F07-8820-4209-BF29-6AD51D8BC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859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16B124-A8A9-E21D-92D0-C3B5591B2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37B643-7092-21A5-315F-60FF34332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14CB62-3CFF-6536-E7ED-7AC200A5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81738-3FFE-4C8C-B440-EC578CED0F2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D0ECE2-B8B9-7600-3458-7503CDE36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AD85CF-553E-D19F-5BD5-64E706A0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04F07-8820-4209-BF29-6AD51D8BC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449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DF63E21-796E-8B6E-84C4-E14DCB96B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153957-77DB-1433-65E8-2D45F0F2B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979B1F-021B-F5CB-0C10-6EE152C47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481738-3FFE-4C8C-B440-EC578CED0F2D}" type="datetimeFigureOut">
              <a:rPr lang="pt-BR" smtClean="0"/>
              <a:t>29/09/2026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384BBE-86E5-B449-FCEF-5B651AB92A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F8EC2F-21EC-47E9-F2FF-CC4C0B307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04F07-8820-4209-BF29-6AD51D8BC86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6886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A4E2C-CAFC-EB45-1F45-C0AB399B06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STEER </a:t>
            </a:r>
            <a:r>
              <a:rPr lang="pt-BR" dirty="0" err="1"/>
              <a:t>Suavisação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ECF641-D6DA-85B6-0B3F-219ABCB850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822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CB08F55-5437-8C01-FC1A-14C19F099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25989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6D41EA7-0B34-201B-4534-4E65A5E786B6}"/>
              </a:ext>
            </a:extLst>
          </p:cNvPr>
          <p:cNvSpPr txBox="1"/>
          <p:nvPr/>
        </p:nvSpPr>
        <p:spPr>
          <a:xfrm>
            <a:off x="7625989" y="3205734"/>
            <a:ext cx="4653280" cy="44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configs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MotionMagicConfigs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ctre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phoenix6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controls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MotionMagicExpoVoltage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256A7AA0-8589-9819-EF5C-6D19F7DF0240}"/>
              </a:ext>
            </a:extLst>
          </p:cNvPr>
          <p:cNvSpPr/>
          <p:nvPr/>
        </p:nvSpPr>
        <p:spPr>
          <a:xfrm>
            <a:off x="223520" y="2418080"/>
            <a:ext cx="2966720" cy="2336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Remova</a:t>
            </a:r>
          </a:p>
          <a:p>
            <a:pPr algn="ctr"/>
            <a:r>
              <a:rPr lang="pt-BR" dirty="0"/>
              <a:t>E</a:t>
            </a:r>
          </a:p>
          <a:p>
            <a:pPr algn="ctr"/>
            <a:r>
              <a:rPr lang="pt-BR" dirty="0"/>
              <a:t>Adicione novos </a:t>
            </a:r>
            <a:r>
              <a:rPr lang="pt-BR" dirty="0" err="1"/>
              <a:t>imports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541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D0FA6D0-1E86-DB02-C26A-FBD4799A6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10400" cy="6858000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DA9EC601-FCAA-3A6F-005D-19C7FC3040E7}"/>
              </a:ext>
            </a:extLst>
          </p:cNvPr>
          <p:cNvSpPr/>
          <p:nvPr/>
        </p:nvSpPr>
        <p:spPr>
          <a:xfrm>
            <a:off x="396240" y="2418080"/>
            <a:ext cx="2966720" cy="2336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Remova</a:t>
            </a:r>
          </a:p>
          <a:p>
            <a:pPr algn="ctr"/>
            <a:r>
              <a:rPr lang="pt-BR" dirty="0"/>
              <a:t>E</a:t>
            </a:r>
          </a:p>
          <a:p>
            <a:pPr algn="ctr"/>
            <a:r>
              <a:rPr lang="pt-BR" dirty="0"/>
              <a:t>Adicione novos </a:t>
            </a:r>
            <a:r>
              <a:rPr lang="pt-BR" dirty="0" err="1"/>
              <a:t>imports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35A687-6261-DCE2-7326-9FF4415E924B}"/>
              </a:ext>
            </a:extLst>
          </p:cNvPr>
          <p:cNvSpPr txBox="1"/>
          <p:nvPr/>
        </p:nvSpPr>
        <p:spPr>
          <a:xfrm>
            <a:off x="6451600" y="2724064"/>
            <a:ext cx="5527040" cy="172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STEER - MOTION MAGIC EXPO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MotionMagicExpoVoltage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steerPositionRequest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MotionMagicExpoVoltage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withSlot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withEnableFOC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20247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0269F4B-16C6-44F6-1275-FD4D88D82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5080"/>
            <a:ext cx="6874136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DD6B4C5-81D5-D36F-29E1-B835524B1A18}"/>
              </a:ext>
            </a:extLst>
          </p:cNvPr>
          <p:cNvSpPr txBox="1"/>
          <p:nvPr/>
        </p:nvSpPr>
        <p:spPr>
          <a:xfrm>
            <a:off x="6380480" y="826670"/>
            <a:ext cx="5405120" cy="5194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4 - MOTION MAGIC EXPO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Suaviza a mudança de orientação dos módulos.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STEER_GEAR_RATIO = 21.428...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Expo kV: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controla principalmente a velocidade do perfil.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Expo kA: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controla principalmente a aceleração do perfil.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MotionMagicConfigs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steerMotionMagic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MotionMagicConfigs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withMotionMagicExpo_kV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STEER_GEAR_RATIO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withMotionMagicExpo_kA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STEER_GEAR_RATIO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AB6AA22D-97D9-3EB2-9539-0E1566E0F5D6}"/>
              </a:ext>
            </a:extLst>
          </p:cNvPr>
          <p:cNvSpPr/>
          <p:nvPr/>
        </p:nvSpPr>
        <p:spPr>
          <a:xfrm>
            <a:off x="1767840" y="1524000"/>
            <a:ext cx="1188720" cy="10058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498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AE58CFA-3694-5409-B41F-52800F3F3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17107" cy="6858000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43B6DE1-5468-F21E-30D3-2E0E12F7280C}"/>
              </a:ext>
            </a:extLst>
          </p:cNvPr>
          <p:cNvSpPr/>
          <p:nvPr/>
        </p:nvSpPr>
        <p:spPr>
          <a:xfrm>
            <a:off x="2275840" y="995680"/>
            <a:ext cx="1239520" cy="1117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F6A008F-49DB-4696-681F-43C9D6F379F5}"/>
              </a:ext>
            </a:extLst>
          </p:cNvPr>
          <p:cNvSpPr txBox="1"/>
          <p:nvPr/>
        </p:nvSpPr>
        <p:spPr>
          <a:xfrm>
            <a:off x="6096000" y="274194"/>
            <a:ext cx="6097772" cy="630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1607"/>
              </a:lnSpc>
              <a:buNone/>
            </a:pPr>
            <a:r>
              <a:rPr lang="pt-BR" sz="840" dirty="0">
                <a:solidFill>
                  <a:srgbClr val="CCCCCC"/>
                </a:solidFill>
                <a:latin typeface="Consolas" panose="020B0609020204030204" pitchFamily="49" charset="0"/>
              </a:rPr>
              <a:t>        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7 - MONTA A CONFIGURAÇÃO DO TALONFX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TalonFXConfiguration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4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steerConfig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4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4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TalonFXConfiguration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1607"/>
              </a:lnSpc>
              <a:buNone/>
            </a:pP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PID + </a:t>
            </a:r>
            <a:r>
              <a:rPr lang="pt-BR" sz="84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Feedforward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84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withSlot0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84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steerGains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</a:t>
            </a:r>
            <a:b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84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Fused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4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CANcoder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84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withFeedback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84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steerFeedback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</a:t>
            </a:r>
          </a:p>
          <a:p>
            <a:pPr>
              <a:lnSpc>
                <a:spcPct val="111607"/>
              </a:lnSpc>
              <a:buNone/>
            </a:pP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84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Continuous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Wrap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84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withClosedLoopGeneral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84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steerClosedLoop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</a:t>
            </a:r>
            <a:b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84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withMotionMagic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84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steerMotionMagic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</a:t>
            </a:r>
          </a:p>
          <a:p>
            <a:pPr>
              <a:lnSpc>
                <a:spcPct val="111607"/>
              </a:lnSpc>
              <a:buNone/>
            </a:pP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Limite de corrente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84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withCurrentLimits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84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steerCurrentLimits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</a:t>
            </a:r>
          </a:p>
          <a:p>
            <a:pPr>
              <a:lnSpc>
                <a:spcPct val="111607"/>
              </a:lnSpc>
              <a:buNone/>
            </a:pP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Inversão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84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withMotorOutput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84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steerMotorOutput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);</a:t>
            </a:r>
            <a:b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b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steerMotor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84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getConfigurator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84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84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steerConfig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1816091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C7D5E8E-07C8-B4F1-925E-A76CF1FE2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10703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733F0E-709B-ECD0-0C79-E366C1657C48}"/>
              </a:ext>
            </a:extLst>
          </p:cNvPr>
          <p:cNvSpPr txBox="1"/>
          <p:nvPr/>
        </p:nvSpPr>
        <p:spPr>
          <a:xfrm>
            <a:off x="6810703" y="1014364"/>
            <a:ext cx="5381297" cy="4829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3 - CONTINUOUS WRAP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pode girar continuamente.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Isso permite ao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escolher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menor caminho angular.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Exemplo: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posição atual = +179°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posição desejada = -179°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correto é girar aproximadamente 2°,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 não 358°.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ClosedLoopGeneralConfigs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steerClosedLoop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ClosedLoopGeneralConfigs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withContinuousWrap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87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46486DB-DA98-F071-259D-F0774A212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553200" cy="6858000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D4D99F7E-279D-4821-EB84-CDA47634A1FF}"/>
              </a:ext>
            </a:extLst>
          </p:cNvPr>
          <p:cNvSpPr/>
          <p:nvPr/>
        </p:nvSpPr>
        <p:spPr>
          <a:xfrm rot="1520083">
            <a:off x="2580640" y="2936240"/>
            <a:ext cx="731520" cy="9855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C10F87-51D2-61B5-9F26-1513D7975276}"/>
              </a:ext>
            </a:extLst>
          </p:cNvPr>
          <p:cNvSpPr txBox="1"/>
          <p:nvPr/>
        </p:nvSpPr>
        <p:spPr>
          <a:xfrm>
            <a:off x="6553201" y="491368"/>
            <a:ext cx="6096000" cy="5875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5 - MOTION MAGIC EXPO DO STEER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- AJUSTE PARA DEIXAR A TROCA DE DIREÇÃO MAIS SUAVE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b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4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MotionMagicConfigs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4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steerMotionMagic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4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4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4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MotionMagicConfigs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1607"/>
              </a:lnSpc>
              <a:buNone/>
            </a:pPr>
            <a:b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máxima do módulo.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1.5 rotações/s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540 graus/s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Uma mudança de 90 graus não será mais instantânea.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84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withMotionMagicCruiseVelocity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ct val="111607"/>
              </a:lnSpc>
              <a:buNone/>
            </a:pPr>
            <a:b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Mantemos o kV inicial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84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withMotionMagicExpo_kV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0.12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4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4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STEER_GEAR_RATIO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ct val="111607"/>
              </a:lnSpc>
              <a:buNone/>
            </a:pPr>
            <a:b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Antes: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1.2 / 21.428 ≈ 0.056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Agora aumentamos para 0.15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reduzir a aceleração do </a:t>
            </a:r>
            <a:r>
              <a:rPr lang="pt-BR" sz="84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84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84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withMotionMagicExpo_kA</a:t>
            </a: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84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0.15</a:t>
            </a:r>
            <a:endParaRPr lang="pt-BR" sz="84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1607"/>
              </a:lnSpc>
              <a:buNone/>
            </a:pPr>
            <a:r>
              <a:rPr lang="pt-BR" sz="84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3119010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D11EE18-022F-B6FA-AFBD-C30E628CE86C}"/>
              </a:ext>
            </a:extLst>
          </p:cNvPr>
          <p:cNvSpPr txBox="1"/>
          <p:nvPr/>
        </p:nvSpPr>
        <p:spPr>
          <a:xfrm>
            <a:off x="6096000" y="283908"/>
            <a:ext cx="6096000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setTurnPosition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angleRadians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1 - NORMALIZA O ÂNGULO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normalizedAngle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angleModulus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angleRadians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2 - RADIANOS → ROTAÇÕES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desiredRotations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normalizedAngle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3 - PHOENIX 6 - MALHA FECHADA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steerMotor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setControl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steerPositionRequest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desiredRotations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8CF635-DC88-83CD-5B1F-DB59C40E5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64353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42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de placa de circuito">
            <a:extLst>
              <a:ext uri="{FF2B5EF4-FFF2-40B4-BE49-F238E27FC236}">
                <a16:creationId xmlns:a16="http://schemas.microsoft.com/office/drawing/2014/main" id="{8E840520-E970-0896-FA16-6E695CB09A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1570" b="416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AB7C07-B8EE-D9AA-6644-B03FD9444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Módulo completo em </a:t>
            </a:r>
            <a:r>
              <a:rPr lang="pt-BR" dirty="0" err="1">
                <a:solidFill>
                  <a:srgbClr val="FFFFFF"/>
                </a:solidFill>
              </a:rPr>
              <a:t>Assets</a:t>
            </a:r>
            <a:endParaRPr lang="pt-BR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74064-9817-3AEE-E9CF-7C6036C7E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pt-B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17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7E8615E-CF8B-8166-3C19-5EBCF859B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334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662</Words>
  <Application>Microsoft Office PowerPoint</Application>
  <PresentationFormat>Widescreen</PresentationFormat>
  <Paragraphs>172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Tema do Office</vt:lpstr>
      <vt:lpstr>STEER Suavisação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Módulo completo em Assets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10</cp:revision>
  <dcterms:created xsi:type="dcterms:W3CDTF">2026-09-29T17:53:06Z</dcterms:created>
  <dcterms:modified xsi:type="dcterms:W3CDTF">2026-09-29T21:03:41Z</dcterms:modified>
</cp:coreProperties>
</file>