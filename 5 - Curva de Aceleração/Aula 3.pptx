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1DDB3-7BEE-B0B1-47B0-0BFF8BA4A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9D69B2-98FD-E0C4-3298-F514126E2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9111A7-7905-522D-FAE0-A0F91E83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39C4A2-DDFE-3A7A-B02B-7C840275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B7B638-3815-9458-D66D-159CA526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8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80404-DF73-00F1-C4A7-8E54C6E5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AAAF57-8E18-532A-B0A0-31A0DB552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45321E-ED07-6048-2928-7A9CE453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9AA578-734C-A064-1231-2B5251FD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B80F3C-8205-0CB0-9626-B544114F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80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C4056-C621-24D6-9FC1-1DCCB68C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237D58-9C99-D3F5-C849-4A65AB9A9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E6647-406C-AFE4-9F5F-541179D1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6FF898-9A91-A181-6365-42087D47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AF1614-B84C-0C67-8109-17ECBB05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22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397DB-55EE-6C41-4EA4-211FE61E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112942-12EE-E92D-D3F5-DE6DFAB3A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4E7483-CACA-FCE5-5717-E58FE4797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DA7AD4-C10B-8F14-CB3C-9B8875F1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F8B99C-0395-FA58-0234-E37EA631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FFF2F2-4B0A-F875-B226-18F4957E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15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570F-E8B4-3638-2334-6CA9733E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EF29A-22E9-66A6-3AC4-994F70C3A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0765DD-6DD4-0F61-2E68-FEBB031B7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776850-DD91-1ABB-2285-AD6B0BD22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BC008F-9A7D-7AF0-B73A-08AEC8407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337491-8398-C5F6-F456-C5C9174D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EF0E27-8D8C-DDB0-8AF0-16DEDCBF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4E2B403-130F-4770-4D5F-F5277E88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4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9AEB8-0A2E-2844-F156-30FE3FD8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7087C8-853C-12FD-F0AC-10FE1949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AA7F28-9A69-A903-C219-F817A397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9CF16C-06AF-6022-BC78-D3730312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35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4BE024-1AF3-B417-E8D6-592F1FC8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A6DF18-5229-9307-DD8C-58AA35AC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FF3CD6-9AE0-2E67-B60F-E2FA3E8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294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7CC5E-02A5-6282-6194-5D8AE71A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94290C-E434-C269-3DF6-FBA9A92A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D25C18-7ADB-5FBE-64A9-4616192FC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88E3AA-CC19-D201-A280-F97243F3D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5E176A-67C7-EDCF-C8DF-C3CCDF30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75E08-5635-F272-F2C9-C60F385A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45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DD924-36A3-19F2-A739-290B3AF9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770AFD-0AF1-3411-34A5-8CC9B6F9E0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6AB188-5EB9-EF04-5ED5-1B3CB02F3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636D33-6C63-5BA4-AA88-CB12B426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9736A3-42A1-1B67-47AF-E1389E14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34F8CC-8510-EABA-BF5A-BAE975A2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490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B4169-051D-58FE-48DE-B9339002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FB6741-743C-91E1-1E96-74DC923B6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68037F-816D-AA23-BCCF-0B504767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660A14-B3CC-94A9-929C-66F64D70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03F6CF-152B-B24A-8387-C07C8369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97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B32980-344E-8496-657F-91736AEE1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F4527C-2DF3-B7B2-9135-B54558A95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1930DE-1254-672F-54CE-8FD3C5F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2E3A76-120D-5B64-0263-D3F7894C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9AA11A-8D18-998E-681C-F3298A56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53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80EFC5A-5A4E-A150-0706-7BD5A582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B39892-E962-088E-A519-CFB6397D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73D5-7102-2600-6A24-5ADD78C02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A6FE2-EAED-465B-B6FC-C1B098423DD5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1593F0-63C3-97AF-EF76-2559ADF75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282D1-885A-BF34-0FB2-A84A027AD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B627E-9A77-4F16-A824-AA96062290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37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B959B-2E1A-6B13-6E06-8ADD82AE2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Correções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6FEF7D-B7A3-A981-45FD-3643D0162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09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51F0B6-FBE1-2C73-36F0-28B90FB2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55802" cy="6858000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682B729-225A-E8AC-01D0-54B1BE596826}"/>
              </a:ext>
            </a:extLst>
          </p:cNvPr>
          <p:cNvSpPr txBox="1">
            <a:spLocks/>
          </p:cNvSpPr>
          <p:nvPr/>
        </p:nvSpPr>
        <p:spPr>
          <a:xfrm>
            <a:off x="6096000" y="926764"/>
            <a:ext cx="5465781" cy="466725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2 - OTIMIZAÇÃO DO ESTADO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b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Escolhe a menor rotação possível para o módulo.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Se necessário, o WPILib inverte a velocidade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6A9955"/>
                </a:solidFill>
                <a:latin typeface="Consolas" panose="020B0609020204030204" pitchFamily="49" charset="0"/>
              </a:rPr>
              <a:t>// da roda para evitar que o Steer gire demais.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4EC9B0"/>
                </a:solidFill>
                <a:latin typeface="Consolas" panose="020B0609020204030204" pitchFamily="49" charset="0"/>
              </a:rPr>
              <a:t>SwerveModuleState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optimizedState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40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sz="400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4000">
                <a:solidFill>
                  <a:srgbClr val="DCDCAA"/>
                </a:solidFill>
                <a:latin typeface="Consolas" panose="020B0609020204030204" pitchFamily="49" charset="0"/>
              </a:rPr>
              <a:t>SwerveModuleState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speedMetersPerSecond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angle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b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optimizedState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sz="4000">
                <a:solidFill>
                  <a:srgbClr val="DCDCAA"/>
                </a:solidFill>
                <a:latin typeface="Consolas" panose="020B0609020204030204" pitchFamily="49" charset="0"/>
              </a:rPr>
              <a:t>optimize</a:t>
            </a: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sz="4000">
                <a:solidFill>
                  <a:srgbClr val="9CDCFE"/>
                </a:solidFill>
                <a:latin typeface="Consolas" panose="020B0609020204030204" pitchFamily="49" charset="0"/>
              </a:rPr>
              <a:t>currentAngle</a:t>
            </a:r>
            <a:endParaRPr lang="pt-BR" sz="40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r>
              <a:rPr lang="pt-BR" sz="4000">
                <a:solidFill>
                  <a:srgbClr val="CCCCCC"/>
                </a:solidFill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Font typeface="Arial" panose="020B0604020202020204" pitchFamily="34" charset="0"/>
              <a:buNone/>
            </a:pPr>
            <a:br>
              <a:rPr lang="pt-BR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pt-BR" dirty="0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BF7D7ED-8CE2-D7B6-0BCF-E020CD3D84D2}"/>
              </a:ext>
            </a:extLst>
          </p:cNvPr>
          <p:cNvSpPr/>
          <p:nvPr/>
        </p:nvSpPr>
        <p:spPr>
          <a:xfrm>
            <a:off x="548640" y="1584960"/>
            <a:ext cx="2540000" cy="2255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Atualize o código esta como obsoleto</a:t>
            </a:r>
          </a:p>
        </p:txBody>
      </p:sp>
    </p:spTree>
    <p:extLst>
      <p:ext uri="{BB962C8B-B14F-4D97-AF65-F5344CB8AC3E}">
        <p14:creationId xmlns:p14="http://schemas.microsoft.com/office/powerpoint/2010/main" val="2530159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86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Tema do Office</vt:lpstr>
      <vt:lpstr>Correções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</cp:revision>
  <dcterms:created xsi:type="dcterms:W3CDTF">2026-09-29T22:38:33Z</dcterms:created>
  <dcterms:modified xsi:type="dcterms:W3CDTF">2026-09-30T17:10:56Z</dcterms:modified>
</cp:coreProperties>
</file>