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28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0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3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40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8"/>
            <a:ext cx="10515600" cy="10842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157787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43199"/>
            <a:ext cx="5157787" cy="3446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8800"/>
            <a:ext cx="5183188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43199"/>
            <a:ext cx="5183188" cy="3446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9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17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4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8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3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65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61999"/>
            <a:ext cx="2628900" cy="5414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61999"/>
            <a:ext cx="7734300" cy="54149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760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AA70F276-1833-4A75-9C1D-A56E2295A68D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4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ctr-electronics.com/phoenix6/latest/java/com/ctre/phoenix6/configs/GyroTrimConfigs.html?utm_source=chatgpt.co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7BE2A2-8240-8885-1913-96EA38A65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6858000" cy="2387600"/>
          </a:xfrm>
        </p:spPr>
        <p:txBody>
          <a:bodyPr>
            <a:normAutofit/>
          </a:bodyPr>
          <a:lstStyle/>
          <a:p>
            <a:pPr algn="l"/>
            <a:r>
              <a:rPr lang="pt-BR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Calibração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EBAE5C-62D3-9CCE-540F-B0183EE3C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6858000" cy="1655762"/>
          </a:xfrm>
        </p:spPr>
        <p:txBody>
          <a:bodyPr>
            <a:normAutofit/>
          </a:bodyPr>
          <a:lstStyle/>
          <a:p>
            <a:pPr algn="l"/>
            <a:endParaRPr lang="pt-BR" sz="2200" dirty="0">
              <a:solidFill>
                <a:schemeClr val="tx2">
                  <a:alpha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31B763-5C57-A254-205B-C2000F0332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33826" r="24072" b="1"/>
          <a:stretch>
            <a:fillRect/>
          </a:stretch>
        </p:blipFill>
        <p:spPr>
          <a:xfrm>
            <a:off x="8069579" y="10"/>
            <a:ext cx="4110228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92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382AC48-815E-9BBD-FD8B-E88939FC6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80495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2B0DED8-6E36-44B5-9370-66B8CAAC45A4}"/>
              </a:ext>
            </a:extLst>
          </p:cNvPr>
          <p:cNvSpPr txBox="1"/>
          <p:nvPr/>
        </p:nvSpPr>
        <p:spPr>
          <a:xfrm>
            <a:off x="7620000" y="3111062"/>
            <a:ext cx="311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Código está na pasta </a:t>
            </a:r>
            <a:r>
              <a:rPr lang="pt-BR" dirty="0" err="1"/>
              <a:t>assets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5542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C1F247E-6E48-0869-D247-2507A2DF0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13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9EB0CF5-E15C-7590-D14C-2F97B92C8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08655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9C633FD-2320-DE26-C1B8-D68588A4E664}"/>
              </a:ext>
            </a:extLst>
          </p:cNvPr>
          <p:cNvSpPr txBox="1"/>
          <p:nvPr/>
        </p:nvSpPr>
        <p:spPr>
          <a:xfrm>
            <a:off x="7620000" y="3111062"/>
            <a:ext cx="311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Código está na pasta </a:t>
            </a:r>
            <a:r>
              <a:rPr lang="pt-BR" dirty="0" err="1"/>
              <a:t>assets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1928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A2477EE-FBE5-4DB7-8438-DE1CAC61A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0E521E-8528-4E92-8B8C-67ED5C5BD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437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ACE86AC-E9B6-3E0C-99F1-92F60BF45C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25"/>
          <a:stretch>
            <a:fillRect/>
          </a:stretch>
        </p:blipFill>
        <p:spPr>
          <a:xfrm>
            <a:off x="-21815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7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A2477EE-FBE5-4DB7-8438-DE1CAC61A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0E521E-8528-4E92-8B8C-67ED5C5BD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437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E373237-F85F-0AAE-73FA-91378E9793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4024"/>
          <a:stretch>
            <a:fillRect/>
          </a:stretch>
        </p:blipFill>
        <p:spPr>
          <a:xfrm>
            <a:off x="-21815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542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C8F855E-978D-D43B-AD0E-760C3FA4FFA8}"/>
              </a:ext>
            </a:extLst>
          </p:cNvPr>
          <p:cNvSpPr txBox="1"/>
          <p:nvPr/>
        </p:nvSpPr>
        <p:spPr>
          <a:xfrm>
            <a:off x="802640" y="1836128"/>
            <a:ext cx="6096000" cy="3185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DriveTwoMetersCommand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withTimeout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A3FB881-39ED-3AEB-9B07-FACE8EF4062B}"/>
              </a:ext>
            </a:extLst>
          </p:cNvPr>
          <p:cNvSpPr txBox="1"/>
          <p:nvPr/>
        </p:nvSpPr>
        <p:spPr>
          <a:xfrm>
            <a:off x="6278880" y="2018742"/>
            <a:ext cx="6096000" cy="282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Rotate360Command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withTimeout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EA323CC-02D7-21D0-D3C2-7E97141C675D}"/>
              </a:ext>
            </a:extLst>
          </p:cNvPr>
          <p:cNvSpPr txBox="1"/>
          <p:nvPr/>
        </p:nvSpPr>
        <p:spPr>
          <a:xfrm>
            <a:off x="4856480" y="1115674"/>
            <a:ext cx="7030720" cy="629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	 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BACK + B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TESTE AUTOMÁTICO - ROTAÇÃO 360°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B1A752C-1CA3-3105-D414-A8FD02C37FBD}"/>
              </a:ext>
            </a:extLst>
          </p:cNvPr>
          <p:cNvSpPr txBox="1"/>
          <p:nvPr/>
        </p:nvSpPr>
        <p:spPr>
          <a:xfrm>
            <a:off x="-10160" y="659139"/>
            <a:ext cx="5801360" cy="1176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	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TESTE AUTOMÁTICO - ANDAR 2 METROS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		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BACK + 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75336CC-1336-3DB1-E6C8-C28568601465}"/>
              </a:ext>
            </a:extLst>
          </p:cNvPr>
          <p:cNvSpPr txBox="1"/>
          <p:nvPr/>
        </p:nvSpPr>
        <p:spPr>
          <a:xfrm>
            <a:off x="3850640" y="5372994"/>
            <a:ext cx="4238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Script está em </a:t>
            </a:r>
            <a:r>
              <a:rPr lang="pt-BR" b="1" dirty="0" err="1">
                <a:solidFill>
                  <a:schemeClr val="bg1"/>
                </a:solidFill>
              </a:rPr>
              <a:t>assets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robotcontainer</a:t>
            </a:r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155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B17BB-2FE2-8648-68F0-97910308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Importante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26A39E-0B41-5055-547F-D3D72AE59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Verifique se realmente o robô deu 360 graus</a:t>
            </a:r>
          </a:p>
          <a:p>
            <a:r>
              <a:rPr lang="pt-BR" dirty="0"/>
              <a:t>Verifique se realmente o robô andou 2 metros</a:t>
            </a:r>
          </a:p>
        </p:txBody>
      </p:sp>
    </p:spTree>
    <p:extLst>
      <p:ext uri="{BB962C8B-B14F-4D97-AF65-F5344CB8AC3E}">
        <p14:creationId xmlns:p14="http://schemas.microsoft.com/office/powerpoint/2010/main" val="1022987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1FBD9-C71F-AF69-D3FE-EB6013C2D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Verifique a Pose 2D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D6E80E3-A8A5-5FAF-287F-6F207EBB6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78050"/>
            <a:ext cx="8938969" cy="399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26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35817-F1FF-1B5F-435E-925C322A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Crie o </a:t>
            </a:r>
            <a:r>
              <a:rPr lang="pt-BR"/>
              <a:t>Linegraph</a:t>
            </a:r>
            <a:r>
              <a:rPr lang="pt-BR" dirty="0"/>
              <a:t> para verificar o erro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1EE4324-F71E-D1B9-93BF-F7F4057C64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78050"/>
            <a:ext cx="10515600" cy="399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25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1E8AF4-C329-DF56-FB96-3F396D0C9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Validação Rotação </a:t>
            </a:r>
            <a:r>
              <a:rPr lang="pt-BR" dirty="0" err="1"/>
              <a:t>Swerve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639C3F-3504-6534-D99A-0042952EBC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8178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5F8DB-E974-A299-BEF9-1F668D26C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Nova 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93161A-35DC-704E-F20A-2A316BF34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pt-BR"/>
              <a:t>Para </a:t>
            </a:r>
            <a:r>
              <a:rPr lang="pt-BR" dirty="0"/>
              <a:t>fechar o </a:t>
            </a:r>
            <a:r>
              <a:rPr lang="pt-BR" b="1" dirty="0"/>
              <a:t>360° de forma definitiva</a:t>
            </a:r>
            <a:r>
              <a:rPr lang="pt-BR" dirty="0"/>
              <a:t>, eu mexeria </a:t>
            </a:r>
            <a:r>
              <a:rPr lang="pt-BR" b="1" dirty="0"/>
              <a:t>somente no </a:t>
            </a:r>
            <a:r>
              <a:rPr lang="pt-BR" b="1" dirty="0">
                <a:latin typeface="Courier New" panose="02070309020205020404" pitchFamily="49" charset="0"/>
              </a:rPr>
              <a:t>Rotate360Command</a:t>
            </a:r>
            <a:r>
              <a:rPr lang="pt-BR" dirty="0"/>
              <a:t> por enquanto. O </a:t>
            </a:r>
            <a:r>
              <a:rPr lang="pt-BR" dirty="0">
                <a:latin typeface="Courier New" panose="02070309020205020404" pitchFamily="49" charset="0"/>
              </a:rPr>
              <a:t>Drive</a:t>
            </a:r>
            <a:r>
              <a:rPr lang="pt-BR" dirty="0"/>
              <a:t> já fornece </a:t>
            </a:r>
            <a:r>
              <a:rPr lang="pt-BR" dirty="0" err="1">
                <a:latin typeface="Courier New" panose="02070309020205020404" pitchFamily="49" charset="0"/>
              </a:rPr>
              <a:t>getRotation</a:t>
            </a:r>
            <a:r>
              <a:rPr lang="pt-BR" dirty="0">
                <a:latin typeface="Courier New" panose="02070309020205020404" pitchFamily="49" charset="0"/>
              </a:rPr>
              <a:t>()</a:t>
            </a:r>
            <a:r>
              <a:rPr lang="pt-BR" dirty="0"/>
              <a:t> diretamente do </a:t>
            </a:r>
            <a:r>
              <a:rPr lang="pt-BR" dirty="0" err="1">
                <a:latin typeface="Courier New" panose="02070309020205020404" pitchFamily="49" charset="0"/>
              </a:rPr>
              <a:t>gyroInputs.yawPositionRad</a:t>
            </a:r>
            <a:r>
              <a:rPr lang="pt-BR" dirty="0"/>
              <a:t>, e a </a:t>
            </a:r>
            <a:r>
              <a:rPr lang="pt-BR" dirty="0" err="1"/>
              <a:t>odometria</a:t>
            </a:r>
            <a:r>
              <a:rPr lang="pt-BR" dirty="0"/>
              <a:t> também usa esse mesmo </a:t>
            </a:r>
            <a:r>
              <a:rPr lang="pt-BR" dirty="0" err="1"/>
              <a:t>yaw</a:t>
            </a:r>
            <a:r>
              <a:rPr lang="pt-BR" dirty="0"/>
              <a:t>. </a:t>
            </a:r>
            <a:r>
              <a:rPr lang="pt-BR" dirty="0" err="1"/>
              <a:t>Markdown</a:t>
            </a:r>
            <a:r>
              <a:rPr lang="pt-BR" dirty="0"/>
              <a:t> colado </a:t>
            </a:r>
            <a:r>
              <a:rPr lang="pt-BR" dirty="0" err="1"/>
              <a:t>Markdown</a:t>
            </a:r>
            <a:r>
              <a:rPr lang="pt-BR" dirty="0"/>
              <a:t> colado</a:t>
            </a:r>
          </a:p>
          <a:p>
            <a:pPr>
              <a:buNone/>
            </a:pPr>
            <a:r>
              <a:rPr lang="pt-BR" dirty="0"/>
              <a:t>Além disso, o </a:t>
            </a:r>
            <a:r>
              <a:rPr lang="pt-BR" dirty="0" err="1"/>
              <a:t>Pigeon</a:t>
            </a:r>
            <a:r>
              <a:rPr lang="pt-BR" dirty="0"/>
              <a:t> 2 fornece </a:t>
            </a:r>
            <a:r>
              <a:rPr lang="pt-BR" dirty="0" err="1"/>
              <a:t>yaw</a:t>
            </a:r>
            <a:r>
              <a:rPr lang="pt-BR" dirty="0"/>
              <a:t> contínuo muito além de ±360°, e o </a:t>
            </a:r>
            <a:r>
              <a:rPr lang="pt-BR" dirty="0">
                <a:latin typeface="Courier New" panose="02070309020205020404" pitchFamily="49" charset="0"/>
              </a:rPr>
              <a:t>Rotation2d</a:t>
            </a:r>
            <a:r>
              <a:rPr lang="pt-BR" dirty="0"/>
              <a:t> atual do </a:t>
            </a:r>
            <a:r>
              <a:rPr lang="pt-BR" dirty="0" err="1"/>
              <a:t>WPILib</a:t>
            </a:r>
            <a:r>
              <a:rPr lang="pt-BR" dirty="0"/>
              <a:t> também preserva ângulos contínuos quando construído a partir do valor em radianos. Portanto, podemos simplificar o teste e medir diretamente </a:t>
            </a:r>
            <a:r>
              <a:rPr lang="pt-BR" b="1" dirty="0"/>
              <a:t>ângulo atual − ângulo inicial</a:t>
            </a:r>
            <a:r>
              <a:rPr lang="pt-BR" dirty="0"/>
              <a:t>, sem precisar reconstruir uma volta pedaço por pedaço.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4081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A6FDC-8799-3113-CB1E-2E3DB60B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Ajuste Fino </a:t>
            </a:r>
            <a:r>
              <a:rPr lang="pt-BR" dirty="0" err="1"/>
              <a:t>Pigion</a:t>
            </a:r>
            <a:r>
              <a:rPr lang="pt-BR" dirty="0"/>
              <a:t>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88ABC8-67CC-EFED-1C2F-6BF20A529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8657"/>
            <a:ext cx="10515600" cy="2566063"/>
          </a:xfrm>
        </p:spPr>
        <p:txBody>
          <a:bodyPr/>
          <a:lstStyle/>
          <a:p>
            <a:r>
              <a:rPr lang="pt-BR" dirty="0"/>
              <a:t>A CTRE explica que o Pigeon2 já vem calibrado de fábrica, então esse ajuste normalmente não é obrigatório. Ele existe para corrigir pequenos erros sistemáticos e deixar a medição ainda mais precisa para a aplicação.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DA5872C-CE44-9718-7268-3566A20F9EBE}"/>
              </a:ext>
            </a:extLst>
          </p:cNvPr>
          <p:cNvSpPr txBox="1"/>
          <p:nvPr/>
        </p:nvSpPr>
        <p:spPr>
          <a:xfrm>
            <a:off x="6543040" y="51517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.</a:t>
            </a:r>
            <a:r>
              <a:rPr lang="pt-BR" dirty="0" err="1">
                <a:latin typeface="Courier New" panose="02070309020205020404" pitchFamily="49" charset="0"/>
              </a:rPr>
              <a:t>withGyroScalarZ</a:t>
            </a:r>
            <a:r>
              <a:rPr lang="pt-BR" dirty="0">
                <a:latin typeface="Courier New" panose="02070309020205020404" pitchFamily="49" charset="0"/>
              </a:rPr>
              <a:t>(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    valor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26246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09E4B-5483-CBD5-C5F8-1FB36B408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mandar robô girar 10x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CF5BD2-46CF-38A7-E2A9-FD66D86D7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GyroScalarZ</a:t>
            </a:r>
            <a:r>
              <a:rPr lang="pt-BR" dirty="0"/>
              <a:t> serve justamente para </a:t>
            </a:r>
            <a:r>
              <a:rPr lang="pt-BR" b="1" dirty="0"/>
              <a:t>corrigir um erro sistemático de escala do giroscópio no eixo Z</a:t>
            </a:r>
            <a:r>
              <a:rPr lang="pt-BR" dirty="0"/>
              <a:t>, que é o eixo usado para o </a:t>
            </a:r>
            <a:r>
              <a:rPr lang="pt-BR" dirty="0" err="1"/>
              <a:t>yaw</a:t>
            </a:r>
            <a:r>
              <a:rPr lang="pt-BR" dirty="0"/>
              <a:t>/rotação do robô. A própria CTRE descreve esse parâmetro como um ajuste fino da sensibilidade do Pigeon2, medido em </a:t>
            </a:r>
            <a:r>
              <a:rPr lang="pt-BR" b="1" dirty="0"/>
              <a:t>graus de correção por rotação completa</a:t>
            </a:r>
            <a:r>
              <a:rPr lang="pt-BR" dirty="0"/>
              <a:t>. </a:t>
            </a:r>
            <a:r>
              <a:rPr lang="pt-BR" dirty="0">
                <a:hlinkClick r:id="rId2"/>
              </a:rPr>
              <a:t>CTR </a:t>
            </a:r>
            <a:r>
              <a:rPr lang="pt-BR" dirty="0" err="1">
                <a:hlinkClick r:id="rId2"/>
              </a:rPr>
              <a:t>Electronics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1050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EBC01-24D2-9387-9FE1-1DBA6BC0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ideal é chegar perto de:3600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4CA649-48FE-93CF-FF18-550063C52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testar 10 voltas</a:t>
            </a:r>
          </a:p>
          <a:p>
            <a:r>
              <a:rPr lang="pt-BR" dirty="0"/>
              <a:t>→ me mandar o valor medido</a:t>
            </a:r>
          </a:p>
          <a:p>
            <a:r>
              <a:rPr lang="pt-BR" dirty="0"/>
              <a:t>→ calcular correção</a:t>
            </a:r>
          </a:p>
          <a:p>
            <a:r>
              <a:rPr lang="pt-BR" dirty="0"/>
              <a:t>→ aplicar no GyroIOPigeon2.java</a:t>
            </a:r>
          </a:p>
          <a:p>
            <a:r>
              <a:rPr lang="pt-BR" dirty="0"/>
              <a:t>→ repetir o teste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9561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315F376-DF50-7A57-2374-07699FED195F}"/>
              </a:ext>
            </a:extLst>
          </p:cNvPr>
          <p:cNvSpPr txBox="1"/>
          <p:nvPr/>
        </p:nvSpPr>
        <p:spPr>
          <a:xfrm>
            <a:off x="6217920" y="1405892"/>
            <a:ext cx="6096000" cy="382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- APLICA A CALIBRAÇÃO NO PIGEON 2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pigeon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getConfigurator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gyroTrimConfigs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933E8E8-DD12-DF4B-8C38-8ABFD1B88BE9}"/>
              </a:ext>
            </a:extLst>
          </p:cNvPr>
          <p:cNvSpPr txBox="1"/>
          <p:nvPr/>
        </p:nvSpPr>
        <p:spPr>
          <a:xfrm>
            <a:off x="467360" y="0"/>
            <a:ext cx="6156960" cy="643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CONSTRUTOR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GyroIOPigeon2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pigeonId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pigeon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Pigeon2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pigeonId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- CALIBRAÇÃO DO GIROSCÓPIO NO EIXO Z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Resultado dos testes físicos de 10 voltas: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Esperado: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3600 graus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Média medida: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aproximadamente 3542 graus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Correção calculada: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aproximadamente 5.78 graus por volta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eixo Z corresponde ao </a:t>
            </a:r>
            <a:r>
              <a:rPr lang="pt-BR" sz="945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Yaw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do robô.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IMPORTANTE: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Este é nosso PRIMEIRO valor de calibração.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Depois vamos repetir o teste das 10 voltas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validar se a correção ficou correta.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================================================================</a:t>
            </a: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GyroTrimConfigs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gyroTrimConfigs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GyroTrimConfigs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withGyroScalarZ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6.24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3874985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E06DB-C94C-7401-7DE0-FD0D4FA7E2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Drive para pegar log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58A2A5-B15D-D29F-D681-57625B2F7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assets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9070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8A15D79-CF6C-A5B4-CBAB-42BF903E9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69281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Custom 54">
      <a:dk1>
        <a:sysClr val="windowText" lastClr="000000"/>
      </a:dk1>
      <a:lt1>
        <a:sysClr val="window" lastClr="FFFFFF"/>
      </a:lt1>
      <a:dk2>
        <a:srgbClr val="201449"/>
      </a:dk2>
      <a:lt2>
        <a:srgbClr val="EEEEEE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8477FE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626</Words>
  <Application>Microsoft Office PowerPoint</Application>
  <PresentationFormat>Widescreen</PresentationFormat>
  <Paragraphs>115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Arial</vt:lpstr>
      <vt:lpstr>Avenir Next LT Pro</vt:lpstr>
      <vt:lpstr>Consolas</vt:lpstr>
      <vt:lpstr>Courier New</vt:lpstr>
      <vt:lpstr>Sabon Next LT</vt:lpstr>
      <vt:lpstr>Wingdings</vt:lpstr>
      <vt:lpstr>LuminousVTI</vt:lpstr>
      <vt:lpstr>Calibração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Importante</vt:lpstr>
      <vt:lpstr>Verifique a Pose 2D</vt:lpstr>
      <vt:lpstr>Crie o Linegraph para verificar o erro</vt:lpstr>
      <vt:lpstr>Validação Rotação Swerve</vt:lpstr>
      <vt:lpstr>Nova implementação</vt:lpstr>
      <vt:lpstr>Ajuste Fino Pigion </vt:lpstr>
      <vt:lpstr>Vamos mandar robô girar 10x</vt:lpstr>
      <vt:lpstr>O ideal é chegar perto de:3600</vt:lpstr>
      <vt:lpstr>Apresentação do PowerPoint</vt:lpstr>
      <vt:lpstr>Drive para pegar log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8</cp:revision>
  <dcterms:created xsi:type="dcterms:W3CDTF">2026-09-28T21:47:42Z</dcterms:created>
  <dcterms:modified xsi:type="dcterms:W3CDTF">2026-10-06T14:43:59Z</dcterms:modified>
</cp:coreProperties>
</file>