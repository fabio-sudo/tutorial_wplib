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15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59A1DF-F7A6-F272-60F2-946F38C8C8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808954C-D13F-CC2D-21CB-98182F7A62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C500B81-A842-EE1C-98E2-CEAE238BC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CC5E9-E1E3-44CE-B3D1-6EB7101D6A9E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BF43F78-A3AB-1586-0EBA-15C6DD0DD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B943A5-10B5-28BD-9995-1AECA6460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D5E93-13B6-42C1-BCD6-84A9E6E765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4941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2F2470-515E-AF9B-7C60-DA14A19E6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811ACC-C05A-5424-E524-C04B3DD27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20B2A7-D6A6-048B-7221-5713C654F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CC5E9-E1E3-44CE-B3D1-6EB7101D6A9E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993204-893C-38CF-8A9F-092BFBBBA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A2EDBC-0044-BDCB-98E9-BE216A0BB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D5E93-13B6-42C1-BCD6-84A9E6E765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5449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C2DCD4-D394-0559-17AA-A7AEDDA79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A77FD7C-A4B7-8772-73D2-0261B99C05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BDFA23F-785F-6D6B-EB8B-1D2E23BE8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CC5E9-E1E3-44CE-B3D1-6EB7101D6A9E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0B21BE-8AB1-06D5-719C-DA14385E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59D9C7B-D5A2-A90C-BF17-D9CE22840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D5E93-13B6-42C1-BCD6-84A9E6E765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7213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DC3221-392C-FABE-A74E-2AE186F1D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8CD219-C7C3-80E5-3877-76FF7A8B06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2E258AE-4C58-3D35-D257-ABD4DC9F3A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B8C5259-A8B6-87F2-189C-C4B30E872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CC5E9-E1E3-44CE-B3D1-6EB7101D6A9E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185B6C8-CDB5-FB83-3A62-8D9B9929E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326DB99-D6D4-E418-BC59-A89B017D2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D5E93-13B6-42C1-BCD6-84A9E6E765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021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834219-7F55-9C31-C5BB-17654CC9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DEDEAC7-7F4A-ED73-9443-F01EEADD6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6A63C78-7A35-1658-628B-0DF778C904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02BE974-1A4B-B95E-ED7A-5D1E423C41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5E7B459-2888-A975-60C7-685D260D48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EF2618A-2771-9325-2C4D-CE34BA546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CC5E9-E1E3-44CE-B3D1-6EB7101D6A9E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560589F-F5CD-86DF-5600-E4D836CB4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AC1CA29-77BD-3F84-D382-F18524480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D5E93-13B6-42C1-BCD6-84A9E6E765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3706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2ED6AC-C5F6-7B4D-7116-B63F9F504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A6965F5-78D8-7443-AA65-C6BBA42F7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CC5E9-E1E3-44CE-B3D1-6EB7101D6A9E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1413ABE-58BA-47FF-86E5-E8C807E5B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34D9906-4F54-584D-B136-64D2031DA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D5E93-13B6-42C1-BCD6-84A9E6E765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6969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1921162-0A95-82FE-4A14-D109881D8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CC5E9-E1E3-44CE-B3D1-6EB7101D6A9E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C1F26B8-E9C1-97D7-45FE-8764461EA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BE3D4F2-5364-4B66-FBBA-A318EB174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D5E93-13B6-42C1-BCD6-84A9E6E765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4920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0F5681-294D-63B8-C552-75F989783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96AA5B0-4697-A2CE-9B8C-60266375B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95889A8-C1A5-EED5-B573-50DA5D3F7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78BE5C3-939F-36BC-FD77-10689081E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CC5E9-E1E3-44CE-B3D1-6EB7101D6A9E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02550E6-4F30-7DBF-2ABE-2AA25CF8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A183939-C134-3F76-6869-1B5DCEF58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D5E93-13B6-42C1-BCD6-84A9E6E765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8264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986E57-0DFA-CBBE-37D7-DA5C6C801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EC461A2-87C0-35EE-609C-7B98BBB58C2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3D81624-30B4-3AD5-D2FF-161A243B8C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5F712AD-39C1-D483-5A12-5D7A41EEB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CC5E9-E1E3-44CE-B3D1-6EB7101D6A9E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589C920-6FF0-2008-A803-43D0DEE30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95E7CA4-C57E-E8E1-7912-1A9B7FCF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D5E93-13B6-42C1-BCD6-84A9E6E765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8855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EB9282-EE27-F262-A9EC-497B7D264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0CDAE51-1F2C-0E36-523B-AD2C3E1865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CCEA3BF-E80F-C106-E7C0-FB79C86AF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CC5E9-E1E3-44CE-B3D1-6EB7101D6A9E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42F193-124A-1965-CFDD-C75953864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9D0865-051F-8CAA-D68A-14C4A4E03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D5E93-13B6-42C1-BCD6-84A9E6E765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306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2315F45-F373-5C76-48DB-823E20D65F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C62DF56-0CD6-39AB-E406-8F06951126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2AAB5C7-3FE4-78F5-0DE5-1370A940D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CC5E9-E1E3-44CE-B3D1-6EB7101D6A9E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E40320-928A-6E70-79D4-4490145BD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CD1A8B-599E-70D7-0527-69796CC9B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D5E93-13B6-42C1-BCD6-84A9E6E765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8888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873EC33-AEB8-6AAA-DFE7-1558387AA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B313164-8C0C-23DD-D865-1645DAEEA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2C9555-4992-9C25-1FFF-E4A7722D05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DCC5E9-E1E3-44CE-B3D1-6EB7101D6A9E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ACAB8A-8E83-CEF0-5C0E-62C24438AF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D1C818-78EC-C0E5-BB64-55BB7521C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8D5E93-13B6-42C1-BCD6-84A9E6E765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6529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978EF8-F706-8B1C-C337-3DABA3A357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KS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C32F099-A71F-DCF2-EE39-7212090459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Vamos fazer agora o </a:t>
            </a:r>
            <a:r>
              <a:rPr lang="pt-BR" b="1" dirty="0" err="1"/>
              <a:t>kS</a:t>
            </a:r>
            <a:r>
              <a:rPr lang="pt-BR" b="1" dirty="0"/>
              <a:t> no sentido reverso</a:t>
            </a:r>
            <a:r>
              <a:rPr lang="pt-BR" dirty="0"/>
              <a:t>, mantendo exatamente a mesma lógica de segurança que já funcionou no teste positivo.</a:t>
            </a:r>
          </a:p>
        </p:txBody>
      </p:sp>
    </p:spTree>
    <p:extLst>
      <p:ext uri="{BB962C8B-B14F-4D97-AF65-F5344CB8AC3E}">
        <p14:creationId xmlns:p14="http://schemas.microsoft.com/office/powerpoint/2010/main" val="1755668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3539CD-F2E4-E921-AB0F-44CA340E28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CalibrationCommands.java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6E5D305-FB4F-F368-DF5B-B3676A8932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9419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D0CF763D-B11D-BE46-1665-CF08C390CE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202621" cy="6858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B4BCF9B2-5891-0486-41FA-322EBCA16222}"/>
              </a:ext>
            </a:extLst>
          </p:cNvPr>
          <p:cNvSpPr txBox="1"/>
          <p:nvPr/>
        </p:nvSpPr>
        <p:spPr>
          <a:xfrm>
            <a:off x="5202621" y="3244334"/>
            <a:ext cx="69893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Aula4_Assets -&gt; Arquivo está lá atualizado.</a:t>
            </a:r>
          </a:p>
          <a:p>
            <a:r>
              <a:rPr lang="pt-BR" b="1" dirty="0">
                <a:solidFill>
                  <a:schemeClr val="bg1"/>
                </a:solidFill>
              </a:rPr>
              <a:t>CalibrationCommands.java</a:t>
            </a:r>
          </a:p>
        </p:txBody>
      </p:sp>
    </p:spTree>
    <p:extLst>
      <p:ext uri="{BB962C8B-B14F-4D97-AF65-F5344CB8AC3E}">
        <p14:creationId xmlns:p14="http://schemas.microsoft.com/office/powerpoint/2010/main" val="2411168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9EB902AE-B6E3-24E7-48BE-F5C31611A63C}"/>
              </a:ext>
            </a:extLst>
          </p:cNvPr>
          <p:cNvSpPr txBox="1"/>
          <p:nvPr/>
        </p:nvSpPr>
        <p:spPr>
          <a:xfrm>
            <a:off x="6675120" y="2292663"/>
            <a:ext cx="5516880" cy="2272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POV ⬅️ - TESTE KS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m_driverController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povLeft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whileTrue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CalibrationCommands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driveKsReverseTest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655AA59-9F69-B07A-8E19-D64E0F5CD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6959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881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DAD74F4-562E-8AAD-A4EC-48C769967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669187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C7E7B63-70C9-6131-5413-D2F8F13C7738}"/>
              </a:ext>
            </a:extLst>
          </p:cNvPr>
          <p:cNvSpPr txBox="1"/>
          <p:nvPr/>
        </p:nvSpPr>
        <p:spPr>
          <a:xfrm>
            <a:off x="4629673" y="2569031"/>
            <a:ext cx="61802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Drive/Module0/</a:t>
            </a:r>
            <a:r>
              <a:rPr lang="pt-BR" dirty="0" err="1">
                <a:solidFill>
                  <a:schemeClr val="bg1"/>
                </a:solidFill>
              </a:rPr>
              <a:t>DriveVelocityMeasured</a:t>
            </a:r>
            <a:r>
              <a:rPr lang="pt-BR" dirty="0">
                <a:solidFill>
                  <a:schemeClr val="bg1"/>
                </a:solidFill>
              </a:rPr>
              <a:t> Drive/Module1/</a:t>
            </a:r>
            <a:r>
              <a:rPr lang="pt-BR" dirty="0" err="1">
                <a:solidFill>
                  <a:schemeClr val="bg1"/>
                </a:solidFill>
              </a:rPr>
              <a:t>DriveVelocityMeasured</a:t>
            </a:r>
            <a:r>
              <a:rPr lang="pt-BR" dirty="0">
                <a:solidFill>
                  <a:schemeClr val="bg1"/>
                </a:solidFill>
              </a:rPr>
              <a:t> Drive/Module2/</a:t>
            </a:r>
            <a:r>
              <a:rPr lang="pt-BR" dirty="0" err="1">
                <a:solidFill>
                  <a:schemeClr val="bg1"/>
                </a:solidFill>
              </a:rPr>
              <a:t>DriveVelocityMeasured</a:t>
            </a:r>
            <a:r>
              <a:rPr lang="pt-BR" dirty="0">
                <a:solidFill>
                  <a:schemeClr val="bg1"/>
                </a:solidFill>
              </a:rPr>
              <a:t> Drive/Module3/</a:t>
            </a:r>
            <a:r>
              <a:rPr lang="pt-BR" dirty="0" err="1">
                <a:solidFill>
                  <a:schemeClr val="bg1"/>
                </a:solidFill>
              </a:rPr>
              <a:t>DriveVelocityMeasured</a:t>
            </a:r>
            <a:endParaRPr lang="pt-BR" dirty="0">
              <a:solidFill>
                <a:schemeClr val="bg1"/>
              </a:solidFill>
            </a:endParaRP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5A23BEAD-56A1-48A2-8E13-5CFFCF802748}"/>
              </a:ext>
            </a:extLst>
          </p:cNvPr>
          <p:cNvCxnSpPr/>
          <p:nvPr/>
        </p:nvCxnSpPr>
        <p:spPr>
          <a:xfrm flipH="1">
            <a:off x="4094480" y="3769360"/>
            <a:ext cx="629920" cy="10769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1890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639C4A2-4EC8-B601-5433-EFB4AC949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724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376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D45580-DC1D-27A1-878C-C6C28789D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Pelo gráfico, a leitura aproximada fica assim: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291C39B4-1B97-4914-F029-D585172F9F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24554"/>
            <a:ext cx="8249801" cy="415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39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842A70-36B0-F7D8-BEF0-0E04E55AC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Então agora temos uma evidência muito interessante: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5D0C91-C726-F7AD-7F29-0AC748BBC4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TESTE POSITIVO </a:t>
            </a:r>
            <a:r>
              <a:rPr lang="pt-BR" dirty="0" err="1"/>
              <a:t>breakaway</a:t>
            </a:r>
            <a:r>
              <a:rPr lang="pt-BR" dirty="0"/>
              <a:t> ≈ +0,40 </a:t>
            </a:r>
            <a:r>
              <a:rPr lang="pt-BR"/>
              <a:t>V </a:t>
            </a:r>
          </a:p>
          <a:p>
            <a:r>
              <a:rPr lang="pt-BR"/>
              <a:t>TESTE </a:t>
            </a:r>
            <a:r>
              <a:rPr lang="pt-BR" dirty="0"/>
              <a:t>NEGATIVO </a:t>
            </a:r>
            <a:r>
              <a:rPr lang="pt-BR" dirty="0" err="1"/>
              <a:t>breakaway</a:t>
            </a:r>
            <a:r>
              <a:rPr lang="pt-BR" dirty="0"/>
              <a:t> ≈ -0,40 V</a:t>
            </a:r>
          </a:p>
        </p:txBody>
      </p:sp>
    </p:spTree>
    <p:extLst>
      <p:ext uri="{BB962C8B-B14F-4D97-AF65-F5344CB8AC3E}">
        <p14:creationId xmlns:p14="http://schemas.microsoft.com/office/powerpoint/2010/main" val="24371164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127</Words>
  <Application>Microsoft Office PowerPoint</Application>
  <PresentationFormat>Widescreen</PresentationFormat>
  <Paragraphs>21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Consolas</vt:lpstr>
      <vt:lpstr>Tema do Office</vt:lpstr>
      <vt:lpstr>KS</vt:lpstr>
      <vt:lpstr>CalibrationCommands.java</vt:lpstr>
      <vt:lpstr>Apresentação do PowerPoint</vt:lpstr>
      <vt:lpstr>Apresentação do PowerPoint</vt:lpstr>
      <vt:lpstr>Apresentação do PowerPoint</vt:lpstr>
      <vt:lpstr>Apresentação do PowerPoint</vt:lpstr>
      <vt:lpstr>Pelo gráfico, a leitura aproximada fica assim:</vt:lpstr>
      <vt:lpstr>Então agora temos uma evidência muito interessante: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Henrique Trevezane</dc:creator>
  <cp:lastModifiedBy>Fabio Henrique Trevezane</cp:lastModifiedBy>
  <cp:revision>4</cp:revision>
  <dcterms:created xsi:type="dcterms:W3CDTF">2026-09-22T19:57:55Z</dcterms:created>
  <dcterms:modified xsi:type="dcterms:W3CDTF">2026-09-22T21:11:20Z</dcterms:modified>
</cp:coreProperties>
</file>