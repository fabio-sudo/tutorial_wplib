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2" r:id="rId17"/>
    <p:sldId id="273" r:id="rId18"/>
    <p:sldId id="274" r:id="rId19"/>
    <p:sldId id="276" r:id="rId20"/>
    <p:sldId id="277" r:id="rId21"/>
    <p:sldId id="278" r:id="rId22"/>
    <p:sldId id="271" r:id="rId23"/>
    <p:sldId id="270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02157-60BC-4F83-A7B5-1EA75F47BB09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DEA0D-EFD8-4C9A-83E4-5D1D96D63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94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DEA0D-EFD8-4C9A-83E4-5D1D96D634C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020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931B5-2FF4-CBA4-4E1A-A876C2A1B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273AE9-2CA1-EA74-7561-91C021C96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A0F33B-EA29-62ED-D47E-EF27EDD2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568605-7E71-99F3-04C2-88F62698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F0C66-6D93-115E-0DF5-2BB3E8AE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84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654DA-2A62-1072-77EB-01DCB01A2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F67490-B27D-5EF0-24FF-582BC167D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614796-CFE4-195A-FACC-5B844D2F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5B0116-850C-C7BD-5D2F-251B0A1E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1B655D-9C10-B0D9-C1E0-887CED9D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45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F4421-C37B-888F-95BF-05F9E7023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4282CA-72C0-FD37-9E25-2B438FB2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AE8AAF-8929-124C-84A2-2D07961B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C0EFA8-D63F-D6E7-2DDC-E40F99C8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89782D-79E6-9664-A74D-2EF4B4FA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932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86DB-C25C-BDC5-3FD9-38C5294A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B2AC36-4FAD-9E10-25A6-71855BB93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8656B0-E4B3-864A-8678-13282CECD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21DFFB-D726-A1FF-89AC-AD5CE0F3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3C0090-1EED-B326-DBED-41253D49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465A27-6A7A-F781-DB24-4D4C7F8C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34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64509-BD88-5D2C-81F6-7FCFDA1B0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DBE871-3412-1BF7-B829-F38B8C125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9210A3-F252-5120-F773-81DD7CC0D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6B15F1-80A2-0C3D-4DE9-0DCB88A8E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7A7B8F-222F-DF9B-A143-2FF5D3687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CB3B0B6-40FC-9913-7FC9-5F1B2997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017DCC-68E6-ED62-495E-3F3438AD3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CF1C99-3393-57D5-23DD-BB042207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57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B059F-A8BE-3FE0-0ED4-7C2266DD3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1DCC42-F6A6-5E4E-2A5B-0983EA50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5CC3EF-DAA9-53CE-982C-12EF6A5E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428D27-09DF-269A-52BC-728B4E0F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496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077D03-4AE3-FA9E-C401-EC461CC8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6B4089-65B5-B811-786A-BD7F8364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EAB631-8D06-866A-9DDF-EE9CE6AE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68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C24E6-E89A-A07C-627A-DB4171E2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6498E-B376-E480-BEC5-3FD9F9E0B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5BE692-7E69-A40B-8307-697A1A2FA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BB19FF-7FFD-6EF7-D4F4-6C5D6DE7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96601F-CA34-C14E-DB1A-63BDC0F6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FFB9D3-C615-9832-0F7A-97F51852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484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06759-E5DB-4C4F-564D-B12BDB03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85F197-D58A-3A6D-0042-7E4C6CF74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BB5210-24CE-0EF5-7F35-CC7AEEBF5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3D1301-0515-123C-F78E-F2F1E742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9B71F5-9AE7-B9E1-2A87-357C6560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36A2CB-A9E8-9098-A8FD-F5AA1EA8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32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965C4-03AE-3927-3F4E-36E1456B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F0C977-D8AC-53AF-7A9B-9A75ADFA0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73CDB1-E796-ECC4-F5E9-4EF7E8E0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B7F9CC-259D-1AA1-385B-284E2CE3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331B00-3040-8C93-3B51-610C5CCE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11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4A169D-082C-ED08-7C7E-FA9D3EDDF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41F3DE-F12A-C279-E17D-A47215A37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EA2566-2C8F-EFBE-2430-BC8CD415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CC09DE-07FC-B503-85F5-56C83C54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9DC835-6248-A0D7-86D6-BC9DCBA6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78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95AB3D-D7CB-AB05-C041-6BAC58E8D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25DD25-608E-7A9C-D428-36329A209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550080-BED9-3378-7B89-252003F2E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93A03-D15D-4A32-B2FC-7932BE9CAA4D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549E5-00EE-B80A-AF27-93DFEF84D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05263-4289-37FA-61E7-92BF65ABF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609E7-0FA9-42ED-93AD-FA178E0C75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54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AF543B-A8DF-A56F-2793-CF4B59F5F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7"/>
            <a:ext cx="6117158" cy="4175166"/>
          </a:xfrm>
        </p:spPr>
        <p:txBody>
          <a:bodyPr anchor="ctr">
            <a:normAutofit/>
          </a:bodyPr>
          <a:lstStyle/>
          <a:p>
            <a:pPr algn="r"/>
            <a:r>
              <a:rPr lang="pt-BR" sz="9600"/>
              <a:t>KS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5E0B6A-AD0D-037D-4257-0F27430E6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6955" y="2573422"/>
            <a:ext cx="3113064" cy="1795378"/>
          </a:xfrm>
        </p:spPr>
        <p:txBody>
          <a:bodyPr anchor="ctr">
            <a:normAutofit/>
          </a:bodyPr>
          <a:lstStyle/>
          <a:p>
            <a:pPr algn="l"/>
            <a:r>
              <a:rPr lang="pt-BR" sz="2000"/>
              <a:t>representa aproximadamente a tensão necessária para o </a:t>
            </a:r>
            <a:r>
              <a:rPr lang="pt-BR" sz="2000" err="1"/>
              <a:t>drivetrain</a:t>
            </a:r>
            <a:r>
              <a:rPr lang="pt-BR" sz="2000"/>
              <a:t> </a:t>
            </a:r>
            <a:r>
              <a:rPr lang="pt-BR" sz="2000" b="1"/>
              <a:t>vencer o atrito e começar a se mover</a:t>
            </a:r>
            <a:endParaRPr lang="pt-BR" sz="2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34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FDDFEF-4884-5BD4-5D16-C0CB5A7E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Drive.java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40245B-8200-5194-FA62-7D3519CBF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um método público para mandar a mesma tensão aos quatro módulos.</a:t>
            </a:r>
          </a:p>
        </p:txBody>
      </p:sp>
    </p:spTree>
    <p:extLst>
      <p:ext uri="{BB962C8B-B14F-4D97-AF65-F5344CB8AC3E}">
        <p14:creationId xmlns:p14="http://schemas.microsoft.com/office/powerpoint/2010/main" val="217939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888D626-78B8-14D0-B544-85F918490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232634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C26A0F0-23BF-A018-4EED-F124A4644671}"/>
              </a:ext>
            </a:extLst>
          </p:cNvPr>
          <p:cNvSpPr txBox="1"/>
          <p:nvPr/>
        </p:nvSpPr>
        <p:spPr>
          <a:xfrm>
            <a:off x="6329680" y="2292663"/>
            <a:ext cx="5679440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MODO CALIBRAÇÃO POR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Indica se estamos executando um teste direto de tensão.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calibrationVoltageMode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que será aplicada aos motores de Drive.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6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BEF79FD-82E1-D9A8-5A9C-67309F0C1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51407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FA3F0612-7959-B373-EB25-8274E6E960D7}"/>
              </a:ext>
            </a:extLst>
          </p:cNvPr>
          <p:cNvSpPr/>
          <p:nvPr/>
        </p:nvSpPr>
        <p:spPr>
          <a:xfrm rot="14017326">
            <a:off x="3524922" y="1143298"/>
            <a:ext cx="849854" cy="753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A82BF2-D723-905E-67B5-24157114D2B5}"/>
              </a:ext>
            </a:extLst>
          </p:cNvPr>
          <p:cNvSpPr txBox="1"/>
          <p:nvPr/>
        </p:nvSpPr>
        <p:spPr>
          <a:xfrm>
            <a:off x="8321040" y="3429000"/>
            <a:ext cx="19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Vamos Substituir</a:t>
            </a:r>
          </a:p>
        </p:txBody>
      </p:sp>
    </p:spTree>
    <p:extLst>
      <p:ext uri="{BB962C8B-B14F-4D97-AF65-F5344CB8AC3E}">
        <p14:creationId xmlns:p14="http://schemas.microsoft.com/office/powerpoint/2010/main" val="349423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451F24-D6BE-0A3E-1A2A-6C88BED4BFDE}"/>
              </a:ext>
            </a:extLst>
          </p:cNvPr>
          <p:cNvSpPr txBox="1"/>
          <p:nvPr/>
        </p:nvSpPr>
        <p:spPr>
          <a:xfrm>
            <a:off x="121920" y="91400"/>
            <a:ext cx="6096000" cy="70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7 - COMANDA 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calibrationVoltageMode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MODO 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Mantém as rodas apontadas para frente (0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aplica tensão diretamente nos Drives.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PRIMEIRO: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mantém todos os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apontados para 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2C1254-60D3-42D5-14FF-77EC246232BD}"/>
              </a:ext>
            </a:extLst>
          </p:cNvPr>
          <p:cNvSpPr txBox="1"/>
          <p:nvPr/>
        </p:nvSpPr>
        <p:spPr>
          <a:xfrm>
            <a:off x="6096000" y="192601"/>
            <a:ext cx="617728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DEPOIS: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aplica tensão diretamente nos motores de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DriveVoltage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55349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83BFA68-DFDF-B804-49E4-9E7C051B2123}"/>
              </a:ext>
            </a:extLst>
          </p:cNvPr>
          <p:cNvSpPr txBox="1"/>
          <p:nvPr/>
        </p:nvSpPr>
        <p:spPr>
          <a:xfrm>
            <a:off x="142240" y="923057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MODO NORMAL DO 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moduleStates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C6385E-F1ED-D598-857E-ADB71B3E0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240" y="2144753"/>
            <a:ext cx="3877203" cy="256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43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97ED13-19BD-F8DE-757B-8EE83F6D8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438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C5445D2-590E-D239-1993-E73EE8FFF1CD}"/>
              </a:ext>
            </a:extLst>
          </p:cNvPr>
          <p:cNvSpPr txBox="1"/>
          <p:nvPr/>
        </p:nvSpPr>
        <p:spPr>
          <a:xfrm>
            <a:off x="7640320" y="3105834"/>
            <a:ext cx="4409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Entre </a:t>
            </a:r>
            <a:r>
              <a:rPr lang="pt-BR" b="1" dirty="0">
                <a:latin typeface="Courier New" panose="02070309020205020404" pitchFamily="49" charset="0"/>
              </a:rPr>
              <a:t>DRIVE FIELD RELATIVE</a:t>
            </a:r>
            <a:r>
              <a:rPr lang="pt-BR" b="1" dirty="0"/>
              <a:t> e </a:t>
            </a:r>
            <a:r>
              <a:rPr lang="pt-BR" b="1" dirty="0">
                <a:latin typeface="Courier New" panose="02070309020205020404" pitchFamily="49" charset="0"/>
              </a:rPr>
              <a:t>STOP</a:t>
            </a:r>
            <a:r>
              <a:rPr lang="pt-BR" dirty="0"/>
              <a:t>, coloque:</a:t>
            </a:r>
          </a:p>
        </p:txBody>
      </p:sp>
    </p:spTree>
    <p:extLst>
      <p:ext uri="{BB962C8B-B14F-4D97-AF65-F5344CB8AC3E}">
        <p14:creationId xmlns:p14="http://schemas.microsoft.com/office/powerpoint/2010/main" val="41454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17B150-3AAD-90FA-BE53-B5E9557F4CB9}"/>
              </a:ext>
            </a:extLst>
          </p:cNvPr>
          <p:cNvSpPr txBox="1"/>
          <p:nvPr/>
        </p:nvSpPr>
        <p:spPr>
          <a:xfrm>
            <a:off x="0" y="466522"/>
            <a:ext cx="6096000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CALIBRAÇÃO - VOLTAGEM DO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ATIVAR CALIBRAÇÃO POR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Usado somente para testes de calibração.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Exemplo: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setCalibrationDriveVoltage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(0.3);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significa: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aplicar aproximadamente 0.3 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aos quatro motores de Drive.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setCalibrationDriveVoltage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ENTRA NO MODO DE 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calibrationVoltageMode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741739-6B2E-C96D-C291-4C375D2D5567}"/>
              </a:ext>
            </a:extLst>
          </p:cNvPr>
          <p:cNvSpPr txBox="1"/>
          <p:nvPr/>
        </p:nvSpPr>
        <p:spPr>
          <a:xfrm>
            <a:off x="5588000" y="466522"/>
            <a:ext cx="6096000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LIMITE DE SEGURANÇA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nosso teste manual de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não queremos mandar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alta acidentalmente.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-2 V até +2 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GARANTE QUE NÃO EXISTA COMANDO NORMAL DE CHASSI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74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C64B3BF-28E2-38D8-E466-D7DC9309F718}"/>
              </a:ext>
            </a:extLst>
          </p:cNvPr>
          <p:cNvSpPr txBox="1"/>
          <p:nvPr/>
        </p:nvSpPr>
        <p:spPr>
          <a:xfrm>
            <a:off x="0" y="192469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DriveVoltage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DESATIVAR CALIBRAÇÃO POR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stopCalibrationDriveVoltage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REMOVE A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frontRight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backLeft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backRight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2D7E7A-675C-7882-B41E-56755EBC143E}"/>
              </a:ext>
            </a:extLst>
          </p:cNvPr>
          <p:cNvSpPr txBox="1"/>
          <p:nvPr/>
        </p:nvSpPr>
        <p:spPr>
          <a:xfrm>
            <a:off x="6167120" y="923057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VOLTA PARA O CONTROLE NORMAL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calibrationVoltageMode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Calibration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DriveVoltage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  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11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78C00-9553-EC4B-FBE6-95E83048B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CalibrationCommands.java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BA6504-3C13-BEE8-C2BA-7E5D8F3A7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860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2B51C2E-F2CC-D91C-51FD-B32118B89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35628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FCCA699-0586-E829-5645-FCEEA3ACD5B6}"/>
              </a:ext>
            </a:extLst>
          </p:cNvPr>
          <p:cNvSpPr txBox="1"/>
          <p:nvPr/>
        </p:nvSpPr>
        <p:spPr>
          <a:xfrm>
            <a:off x="7010400" y="202588"/>
            <a:ext cx="51816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TESTE KS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 EXPERIMENTAL DE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Vamos começar com tensões muito pequenas.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objetivo é descobrir aproximadamente em qual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drivetrain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começa a se movimentar.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IMPORTANTE: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é apenas uma ESTIMATIVA experimental.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Depois vamos comparar com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SysId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Tempo aplicado em cada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KS_STEP_TIME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Tempo parado entre as tensões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KS_STOP_TIME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Tensões utilizadas no teste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KS_VOLTAGE_1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KS_VOLTAGE_2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KS_VOLTAGE_3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KS_VOLTAGE_4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KS_VOLTAGE_5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KS_VOLTAGE_6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67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DFC47-E831-7191-D182-893733ADC3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CalibrationCommands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1F41C5-4120-06EF-1F4E-A59BFDFFD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581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F058D8-9BA1-5B11-1E2D-1EB84DD0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52308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3B37A6A-707B-05F4-4484-CDB03C09EA31}"/>
              </a:ext>
            </a:extLst>
          </p:cNvPr>
          <p:cNvSpPr txBox="1"/>
          <p:nvPr/>
        </p:nvSpPr>
        <p:spPr>
          <a:xfrm>
            <a:off x="8859520" y="3616960"/>
            <a:ext cx="2867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Classe atualizada esta em:</a:t>
            </a:r>
          </a:p>
          <a:p>
            <a:r>
              <a:rPr lang="pt-BR" dirty="0"/>
              <a:t>Aula 3 </a:t>
            </a:r>
            <a:r>
              <a:rPr lang="pt-BR" dirty="0" err="1"/>
              <a:t>assets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3744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2CCA16-25EB-C29B-9505-13864A7A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04088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63B2ADC-866A-EEB3-2CAA-2B363779AE7D}"/>
              </a:ext>
            </a:extLst>
          </p:cNvPr>
          <p:cNvSpPr txBox="1"/>
          <p:nvPr/>
        </p:nvSpPr>
        <p:spPr>
          <a:xfrm>
            <a:off x="6633584" y="2383970"/>
            <a:ext cx="5416176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POV → - TESTE KS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povRight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CalibrationCommands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driveKsTest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190984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C7E1A-D59E-562F-DDB8-905DD2CEB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Separar o Controle Normal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C443E9-DC84-1EF0-FA0A-DE0B22498D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controle normal do </a:t>
            </a:r>
            <a:r>
              <a:rPr lang="pt-BR" dirty="0" err="1"/>
              <a:t>Swerve</a:t>
            </a:r>
            <a:r>
              <a:rPr lang="pt-BR" dirty="0"/>
              <a:t> do controle específico de calibração.</a:t>
            </a:r>
          </a:p>
        </p:txBody>
      </p:sp>
    </p:spTree>
    <p:extLst>
      <p:ext uri="{BB962C8B-B14F-4D97-AF65-F5344CB8AC3E}">
        <p14:creationId xmlns:p14="http://schemas.microsoft.com/office/powerpoint/2010/main" val="3234923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05AC19-9E0D-E503-EC8E-1EF7D474C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69269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635FA1C-BE89-9CD2-EA0C-152DE9ED5AE2}"/>
              </a:ext>
            </a:extLst>
          </p:cNvPr>
          <p:cNvSpPr txBox="1"/>
          <p:nvPr/>
        </p:nvSpPr>
        <p:spPr>
          <a:xfrm>
            <a:off x="6207760" y="395669"/>
            <a:ext cx="580136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CALIBRAÇÃO - ALINHAMENTO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POSICIONAR STEER DIRETAMENTE PARA 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Diferente de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setDesiredState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(), este método NÃO utiliza: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SwerveModuleState.optimize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Portanto: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realmente pedir 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ao controlador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é importante nos testes de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pois queremos que todas as rodas estejam orientadas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fisicamente para a mesma direção.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setCalibrationTurnPosition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Normaliza o ângulo entre -PI e +PI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817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AA3F6EB-2E84-0D1D-5FD6-DFCB17A01A7D}"/>
              </a:ext>
            </a:extLst>
          </p:cNvPr>
          <p:cNvSpPr txBox="1"/>
          <p:nvPr/>
        </p:nvSpPr>
        <p:spPr>
          <a:xfrm>
            <a:off x="91440" y="192601"/>
            <a:ext cx="609600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diretamente para o IO.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 robô real: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ModuleIOTalonFX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  ↓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PositionVoltage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  ↓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CalibrationTurnSetpointRad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ERRO DO STEER DURANTE 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getCalibrationTurnErrorRad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FE5B65-3DC3-1E0C-1581-1004924D2B09}"/>
              </a:ext>
            </a:extLst>
          </p:cNvPr>
          <p:cNvSpPr txBox="1"/>
          <p:nvPr/>
        </p:nvSpPr>
        <p:spPr>
          <a:xfrm>
            <a:off x="6096000" y="1430659"/>
            <a:ext cx="6096000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O STEER ESTÁ ALINHADO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isCalibrationTurnAligned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targetAngleRadians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toleranceRadians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getCalibrationTurnErrorRad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toleranceRadians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044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5C96E49-A254-BAEF-2026-FA56D1ECAE4D}"/>
              </a:ext>
            </a:extLst>
          </p:cNvPr>
          <p:cNvSpPr txBox="1"/>
          <p:nvPr/>
        </p:nvSpPr>
        <p:spPr>
          <a:xfrm>
            <a:off x="264160" y="669191"/>
            <a:ext cx="6096000" cy="519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CalibrationTurnErrorRad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CalibrationTurnAligned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aligned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16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59467-989C-F164-A41C-3643D35460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Vamos corrigir o 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3D460C-5CD7-7EE9-8FE5-8188ADB5E4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 correção se deu necessária pois enviando a voltagem, devido o método Estado desejado do Módulo, acaba que as rodas não estão com a mesma rotação e algumas vão pra frente e outras pra traz</a:t>
            </a:r>
          </a:p>
        </p:txBody>
      </p:sp>
    </p:spTree>
    <p:extLst>
      <p:ext uri="{BB962C8B-B14F-4D97-AF65-F5344CB8AC3E}">
        <p14:creationId xmlns:p14="http://schemas.microsoft.com/office/powerpoint/2010/main" val="3006995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75D4C85-6409-9EFB-F306-357862DD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66191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F37F5C7E-69C1-157E-5EA7-F50FAAE35BDE}"/>
              </a:ext>
            </a:extLst>
          </p:cNvPr>
          <p:cNvSpPr/>
          <p:nvPr/>
        </p:nvSpPr>
        <p:spPr>
          <a:xfrm>
            <a:off x="224634" y="2072640"/>
            <a:ext cx="447040" cy="497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770BB7-13F2-EB84-EBCC-78C37E38E028}"/>
              </a:ext>
            </a:extLst>
          </p:cNvPr>
          <p:cNvSpPr txBox="1"/>
          <p:nvPr/>
        </p:nvSpPr>
        <p:spPr>
          <a:xfrm>
            <a:off x="6440326" y="567817"/>
            <a:ext cx="552704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MODO CALIBRAÇÃO POR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Indica se estamos executando um teste direto de tensão.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calibrationVoltageMode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solicitada para os motores de Drive.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calibrationDriveVolts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DO STEER DURANTE A CALIBRAÇÃO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rodas apontadas para frente.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IMPORTANTE: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Durante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não utilizaremos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SwerveModuleState.optimize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CALIBRATION_TURN_ANGLE_RAD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TOLERÂNCIA DE ALINHAMENTO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Só permitiremos tensão nos motores de Drive quando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TODOS os quatro módulos estiverem a no máximo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aproximadamente 3 graus da posição desejada.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CALIBRATION_TURN_TOLERANCE_RAD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6B205313-3927-2186-52AA-B95432AFA026}"/>
              </a:ext>
            </a:extLst>
          </p:cNvPr>
          <p:cNvSpPr/>
          <p:nvPr/>
        </p:nvSpPr>
        <p:spPr>
          <a:xfrm>
            <a:off x="2959575" y="1727200"/>
            <a:ext cx="447040" cy="497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40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47E491-CE62-91B5-51F0-1A2E7839D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741534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3E6049-B446-113E-E032-25EB9FCEF657}"/>
              </a:ext>
            </a:extLst>
          </p:cNvPr>
          <p:cNvSpPr txBox="1"/>
          <p:nvPr/>
        </p:nvSpPr>
        <p:spPr>
          <a:xfrm>
            <a:off x="8380207" y="3259574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Drive está em assets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802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9A1D0A-551B-6F32-D18A-33A4252F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Testar com o robô no alto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180C35-A5B7-AF45-6404-112C9514B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930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BC5DD06-997F-4255-4EB8-6B0D9BACC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09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4D34E68-B327-E01E-59B3-95120E2B4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45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51CDD-0458-C487-AAE1-29FFC5CCE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Teste com robô no chão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92DD61-F3AF-1728-8E77-F670A739B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Importante verificar no teste robô no alto se as rodas estão indo na direção correta</a:t>
            </a:r>
          </a:p>
        </p:txBody>
      </p:sp>
    </p:spTree>
    <p:extLst>
      <p:ext uri="{BB962C8B-B14F-4D97-AF65-F5344CB8AC3E}">
        <p14:creationId xmlns:p14="http://schemas.microsoft.com/office/powerpoint/2010/main" val="1015516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5AB3C4D-07DB-88DC-8103-9819D2C24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7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78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5E8B8-B446-0559-A967-B0D23893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10600" cy="675399"/>
          </a:xfrm>
        </p:spPr>
        <p:txBody>
          <a:bodyPr>
            <a:normAutofit/>
          </a:bodyPr>
          <a:lstStyle/>
          <a:p>
            <a:r>
              <a:rPr lang="pt-BR" sz="3200" dirty="0"/>
              <a:t>O comportamento parece ser aproximadamente: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355F0C2-9015-9B3C-068C-6ECBE1E9E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0625"/>
            <a:ext cx="8145012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7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043A1-1518-858E-02DB-BEB41287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enquanto temos </a:t>
            </a:r>
            <a:r>
              <a:rPr lang="pt-BR"/>
              <a:t>algo assim: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92262A5-3780-E271-F28D-05E8E2ACD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151" y="2677134"/>
            <a:ext cx="9297698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373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1671</Words>
  <Application>Microsoft Office PowerPoint</Application>
  <PresentationFormat>Widescreen</PresentationFormat>
  <Paragraphs>389</Paragraphs>
  <Slides>28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Consolas</vt:lpstr>
      <vt:lpstr>Courier New</vt:lpstr>
      <vt:lpstr>Tema do Office</vt:lpstr>
      <vt:lpstr>KS</vt:lpstr>
      <vt:lpstr>Drive.java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CalibrationCommands.java</vt:lpstr>
      <vt:lpstr>Apresentação do PowerPoint</vt:lpstr>
      <vt:lpstr>CalibrationCommands</vt:lpstr>
      <vt:lpstr>Apresentação do PowerPoint</vt:lpstr>
      <vt:lpstr>Apresentação do PowerPoint</vt:lpstr>
      <vt:lpstr>Separar o Controle Normal</vt:lpstr>
      <vt:lpstr>Apresentação do PowerPoint</vt:lpstr>
      <vt:lpstr>Apresentação do PowerPoint</vt:lpstr>
      <vt:lpstr>Apresentação do PowerPoint</vt:lpstr>
      <vt:lpstr>Vamos corrigir o Drive</vt:lpstr>
      <vt:lpstr>Apresentação do PowerPoint</vt:lpstr>
      <vt:lpstr>Apresentação do PowerPoint</vt:lpstr>
      <vt:lpstr>Testar com o robô no alto</vt:lpstr>
      <vt:lpstr>Apresentação do PowerPoint</vt:lpstr>
      <vt:lpstr>Apresentação do PowerPoint</vt:lpstr>
      <vt:lpstr>Teste com robô no chão</vt:lpstr>
      <vt:lpstr>Apresentação do PowerPoint</vt:lpstr>
      <vt:lpstr>O comportamento parece ser aproximadamente:</vt:lpstr>
      <vt:lpstr>Por enquanto temos algo assim: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16</cp:revision>
  <dcterms:created xsi:type="dcterms:W3CDTF">2026-09-22T16:18:22Z</dcterms:created>
  <dcterms:modified xsi:type="dcterms:W3CDTF">2026-09-22T19:57:45Z</dcterms:modified>
</cp:coreProperties>
</file>