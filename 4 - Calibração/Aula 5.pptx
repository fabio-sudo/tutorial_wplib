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8" r:id="rId11"/>
    <p:sldId id="267" r:id="rId12"/>
    <p:sldId id="266" r:id="rId13"/>
    <p:sldId id="276" r:id="rId14"/>
    <p:sldId id="269" r:id="rId15"/>
    <p:sldId id="272" r:id="rId16"/>
    <p:sldId id="271" r:id="rId17"/>
    <p:sldId id="270" r:id="rId18"/>
    <p:sldId id="273" r:id="rId19"/>
    <p:sldId id="274" r:id="rId20"/>
    <p:sldId id="275" r:id="rId21"/>
    <p:sldId id="277" r:id="rId2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22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064AF3-F652-CD64-2409-0217B048F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0F9F6E1-62A5-DB57-948E-A824DC328B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3311230-F8B9-A696-38A7-4860F3A98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C4AEC0C-76F9-2A57-44B8-3DFC036D7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896E94F-7706-BB2E-F5B9-9D852876A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77834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70B61D-95C8-D503-FACC-03C5EC326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9FD0249-E355-A140-3EEA-9F408BC5F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A3CEE40-11D4-0826-A5B9-F461330EA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35FCC7A-3DE1-B857-519B-3D67EA8D3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1BE1B4B-708A-F638-7786-BD9349F5F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4703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0650A6-4272-AB58-1C4E-829CB1A4B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359C7F5-CF4F-4670-7FC4-5CB0244ED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5830436-A778-E371-A41D-3C12CD7DE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7F64098-A329-FD84-8CB5-CE0D53A3A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E459574-D3C6-B10B-2DCB-ECE9E9F3E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91087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B1BF09-BC91-D9B8-288F-3E0A30740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3EFEEB-FC45-2723-492A-3CC1CFC7A9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04DAB42-72D0-DD37-6F7B-755ABFB52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0292F18-34E4-8463-3574-F6AE6AA72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7F45381-D9DF-FF8D-0911-DBE922B48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156EEF5-D0D6-5996-ECD0-B506E63B9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17133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4AA1A8-2C5A-0DF4-BA90-7E1174325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07CF161-911C-2531-AE3A-81B4DFE2F0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8842D68-2119-6AAE-05D7-3516C965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7D0991A-889B-1D5E-AEE2-2C3908B3C2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30014FA-D4D4-1990-C4ED-FCD156E4EF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D602D8F-CD3B-8E68-29AE-4AD5BBFEB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572BE202-82B7-40F4-B8AD-963D24FAA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74C95E3-018A-DFC1-8371-E3B55A1FF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53727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678440-D23A-C59C-7BED-7705BCC25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D97581C-8355-D300-3150-24CED71BA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832DA5F4-396D-F3D0-9FDE-80D7ED9C4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677EEE8-1529-99AD-CD64-5045A3BB1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22427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DC37699-FD25-93F2-4E96-729F1A713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25D18CE-F420-15BC-429D-7365EAEC3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F50C93-0A8B-15EA-9513-4F73ABC95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94945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0E1380-BD57-DFD7-8CDB-CD5A33891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90DFDD-70F3-7BAA-23C2-77B38840C7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097DF23-61C8-0BF4-4A97-E4DF1173FD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9EAF663-96F2-E8AD-0134-47AE88122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75527F4-0B37-9270-A91A-F150CEB707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2EA57A0-582D-3B33-B33E-5256525B4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37645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EEB96A-3440-7BC9-0612-17B334F3B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968C1B-CAFB-C393-1C8A-B973073BA07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AB9500C-3F90-DCEB-EF88-5D3509556B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D9C2FEF-EED9-D838-CBFA-09553AEBF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BF8CC41-36F4-F7CA-7BE9-C31E2767D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7B74C7-A905-246D-4BAD-4A5F5854B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1949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273C75-4E1D-C214-1782-A029D23F6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03B3D9A-0505-A42A-CE68-A60E814CB1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4C80B59-9EE1-CF81-20D2-13FC7C34D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877F8FC-1F7A-6DCA-4868-FA5B4FC88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89BB69C-5000-47F1-CC87-81004C9AB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30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8AC545E-7FA0-8617-5141-B2C3A414B23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80671CC-C742-2CA2-CF0D-71E3AB20E0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E58C2C3-C6CA-EA80-8033-2F694D595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E984FF8-BA6D-CA20-6F93-745692C36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C36A38B-CDED-7940-9378-C64A5F189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9041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F7C3B86-47A6-F867-11DC-18A45B926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FD805E1-4294-5BCF-86CE-1B35AD534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3096DC2-197C-7396-5777-E2ED13544D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FE989E-8FB6-4BEE-9671-66C43F67176A}" type="datetimeFigureOut">
              <a:rPr lang="pt-BR" smtClean="0"/>
              <a:t>22/09/2026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F1E160-B8FB-2EFC-69BD-CCD470F1AD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B270D3D-3434-1C67-96D1-A19BDF8E39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FB4BD8-EC1D-4E3D-B0C2-61443C1BFB7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36987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859DFC-707C-0E8C-6224-72AFEB7A55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err="1"/>
              <a:t>SysID</a:t>
            </a:r>
            <a:endParaRPr lang="pt-BR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9BD64F8-2BF8-F3EF-DDAF-BBD0DB8A57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pt-BR" dirty="0" err="1"/>
              <a:t>kS</a:t>
            </a:r>
            <a:r>
              <a:rPr lang="pt-BR" dirty="0"/>
              <a:t> → tensão para vencer atrito </a:t>
            </a:r>
          </a:p>
          <a:p>
            <a:pPr algn="l"/>
            <a:r>
              <a:rPr lang="pt-BR" dirty="0"/>
              <a:t>kV → tensão necessária por velocidade </a:t>
            </a:r>
          </a:p>
          <a:p>
            <a:pPr algn="l"/>
            <a:r>
              <a:rPr lang="pt-BR" dirty="0"/>
              <a:t>kA → tensão associada à aceleração</a:t>
            </a:r>
          </a:p>
        </p:txBody>
      </p:sp>
    </p:spTree>
    <p:extLst>
      <p:ext uri="{BB962C8B-B14F-4D97-AF65-F5344CB8AC3E}">
        <p14:creationId xmlns:p14="http://schemas.microsoft.com/office/powerpoint/2010/main" val="3931544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6F567A-3DFF-B64D-E9CA-698764803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 depois vamos comparar: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F8B600-AB06-40D7-1946-F7433EDD82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t-BR" dirty="0"/>
              <a:t>Nosso teste manual </a:t>
            </a:r>
            <a:r>
              <a:rPr lang="pt-BR" dirty="0" err="1"/>
              <a:t>kS</a:t>
            </a:r>
            <a:r>
              <a:rPr lang="pt-BR" dirty="0"/>
              <a:t> ≈ 0,40 V </a:t>
            </a:r>
          </a:p>
          <a:p>
            <a:endParaRPr lang="pt-BR" dirty="0"/>
          </a:p>
          <a:p>
            <a:r>
              <a:rPr lang="pt-BR" dirty="0"/>
              <a:t>VS Resultado do </a:t>
            </a:r>
            <a:r>
              <a:rPr lang="pt-BR" dirty="0" err="1"/>
              <a:t>SysId</a:t>
            </a:r>
            <a:r>
              <a:rPr lang="pt-BR" dirty="0"/>
              <a:t> </a:t>
            </a:r>
          </a:p>
          <a:p>
            <a:r>
              <a:rPr lang="pt-BR" dirty="0" err="1"/>
              <a:t>kS</a:t>
            </a:r>
            <a:r>
              <a:rPr lang="pt-BR" dirty="0"/>
              <a:t> = ? </a:t>
            </a:r>
          </a:p>
          <a:p>
            <a:r>
              <a:rPr lang="pt-BR" dirty="0"/>
              <a:t>kV = ? </a:t>
            </a:r>
          </a:p>
          <a:p>
            <a:r>
              <a:rPr lang="pt-BR" dirty="0"/>
              <a:t>kA = ?</a:t>
            </a:r>
          </a:p>
          <a:p>
            <a:endParaRPr lang="pt-BR" dirty="0"/>
          </a:p>
          <a:p>
            <a:pPr marL="0" indent="0">
              <a:buNone/>
            </a:pPr>
            <a:r>
              <a:rPr lang="pt-BR" dirty="0"/>
              <a:t>Aí sim teremos base para atualizar os ganhos do </a:t>
            </a:r>
            <a:r>
              <a:rPr lang="pt-BR" dirty="0" err="1"/>
              <a:t>ModuleIOTalonFX</a:t>
            </a:r>
            <a:r>
              <a:rPr lang="pt-BR" dirty="0"/>
              <a:t> no projeto de </a:t>
            </a:r>
            <a:r>
              <a:rPr lang="pt-BR" b="1" dirty="0"/>
              <a:t>Calibração</a:t>
            </a:r>
            <a:r>
              <a:rPr lang="pt-BR" dirty="0"/>
              <a:t>, repetir o Drive </a:t>
            </a:r>
            <a:r>
              <a:rPr lang="pt-BR" dirty="0" err="1"/>
              <a:t>Sweep</a:t>
            </a:r>
            <a:r>
              <a:rPr lang="pt-BR" dirty="0"/>
              <a:t> e, depois de validar, levar os valores finais para o projeto de </a:t>
            </a:r>
            <a:r>
              <a:rPr lang="pt-BR" b="1" dirty="0"/>
              <a:t>Competição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434176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B53E80-9A19-D801-ED3E-7C3519015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44560" y="0"/>
            <a:ext cx="3647440" cy="1325563"/>
          </a:xfrm>
          <a:solidFill>
            <a:srgbClr val="00B050"/>
          </a:solidFill>
        </p:spPr>
        <p:txBody>
          <a:bodyPr/>
          <a:lstStyle/>
          <a:p>
            <a:pPr algn="r"/>
            <a:r>
              <a:rPr lang="pt-BR" b="1" dirty="0">
                <a:solidFill>
                  <a:schemeClr val="bg1"/>
                </a:solidFill>
              </a:rPr>
              <a:t>Module.java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E02C7CAE-2160-9110-9176-0886015E36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6095999" cy="6853656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E6BA9116-4736-C949-12C0-3D392BAEAE59}"/>
              </a:ext>
            </a:extLst>
          </p:cNvPr>
          <p:cNvSpPr txBox="1"/>
          <p:nvPr/>
        </p:nvSpPr>
        <p:spPr>
          <a:xfrm>
            <a:off x="6177280" y="1613273"/>
            <a:ext cx="5201920" cy="4098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#region SYSID - DADOS DO 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TENSÃO REAL APLICADA AO 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SysId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precisa saber qual tensão realmente chegou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ao motor.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Não usamos apenas a tensão solicitada porque nossa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proteção pode manter o motor em 0 V enquanto 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Steer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ainda não estiver alinhado.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getDriveAppliedVolts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inputs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driveAppliedVolts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#endregion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50222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C61A87-294D-A246-A972-E4362112B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900C305F-5741-5595-4DE7-5F9CD57DD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480972" cy="6858000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D084B3F2-8936-21AA-FDCD-132E8F8FED9E}"/>
              </a:ext>
            </a:extLst>
          </p:cNvPr>
          <p:cNvSpPr txBox="1"/>
          <p:nvPr/>
        </p:nvSpPr>
        <p:spPr>
          <a:xfrm>
            <a:off x="6480972" y="101294"/>
            <a:ext cx="6096000" cy="6655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       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SYSID - TENSÃO REAL DOS MOTORES DE 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Retorna a tensão realmente medida/aplicada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em cada um dos quatro módulos.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Ordem: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0 = Front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Left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1 = Front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Right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2 = Back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Left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3 = Back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Right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getDriveAppliedVolts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[] {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frontLeft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getDriveAppliedVolts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frontRight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getDriveAppliedVolts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backLeft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getDriveAppliedVolts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backRight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getDriveAppliedVolts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};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#endregion  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EEFA1D5F-FDF8-3B12-2425-7ECF5613F8E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3291249" cy="855636"/>
          </a:xfrm>
          <a:prstGeom prst="rect">
            <a:avLst/>
          </a:prstGeom>
          <a:solidFill>
            <a:srgbClr val="00B050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b="1" dirty="0">
                <a:solidFill>
                  <a:schemeClr val="bg1"/>
                </a:solidFill>
              </a:rPr>
              <a:t>Drive.java</a:t>
            </a:r>
          </a:p>
        </p:txBody>
      </p:sp>
    </p:spTree>
    <p:extLst>
      <p:ext uri="{BB962C8B-B14F-4D97-AF65-F5344CB8AC3E}">
        <p14:creationId xmlns:p14="http://schemas.microsoft.com/office/powerpoint/2010/main" val="2026778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3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CFD481C-B51A-8347-EF03-AE7ADE744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4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DriveSysId.java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C654CD20-6E4E-3657-E2EE-C48A57FFD2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22492" y="546538"/>
            <a:ext cx="5536001" cy="586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90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7372AD-7F42-7ACD-FF6B-EBE85EEFC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fluxo será: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C54AA7D-C389-9ACE-DA98-34009BCA0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35880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pt-BR" sz="2000" dirty="0"/>
              <a:t>A configuração oficial padrão do </a:t>
            </a:r>
            <a:r>
              <a:rPr lang="pt-BR" sz="2000" dirty="0" err="1"/>
              <a:t>WPILib</a:t>
            </a:r>
            <a:r>
              <a:rPr lang="pt-BR" sz="2000" dirty="0"/>
              <a:t> seria 1 V/s, 7 V no teste dinâmico e 10 s de timeout. Aqui estamos </a:t>
            </a:r>
            <a:r>
              <a:rPr lang="pt-BR" sz="2000" b="1" dirty="0"/>
              <a:t>deliberadamente usando valores menores</a:t>
            </a:r>
            <a:r>
              <a:rPr lang="pt-BR" sz="2000" dirty="0"/>
              <a:t> (0,5 V/s, 2 V, 4 s) porque seu Drive já possui uma trava de ±2 V e queremos validar primeiro o funcionamento com margem de segurança.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C71E29C-ABE5-A8B5-ED0D-0332CAB91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0"/>
            <a:ext cx="46024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422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B6C83E-C236-6707-9DFC-F52D346DD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Botões mapeados para testes.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5A4021C-5915-C08B-1CA8-D40FCFD150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BACK + LB → </a:t>
            </a:r>
            <a:r>
              <a:rPr lang="pt-BR" dirty="0" err="1"/>
              <a:t>Quasistatic</a:t>
            </a:r>
            <a:r>
              <a:rPr lang="pt-BR" dirty="0"/>
              <a:t> </a:t>
            </a:r>
            <a:r>
              <a:rPr lang="pt-BR" dirty="0" err="1"/>
              <a:t>Forward</a:t>
            </a:r>
            <a:r>
              <a:rPr lang="pt-BR" dirty="0"/>
              <a:t> </a:t>
            </a:r>
          </a:p>
          <a:p>
            <a:r>
              <a:rPr lang="pt-BR" dirty="0"/>
              <a:t>BACK + RB → </a:t>
            </a:r>
            <a:r>
              <a:rPr lang="pt-BR" dirty="0" err="1"/>
              <a:t>Quasistatic</a:t>
            </a:r>
            <a:r>
              <a:rPr lang="pt-BR" dirty="0"/>
              <a:t> Reverse </a:t>
            </a:r>
          </a:p>
          <a:p>
            <a:r>
              <a:rPr lang="pt-BR" dirty="0"/>
              <a:t>BACK + LT → Dynamic </a:t>
            </a:r>
            <a:r>
              <a:rPr lang="pt-BR" dirty="0" err="1"/>
              <a:t>Forward</a:t>
            </a:r>
            <a:r>
              <a:rPr lang="pt-BR" dirty="0"/>
              <a:t> </a:t>
            </a:r>
          </a:p>
          <a:p>
            <a:r>
              <a:rPr lang="pt-BR" dirty="0"/>
              <a:t>BACK + RT → Dynamic Reverse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b="1" dirty="0"/>
              <a:t>BACK</a:t>
            </a:r>
            <a:r>
              <a:rPr lang="pt-BR" dirty="0"/>
              <a:t> = botão </a:t>
            </a:r>
            <a:r>
              <a:rPr lang="pt-BR" b="1" dirty="0" err="1"/>
              <a:t>View</a:t>
            </a:r>
            <a:r>
              <a:rPr lang="pt-BR" dirty="0"/>
              <a:t> ⧉, à esquerda do botão Xbox.</a:t>
            </a:r>
          </a:p>
        </p:txBody>
      </p:sp>
    </p:spTree>
    <p:extLst>
      <p:ext uri="{BB962C8B-B14F-4D97-AF65-F5344CB8AC3E}">
        <p14:creationId xmlns:p14="http://schemas.microsoft.com/office/powerpoint/2010/main" val="327624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A18EEBC-07ED-EC3B-8198-03B058928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669161" cy="68580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07DE0655-0F89-A643-EBE1-2BE217549115}"/>
              </a:ext>
            </a:extLst>
          </p:cNvPr>
          <p:cNvSpPr txBox="1"/>
          <p:nvPr/>
        </p:nvSpPr>
        <p:spPr>
          <a:xfrm>
            <a:off x="7669161" y="3114426"/>
            <a:ext cx="4522839" cy="808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br>
              <a:rPr lang="pt-B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pt-B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frc</a:t>
            </a:r>
            <a:r>
              <a:rPr lang="pt-BR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robot</a:t>
            </a:r>
            <a:r>
              <a:rPr lang="pt-BR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calibration</a:t>
            </a:r>
            <a:r>
              <a:rPr lang="pt-BR" sz="1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DriveSysId</a:t>
            </a:r>
            <a:r>
              <a:rPr lang="pt-B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677360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1A4ABE1-16DA-3AA0-B4BC-BAD32862E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407082" cy="68580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3384438C-5D2F-3171-147E-2606EEF8C3FE}"/>
              </a:ext>
            </a:extLst>
          </p:cNvPr>
          <p:cNvSpPr txBox="1"/>
          <p:nvPr/>
        </p:nvSpPr>
        <p:spPr>
          <a:xfrm>
            <a:off x="6407082" y="2577011"/>
            <a:ext cx="6096000" cy="20900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SYSID DO 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05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final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DriveSysId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driveSysId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DriveSysId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pt-BR" sz="105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5FFEC752-0DE7-00CE-22DA-9E3D5B82ECEB}"/>
              </a:ext>
            </a:extLst>
          </p:cNvPr>
          <p:cNvSpPr/>
          <p:nvPr/>
        </p:nvSpPr>
        <p:spPr>
          <a:xfrm>
            <a:off x="924560" y="1981200"/>
            <a:ext cx="2306320" cy="158496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Depois da criação do Drive</a:t>
            </a:r>
          </a:p>
        </p:txBody>
      </p:sp>
    </p:spTree>
    <p:extLst>
      <p:ext uri="{BB962C8B-B14F-4D97-AF65-F5344CB8AC3E}">
        <p14:creationId xmlns:p14="http://schemas.microsoft.com/office/powerpoint/2010/main" val="718201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13CDE5B-B7CE-51F8-F5C7-2B030C97B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458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ECA954-3F2E-921F-5579-193049FDF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4A7FBC83-52F0-C9D3-80FF-0948F72BD70D}"/>
              </a:ext>
            </a:extLst>
          </p:cNvPr>
          <p:cNvSpPr txBox="1"/>
          <p:nvPr/>
        </p:nvSpPr>
        <p:spPr>
          <a:xfrm>
            <a:off x="71120" y="1176791"/>
            <a:ext cx="6096000" cy="4646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dirty="0">
                <a:solidFill>
                  <a:srgbClr val="6A9955"/>
                </a:solidFill>
                <a:latin typeface="Consolas" panose="020B0609020204030204" pitchFamily="49" charset="0"/>
              </a:rPr>
              <a:t>       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SYSID - QUASISTATIC FORWARD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BACK + LB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A tensão sobe lentamente no sentido positivo.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Soltou qualquer um dos botões: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o Command é cancelado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e o </a:t>
            </a:r>
            <a:r>
              <a:rPr lang="pt-BR" sz="105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DriveSysId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zera a tensão.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back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leftBumper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whileTrue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driveSysId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quasistaticForward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A754CE-0654-8401-5D59-6317A565A9F7}"/>
              </a:ext>
            </a:extLst>
          </p:cNvPr>
          <p:cNvSpPr txBox="1"/>
          <p:nvPr/>
        </p:nvSpPr>
        <p:spPr>
          <a:xfrm>
            <a:off x="6096000" y="1470900"/>
            <a:ext cx="6096000" cy="391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dirty="0">
                <a:solidFill>
                  <a:srgbClr val="6A9955"/>
                </a:solidFill>
                <a:latin typeface="Consolas" panose="020B0609020204030204" pitchFamily="49" charset="0"/>
              </a:rPr>
              <a:t>       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SYSID - QUASISTATIC REVERSE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BACK + RB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A tensão sobe lentamente no sentido negativo.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back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rightBumper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whileTrue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driveSysId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quasistaticReverse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10575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F1944CD6-48E4-7012-DA50-F0D5CD2DF22F}"/>
              </a:ext>
            </a:extLst>
          </p:cNvPr>
          <p:cNvSpPr txBox="1"/>
          <p:nvPr/>
        </p:nvSpPr>
        <p:spPr>
          <a:xfrm>
            <a:off x="233680" y="1277860"/>
            <a:ext cx="6096000" cy="391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dirty="0">
                <a:solidFill>
                  <a:srgbClr val="6A9955"/>
                </a:solidFill>
                <a:latin typeface="Consolas" panose="020B0609020204030204" pitchFamily="49" charset="0"/>
              </a:rPr>
              <a:t>       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SYSID - DYNAMIC FORWARD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BACK + LT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Aplica o degrau positivo configurado: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+2.0 V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back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leftTrigger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whileTrue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driveSysId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dynamicForward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);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8E1B9BF2-215D-659E-F048-5F7838477F17}"/>
              </a:ext>
            </a:extLst>
          </p:cNvPr>
          <p:cNvSpPr txBox="1"/>
          <p:nvPr/>
        </p:nvSpPr>
        <p:spPr>
          <a:xfrm>
            <a:off x="6096000" y="1277860"/>
            <a:ext cx="6096000" cy="4281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       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SYSID - DYNAMIC REVERSE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BACK + RT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Aplica: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-2.0 V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============================================================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back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m_driverController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rightTrigger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whileTrue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pt-BR" sz="1050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driveSysId</a:t>
            </a:r>
            <a:r>
              <a:rPr lang="pt-BR" sz="105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pt-BR" sz="105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dynamicReverse</a:t>
            </a: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ct val="113095"/>
              </a:lnSpc>
              <a:buNone/>
            </a:pPr>
            <a: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);</a:t>
            </a:r>
          </a:p>
          <a:p>
            <a:pPr>
              <a:lnSpc>
                <a:spcPct val="113095"/>
              </a:lnSpc>
              <a:buNone/>
            </a:pPr>
            <a:br>
              <a:rPr lang="pt-BR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pt-BR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2992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BEE00E7-C134-5889-1FEC-82192B7927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48587"/>
            <a:ext cx="9144000" cy="2387600"/>
          </a:xfrm>
        </p:spPr>
        <p:txBody>
          <a:bodyPr>
            <a:normAutofit/>
          </a:bodyPr>
          <a:lstStyle/>
          <a:p>
            <a:r>
              <a:rPr lang="pt-BR" sz="6400"/>
              <a:t>Realize o Teste com robô na bancada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8A8D215-4123-1B34-889C-FA9E81959D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20338"/>
            <a:ext cx="9144000" cy="1563686"/>
          </a:xfrm>
        </p:spPr>
        <p:txBody>
          <a:bodyPr>
            <a:normAutofit/>
          </a:bodyPr>
          <a:lstStyle/>
          <a:p>
            <a:r>
              <a:rPr lang="pt-BR" dirty="0"/>
              <a:t>Sem atrito nas rodas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1038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56EE2C4A-6D87-DEDA-45F6-9DCC95C09C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319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7C1E5815-D54C-487F-A054-6D4930ADE3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36F0DFD-0954-464F-BF12-DD2E6F6E0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208496" y="0"/>
            <a:ext cx="1983504" cy="6858000"/>
          </a:xfrm>
          <a:custGeom>
            <a:avLst/>
            <a:gdLst>
              <a:gd name="connsiteX0" fmla="*/ 0 w 1983504"/>
              <a:gd name="connsiteY0" fmla="*/ 0 h 6858000"/>
              <a:gd name="connsiteX1" fmla="*/ 1376658 w 1983504"/>
              <a:gd name="connsiteY1" fmla="*/ 0 h 6858000"/>
              <a:gd name="connsiteX2" fmla="*/ 1690650 w 1983504"/>
              <a:gd name="connsiteY2" fmla="*/ 110269 h 6858000"/>
              <a:gd name="connsiteX3" fmla="*/ 1645361 w 1983504"/>
              <a:gd name="connsiteY3" fmla="*/ 135168 h 6858000"/>
              <a:gd name="connsiteX4" fmla="*/ 1373640 w 1983504"/>
              <a:gd name="connsiteY4" fmla="*/ 71141 h 6858000"/>
              <a:gd name="connsiteX5" fmla="*/ 1319295 w 1983504"/>
              <a:gd name="connsiteY5" fmla="*/ 88927 h 6858000"/>
              <a:gd name="connsiteX6" fmla="*/ 1346468 w 1983504"/>
              <a:gd name="connsiteY6" fmla="*/ 163625 h 6858000"/>
              <a:gd name="connsiteX7" fmla="*/ 1464213 w 1983504"/>
              <a:gd name="connsiteY7" fmla="*/ 192082 h 6858000"/>
              <a:gd name="connsiteX8" fmla="*/ 1648381 w 1983504"/>
              <a:gd name="connsiteY8" fmla="*/ 373491 h 6858000"/>
              <a:gd name="connsiteX9" fmla="*/ 1370620 w 1983504"/>
              <a:gd name="connsiteY9" fmla="*/ 352148 h 6858000"/>
              <a:gd name="connsiteX10" fmla="*/ 1322314 w 1983504"/>
              <a:gd name="connsiteY10" fmla="*/ 394834 h 6858000"/>
              <a:gd name="connsiteX11" fmla="*/ 1304199 w 1983504"/>
              <a:gd name="connsiteY11" fmla="*/ 451747 h 6858000"/>
              <a:gd name="connsiteX12" fmla="*/ 1222682 w 1983504"/>
              <a:gd name="connsiteY12" fmla="*/ 359262 h 6858000"/>
              <a:gd name="connsiteX13" fmla="*/ 1153242 w 1983504"/>
              <a:gd name="connsiteY13" fmla="*/ 334364 h 6858000"/>
              <a:gd name="connsiteX14" fmla="*/ 1132108 w 1983504"/>
              <a:gd name="connsiteY14" fmla="*/ 416176 h 6858000"/>
              <a:gd name="connsiteX15" fmla="*/ 1195509 w 1983504"/>
              <a:gd name="connsiteY15" fmla="*/ 505101 h 6858000"/>
              <a:gd name="connsiteX16" fmla="*/ 1364582 w 1983504"/>
              <a:gd name="connsiteY16" fmla="*/ 558458 h 6858000"/>
              <a:gd name="connsiteX17" fmla="*/ 1183434 w 1983504"/>
              <a:gd name="connsiteY17" fmla="*/ 558458 h 6858000"/>
              <a:gd name="connsiteX18" fmla="*/ 975114 w 1983504"/>
              <a:gd name="connsiteY18" fmla="*/ 522887 h 6858000"/>
              <a:gd name="connsiteX19" fmla="*/ 754716 w 1983504"/>
              <a:gd name="connsiteY19" fmla="*/ 533558 h 6858000"/>
              <a:gd name="connsiteX20" fmla="*/ 546395 w 1983504"/>
              <a:gd name="connsiteY20" fmla="*/ 462417 h 6858000"/>
              <a:gd name="connsiteX21" fmla="*/ 335056 w 1983504"/>
              <a:gd name="connsiteY21" fmla="*/ 465975 h 6858000"/>
              <a:gd name="connsiteX22" fmla="*/ 1270988 w 1983504"/>
              <a:gd name="connsiteY22" fmla="*/ 910606 h 6858000"/>
              <a:gd name="connsiteX23" fmla="*/ 1225701 w 1983504"/>
              <a:gd name="connsiteY23" fmla="*/ 921277 h 6858000"/>
              <a:gd name="connsiteX24" fmla="*/ 1165318 w 1983504"/>
              <a:gd name="connsiteY24" fmla="*/ 949734 h 6858000"/>
              <a:gd name="connsiteX25" fmla="*/ 1210606 w 1983504"/>
              <a:gd name="connsiteY25" fmla="*/ 1006647 h 6858000"/>
              <a:gd name="connsiteX26" fmla="*/ 1455156 w 1983504"/>
              <a:gd name="connsiteY26" fmla="*/ 1113358 h 6858000"/>
              <a:gd name="connsiteX27" fmla="*/ 1515538 w 1983504"/>
              <a:gd name="connsiteY27" fmla="*/ 1220069 h 6858000"/>
              <a:gd name="connsiteX28" fmla="*/ 1440060 w 1983504"/>
              <a:gd name="connsiteY28" fmla="*/ 1209399 h 6858000"/>
              <a:gd name="connsiteX29" fmla="*/ 1373640 w 1983504"/>
              <a:gd name="connsiteY29" fmla="*/ 1230741 h 6858000"/>
              <a:gd name="connsiteX30" fmla="*/ 1400810 w 1983504"/>
              <a:gd name="connsiteY30" fmla="*/ 1365909 h 6858000"/>
              <a:gd name="connsiteX31" fmla="*/ 1748012 w 1983504"/>
              <a:gd name="connsiteY31" fmla="*/ 1540204 h 6858000"/>
              <a:gd name="connsiteX32" fmla="*/ 1778203 w 1983504"/>
              <a:gd name="connsiteY32" fmla="*/ 1597117 h 6858000"/>
              <a:gd name="connsiteX33" fmla="*/ 1735936 w 1983504"/>
              <a:gd name="connsiteY33" fmla="*/ 1636245 h 6858000"/>
              <a:gd name="connsiteX34" fmla="*/ 1624228 w 1983504"/>
              <a:gd name="connsiteY34" fmla="*/ 1657587 h 6858000"/>
              <a:gd name="connsiteX35" fmla="*/ 1781223 w 1983504"/>
              <a:gd name="connsiteY35" fmla="*/ 1849668 h 6858000"/>
              <a:gd name="connsiteX36" fmla="*/ 1838587 w 1983504"/>
              <a:gd name="connsiteY36" fmla="*/ 1903025 h 6858000"/>
              <a:gd name="connsiteX37" fmla="*/ 1938218 w 1983504"/>
              <a:gd name="connsiteY37" fmla="*/ 1984836 h 6858000"/>
              <a:gd name="connsiteX38" fmla="*/ 1938218 w 1983504"/>
              <a:gd name="connsiteY38" fmla="*/ 2013292 h 6858000"/>
              <a:gd name="connsiteX39" fmla="*/ 1805376 w 1983504"/>
              <a:gd name="connsiteY39" fmla="*/ 2102219 h 6858000"/>
              <a:gd name="connsiteX40" fmla="*/ 1563844 w 1983504"/>
              <a:gd name="connsiteY40" fmla="*/ 2077320 h 6858000"/>
              <a:gd name="connsiteX41" fmla="*/ 1920104 w 1983504"/>
              <a:gd name="connsiteY41" fmla="*/ 2208931 h 6858000"/>
              <a:gd name="connsiteX42" fmla="*/ 766792 w 1983504"/>
              <a:gd name="connsiteY42" fmla="*/ 1892353 h 6858000"/>
              <a:gd name="connsiteX43" fmla="*/ 839252 w 1983504"/>
              <a:gd name="connsiteY43" fmla="*/ 1974165 h 6858000"/>
              <a:gd name="connsiteX44" fmla="*/ 1243816 w 1983504"/>
              <a:gd name="connsiteY44" fmla="*/ 2191146 h 6858000"/>
              <a:gd name="connsiteX45" fmla="*/ 1358543 w 1983504"/>
              <a:gd name="connsiteY45" fmla="*/ 2326314 h 6858000"/>
              <a:gd name="connsiteX46" fmla="*/ 1479310 w 1983504"/>
              <a:gd name="connsiteY46" fmla="*/ 2401012 h 6858000"/>
              <a:gd name="connsiteX47" fmla="*/ 1648381 w 1983504"/>
              <a:gd name="connsiteY47" fmla="*/ 2401012 h 6858000"/>
              <a:gd name="connsiteX48" fmla="*/ 1769146 w 1983504"/>
              <a:gd name="connsiteY48" fmla="*/ 2518395 h 6858000"/>
              <a:gd name="connsiteX49" fmla="*/ 1645361 w 1983504"/>
              <a:gd name="connsiteY49" fmla="*/ 2543294 h 6858000"/>
              <a:gd name="connsiteX50" fmla="*/ 1500444 w 1983504"/>
              <a:gd name="connsiteY50" fmla="*/ 2525509 h 6858000"/>
              <a:gd name="connsiteX51" fmla="*/ 1337410 w 1983504"/>
              <a:gd name="connsiteY51" fmla="*/ 2564636 h 6858000"/>
              <a:gd name="connsiteX52" fmla="*/ 1186452 w 1983504"/>
              <a:gd name="connsiteY52" fmla="*/ 2532623 h 6858000"/>
              <a:gd name="connsiteX53" fmla="*/ 1005304 w 1983504"/>
              <a:gd name="connsiteY53" fmla="*/ 2553965 h 6858000"/>
              <a:gd name="connsiteX54" fmla="*/ 947940 w 1983504"/>
              <a:gd name="connsiteY54" fmla="*/ 2692689 h 6858000"/>
              <a:gd name="connsiteX55" fmla="*/ 929826 w 1983504"/>
              <a:gd name="connsiteY55" fmla="*/ 2703362 h 6858000"/>
              <a:gd name="connsiteX56" fmla="*/ 594701 w 1983504"/>
              <a:gd name="connsiteY56" fmla="*/ 2923898 h 6858000"/>
              <a:gd name="connsiteX57" fmla="*/ 501108 w 1983504"/>
              <a:gd name="connsiteY57" fmla="*/ 2941684 h 6858000"/>
              <a:gd name="connsiteX58" fmla="*/ 1053610 w 1983504"/>
              <a:gd name="connsiteY58" fmla="*/ 3329402 h 6858000"/>
              <a:gd name="connsiteX59" fmla="*/ 682256 w 1983504"/>
              <a:gd name="connsiteY59" fmla="*/ 3229805 h 6858000"/>
              <a:gd name="connsiteX60" fmla="*/ 630932 w 1983504"/>
              <a:gd name="connsiteY60" fmla="*/ 3393429 h 6858000"/>
              <a:gd name="connsiteX61" fmla="*/ 806041 w 1983504"/>
              <a:gd name="connsiteY61" fmla="*/ 3539269 h 6858000"/>
              <a:gd name="connsiteX62" fmla="*/ 869444 w 1983504"/>
              <a:gd name="connsiteY62" fmla="*/ 3827390 h 6858000"/>
              <a:gd name="connsiteX63" fmla="*/ 839252 w 1983504"/>
              <a:gd name="connsiteY63" fmla="*/ 4090612 h 6858000"/>
              <a:gd name="connsiteX64" fmla="*/ 763774 w 1983504"/>
              <a:gd name="connsiteY64" fmla="*/ 4172424 h 6858000"/>
              <a:gd name="connsiteX65" fmla="*/ 655085 w 1983504"/>
              <a:gd name="connsiteY65" fmla="*/ 4321821 h 6858000"/>
              <a:gd name="connsiteX66" fmla="*/ 588662 w 1983504"/>
              <a:gd name="connsiteY66" fmla="*/ 4414305 h 6858000"/>
              <a:gd name="connsiteX67" fmla="*/ 356189 w 1983504"/>
              <a:gd name="connsiteY67" fmla="*/ 4378734 h 6858000"/>
              <a:gd name="connsiteX68" fmla="*/ 667160 w 1983504"/>
              <a:gd name="connsiteY68" fmla="*/ 4613499 h 6858000"/>
              <a:gd name="connsiteX69" fmla="*/ 416573 w 1983504"/>
              <a:gd name="connsiteY69" fmla="*/ 4585042 h 6858000"/>
              <a:gd name="connsiteX70" fmla="*/ 335056 w 1983504"/>
              <a:gd name="connsiteY70" fmla="*/ 4602828 h 6858000"/>
              <a:gd name="connsiteX71" fmla="*/ 380342 w 1983504"/>
              <a:gd name="connsiteY71" fmla="*/ 4677526 h 6858000"/>
              <a:gd name="connsiteX72" fmla="*/ 564510 w 1983504"/>
              <a:gd name="connsiteY72" fmla="*/ 4805580 h 6858000"/>
              <a:gd name="connsiteX73" fmla="*/ 944922 w 1983504"/>
              <a:gd name="connsiteY73" fmla="*/ 5154171 h 6858000"/>
              <a:gd name="connsiteX74" fmla="*/ 576586 w 1983504"/>
              <a:gd name="connsiteY74" fmla="*/ 4994104 h 6858000"/>
              <a:gd name="connsiteX75" fmla="*/ 963036 w 1983504"/>
              <a:gd name="connsiteY75" fmla="*/ 5353367 h 6858000"/>
              <a:gd name="connsiteX76" fmla="*/ 1047572 w 1983504"/>
              <a:gd name="connsiteY76" fmla="*/ 5474306 h 6858000"/>
              <a:gd name="connsiteX77" fmla="*/ 1222682 w 1983504"/>
              <a:gd name="connsiteY77" fmla="*/ 5769542 h 6858000"/>
              <a:gd name="connsiteX78" fmla="*/ 1213626 w 1983504"/>
              <a:gd name="connsiteY78" fmla="*/ 5801555 h 6858000"/>
              <a:gd name="connsiteX79" fmla="*/ 1014361 w 1983504"/>
              <a:gd name="connsiteY79" fmla="*/ 5755314 h 6858000"/>
              <a:gd name="connsiteX80" fmla="*/ 1274008 w 1983504"/>
              <a:gd name="connsiteY80" fmla="*/ 6004307 h 6858000"/>
              <a:gd name="connsiteX81" fmla="*/ 1542711 w 1983504"/>
              <a:gd name="connsiteY81" fmla="*/ 6196388 h 6858000"/>
              <a:gd name="connsiteX82" fmla="*/ 1352504 w 1983504"/>
              <a:gd name="connsiteY82" fmla="*/ 6167932 h 6858000"/>
              <a:gd name="connsiteX83" fmla="*/ 1089840 w 1983504"/>
              <a:gd name="connsiteY83" fmla="*/ 6057663 h 6858000"/>
              <a:gd name="connsiteX84" fmla="*/ 999266 w 1983504"/>
              <a:gd name="connsiteY84" fmla="*/ 6100347 h 6858000"/>
              <a:gd name="connsiteX85" fmla="*/ 1246836 w 1983504"/>
              <a:gd name="connsiteY85" fmla="*/ 6281757 h 6858000"/>
              <a:gd name="connsiteX86" fmla="*/ 1388735 w 1983504"/>
              <a:gd name="connsiteY86" fmla="*/ 6367127 h 6858000"/>
              <a:gd name="connsiteX87" fmla="*/ 1446099 w 1983504"/>
              <a:gd name="connsiteY87" fmla="*/ 6431153 h 6858000"/>
              <a:gd name="connsiteX88" fmla="*/ 1609132 w 1983504"/>
              <a:gd name="connsiteY88" fmla="*/ 6658805 h 6858000"/>
              <a:gd name="connsiteX89" fmla="*/ 1983504 w 1983504"/>
              <a:gd name="connsiteY89" fmla="*/ 6858000 h 6858000"/>
              <a:gd name="connsiteX90" fmla="*/ 0 w 1983504"/>
              <a:gd name="connsiteY9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983504" h="6858000">
                <a:moveTo>
                  <a:pt x="0" y="0"/>
                </a:moveTo>
                <a:lnTo>
                  <a:pt x="1376658" y="0"/>
                </a:lnTo>
                <a:cubicBezTo>
                  <a:pt x="1482328" y="35571"/>
                  <a:pt x="1584980" y="78255"/>
                  <a:pt x="1690650" y="110269"/>
                </a:cubicBezTo>
                <a:cubicBezTo>
                  <a:pt x="1675553" y="145839"/>
                  <a:pt x="1660458" y="138725"/>
                  <a:pt x="1645361" y="135168"/>
                </a:cubicBezTo>
                <a:cubicBezTo>
                  <a:pt x="1554788" y="120941"/>
                  <a:pt x="1461194" y="110269"/>
                  <a:pt x="1373640" y="71141"/>
                </a:cubicBezTo>
                <a:cubicBezTo>
                  <a:pt x="1352504" y="64027"/>
                  <a:pt x="1328352" y="64027"/>
                  <a:pt x="1319295" y="88927"/>
                </a:cubicBezTo>
                <a:cubicBezTo>
                  <a:pt x="1304199" y="124497"/>
                  <a:pt x="1325332" y="145839"/>
                  <a:pt x="1346468" y="163625"/>
                </a:cubicBezTo>
                <a:cubicBezTo>
                  <a:pt x="1382696" y="195638"/>
                  <a:pt x="1424964" y="188525"/>
                  <a:pt x="1464213" y="192082"/>
                </a:cubicBezTo>
                <a:cubicBezTo>
                  <a:pt x="1572902" y="209867"/>
                  <a:pt x="1624228" y="259665"/>
                  <a:pt x="1648381" y="373491"/>
                </a:cubicBezTo>
                <a:cubicBezTo>
                  <a:pt x="1554788" y="327250"/>
                  <a:pt x="1461194" y="384162"/>
                  <a:pt x="1370620" y="352148"/>
                </a:cubicBezTo>
                <a:cubicBezTo>
                  <a:pt x="1346468" y="345034"/>
                  <a:pt x="1310237" y="355706"/>
                  <a:pt x="1322314" y="394834"/>
                </a:cubicBezTo>
                <a:cubicBezTo>
                  <a:pt x="1334390" y="430405"/>
                  <a:pt x="1373640" y="458860"/>
                  <a:pt x="1304199" y="451747"/>
                </a:cubicBezTo>
                <a:cubicBezTo>
                  <a:pt x="1252873" y="448189"/>
                  <a:pt x="1237778" y="405504"/>
                  <a:pt x="1222682" y="359262"/>
                </a:cubicBezTo>
                <a:cubicBezTo>
                  <a:pt x="1210606" y="334364"/>
                  <a:pt x="1177395" y="320135"/>
                  <a:pt x="1153242" y="334364"/>
                </a:cubicBezTo>
                <a:cubicBezTo>
                  <a:pt x="1123051" y="348592"/>
                  <a:pt x="1132108" y="387720"/>
                  <a:pt x="1132108" y="416176"/>
                </a:cubicBezTo>
                <a:cubicBezTo>
                  <a:pt x="1129088" y="469532"/>
                  <a:pt x="1153242" y="494431"/>
                  <a:pt x="1195509" y="505101"/>
                </a:cubicBezTo>
                <a:cubicBezTo>
                  <a:pt x="1246836" y="519330"/>
                  <a:pt x="1298160" y="537116"/>
                  <a:pt x="1364582" y="558458"/>
                </a:cubicBezTo>
                <a:cubicBezTo>
                  <a:pt x="1292122" y="594028"/>
                  <a:pt x="1237778" y="586915"/>
                  <a:pt x="1183434" y="558458"/>
                </a:cubicBezTo>
                <a:cubicBezTo>
                  <a:pt x="1117012" y="526444"/>
                  <a:pt x="1029458" y="483759"/>
                  <a:pt x="975114" y="522887"/>
                </a:cubicBezTo>
                <a:cubicBezTo>
                  <a:pt x="893597" y="579800"/>
                  <a:pt x="827176" y="544229"/>
                  <a:pt x="754716" y="533558"/>
                </a:cubicBezTo>
                <a:cubicBezTo>
                  <a:pt x="603758" y="512216"/>
                  <a:pt x="697352" y="480203"/>
                  <a:pt x="546395" y="462417"/>
                </a:cubicBezTo>
                <a:cubicBezTo>
                  <a:pt x="486012" y="455303"/>
                  <a:pt x="422610" y="426847"/>
                  <a:pt x="335056" y="465975"/>
                </a:cubicBezTo>
                <a:cubicBezTo>
                  <a:pt x="730563" y="672284"/>
                  <a:pt x="917750" y="658055"/>
                  <a:pt x="1270988" y="910606"/>
                </a:cubicBezTo>
                <a:cubicBezTo>
                  <a:pt x="1255893" y="935506"/>
                  <a:pt x="1240798" y="924835"/>
                  <a:pt x="1225701" y="921277"/>
                </a:cubicBezTo>
                <a:cubicBezTo>
                  <a:pt x="1201548" y="917720"/>
                  <a:pt x="1171356" y="903491"/>
                  <a:pt x="1165318" y="949734"/>
                </a:cubicBezTo>
                <a:cubicBezTo>
                  <a:pt x="1162298" y="985305"/>
                  <a:pt x="1180415" y="1003089"/>
                  <a:pt x="1210606" y="1006647"/>
                </a:cubicBezTo>
                <a:cubicBezTo>
                  <a:pt x="1298160" y="1020875"/>
                  <a:pt x="1376658" y="1070674"/>
                  <a:pt x="1455156" y="1113358"/>
                </a:cubicBezTo>
                <a:cubicBezTo>
                  <a:pt x="1491385" y="1131144"/>
                  <a:pt x="1530634" y="1156043"/>
                  <a:pt x="1515538" y="1220069"/>
                </a:cubicBezTo>
                <a:cubicBezTo>
                  <a:pt x="1485348" y="1237855"/>
                  <a:pt x="1464213" y="1212955"/>
                  <a:pt x="1440060" y="1209399"/>
                </a:cubicBezTo>
                <a:cubicBezTo>
                  <a:pt x="1415907" y="1205842"/>
                  <a:pt x="1358543" y="1220069"/>
                  <a:pt x="1373640" y="1230741"/>
                </a:cubicBezTo>
                <a:cubicBezTo>
                  <a:pt x="1443080" y="1269868"/>
                  <a:pt x="1316276" y="1365909"/>
                  <a:pt x="1400810" y="1365909"/>
                </a:cubicBezTo>
                <a:cubicBezTo>
                  <a:pt x="1539691" y="1365909"/>
                  <a:pt x="1615170" y="1536647"/>
                  <a:pt x="1748012" y="1540204"/>
                </a:cubicBezTo>
                <a:cubicBezTo>
                  <a:pt x="1769146" y="1540204"/>
                  <a:pt x="1778203" y="1572219"/>
                  <a:pt x="1778203" y="1597117"/>
                </a:cubicBezTo>
                <a:cubicBezTo>
                  <a:pt x="1778203" y="1629132"/>
                  <a:pt x="1757070" y="1632688"/>
                  <a:pt x="1735936" y="1636245"/>
                </a:cubicBezTo>
                <a:cubicBezTo>
                  <a:pt x="1702725" y="1639802"/>
                  <a:pt x="1666496" y="1597117"/>
                  <a:pt x="1624228" y="1657587"/>
                </a:cubicBezTo>
                <a:cubicBezTo>
                  <a:pt x="1702725" y="1693158"/>
                  <a:pt x="1784242" y="1728729"/>
                  <a:pt x="1781223" y="1849668"/>
                </a:cubicBezTo>
                <a:cubicBezTo>
                  <a:pt x="1781223" y="1881683"/>
                  <a:pt x="1814434" y="1895910"/>
                  <a:pt x="1838587" y="1903025"/>
                </a:cubicBezTo>
                <a:cubicBezTo>
                  <a:pt x="1880854" y="1917252"/>
                  <a:pt x="1914065" y="1938595"/>
                  <a:pt x="1938218" y="1984836"/>
                </a:cubicBezTo>
                <a:cubicBezTo>
                  <a:pt x="1938218" y="1995507"/>
                  <a:pt x="1938218" y="2002622"/>
                  <a:pt x="1938218" y="2013292"/>
                </a:cubicBezTo>
                <a:cubicBezTo>
                  <a:pt x="1932180" y="2123562"/>
                  <a:pt x="1871798" y="2120004"/>
                  <a:pt x="1805376" y="2102219"/>
                </a:cubicBezTo>
                <a:cubicBezTo>
                  <a:pt x="1726878" y="2080877"/>
                  <a:pt x="1648381" y="2038192"/>
                  <a:pt x="1563844" y="2077320"/>
                </a:cubicBezTo>
                <a:cubicBezTo>
                  <a:pt x="1681592" y="2130676"/>
                  <a:pt x="1811414" y="2134233"/>
                  <a:pt x="1920104" y="2208931"/>
                </a:cubicBezTo>
                <a:cubicBezTo>
                  <a:pt x="1515538" y="2223159"/>
                  <a:pt x="1159280" y="1984836"/>
                  <a:pt x="766792" y="1892353"/>
                </a:cubicBezTo>
                <a:cubicBezTo>
                  <a:pt x="778869" y="1952823"/>
                  <a:pt x="812080" y="1967051"/>
                  <a:pt x="839252" y="1974165"/>
                </a:cubicBezTo>
                <a:cubicBezTo>
                  <a:pt x="984170" y="2020407"/>
                  <a:pt x="1110974" y="2112891"/>
                  <a:pt x="1243816" y="2191146"/>
                </a:cubicBezTo>
                <a:cubicBezTo>
                  <a:pt x="1298160" y="2223159"/>
                  <a:pt x="1337410" y="2258731"/>
                  <a:pt x="1358543" y="2326314"/>
                </a:cubicBezTo>
                <a:cubicBezTo>
                  <a:pt x="1376658" y="2390340"/>
                  <a:pt x="1412888" y="2418796"/>
                  <a:pt x="1479310" y="2401012"/>
                </a:cubicBezTo>
                <a:cubicBezTo>
                  <a:pt x="1533654" y="2386784"/>
                  <a:pt x="1591018" y="2393898"/>
                  <a:pt x="1648381" y="2401012"/>
                </a:cubicBezTo>
                <a:cubicBezTo>
                  <a:pt x="1711782" y="2408126"/>
                  <a:pt x="1784242" y="2479267"/>
                  <a:pt x="1769146" y="2518395"/>
                </a:cubicBezTo>
                <a:cubicBezTo>
                  <a:pt x="1738956" y="2582422"/>
                  <a:pt x="1687630" y="2550408"/>
                  <a:pt x="1645361" y="2543294"/>
                </a:cubicBezTo>
                <a:cubicBezTo>
                  <a:pt x="1594036" y="2536181"/>
                  <a:pt x="1500444" y="2518395"/>
                  <a:pt x="1500444" y="2525509"/>
                </a:cubicBezTo>
                <a:cubicBezTo>
                  <a:pt x="1467232" y="2685576"/>
                  <a:pt x="1391754" y="2564636"/>
                  <a:pt x="1337410" y="2564636"/>
                </a:cubicBezTo>
                <a:cubicBezTo>
                  <a:pt x="1286084" y="2564636"/>
                  <a:pt x="1234759" y="2546851"/>
                  <a:pt x="1186452" y="2532623"/>
                </a:cubicBezTo>
                <a:cubicBezTo>
                  <a:pt x="1123051" y="2514837"/>
                  <a:pt x="1065688" y="2546851"/>
                  <a:pt x="1005304" y="2553965"/>
                </a:cubicBezTo>
                <a:cubicBezTo>
                  <a:pt x="950960" y="2561080"/>
                  <a:pt x="981150" y="2653563"/>
                  <a:pt x="947940" y="2692689"/>
                </a:cubicBezTo>
                <a:cubicBezTo>
                  <a:pt x="941903" y="2703362"/>
                  <a:pt x="935864" y="2703362"/>
                  <a:pt x="929826" y="2703362"/>
                </a:cubicBezTo>
                <a:cubicBezTo>
                  <a:pt x="911711" y="2980812"/>
                  <a:pt x="594701" y="2913227"/>
                  <a:pt x="594701" y="2923898"/>
                </a:cubicBezTo>
                <a:cubicBezTo>
                  <a:pt x="567529" y="2941684"/>
                  <a:pt x="534318" y="2899000"/>
                  <a:pt x="501108" y="2941684"/>
                </a:cubicBezTo>
                <a:cubicBezTo>
                  <a:pt x="643007" y="3137322"/>
                  <a:pt x="860386" y="3183563"/>
                  <a:pt x="1053610" y="3329402"/>
                </a:cubicBezTo>
                <a:cubicBezTo>
                  <a:pt x="893597" y="3379202"/>
                  <a:pt x="800002" y="3208463"/>
                  <a:pt x="682256" y="3229805"/>
                </a:cubicBezTo>
                <a:cubicBezTo>
                  <a:pt x="624893" y="3283162"/>
                  <a:pt x="796984" y="3368530"/>
                  <a:pt x="630932" y="3393429"/>
                </a:cubicBezTo>
                <a:cubicBezTo>
                  <a:pt x="703390" y="3439672"/>
                  <a:pt x="754716" y="3485914"/>
                  <a:pt x="806041" y="3539269"/>
                </a:cubicBezTo>
                <a:cubicBezTo>
                  <a:pt x="893597" y="3635309"/>
                  <a:pt x="911711" y="3699337"/>
                  <a:pt x="869444" y="3827390"/>
                </a:cubicBezTo>
                <a:cubicBezTo>
                  <a:pt x="842270" y="3912759"/>
                  <a:pt x="803022" y="3991015"/>
                  <a:pt x="839252" y="4090612"/>
                </a:cubicBezTo>
                <a:cubicBezTo>
                  <a:pt x="863405" y="4158196"/>
                  <a:pt x="854347" y="4204438"/>
                  <a:pt x="763774" y="4172424"/>
                </a:cubicBezTo>
                <a:cubicBezTo>
                  <a:pt x="667160" y="4140411"/>
                  <a:pt x="630932" y="4200882"/>
                  <a:pt x="655085" y="4321821"/>
                </a:cubicBezTo>
                <a:cubicBezTo>
                  <a:pt x="670179" y="4400076"/>
                  <a:pt x="655085" y="4424975"/>
                  <a:pt x="588662" y="4414305"/>
                </a:cubicBezTo>
                <a:cubicBezTo>
                  <a:pt x="516204" y="4403633"/>
                  <a:pt x="446764" y="4353835"/>
                  <a:pt x="356189" y="4378734"/>
                </a:cubicBezTo>
                <a:cubicBezTo>
                  <a:pt x="428648" y="4521016"/>
                  <a:pt x="582626" y="4478331"/>
                  <a:pt x="667160" y="4613499"/>
                </a:cubicBezTo>
                <a:cubicBezTo>
                  <a:pt x="567529" y="4613499"/>
                  <a:pt x="489031" y="4613499"/>
                  <a:pt x="416573" y="4585042"/>
                </a:cubicBezTo>
                <a:cubicBezTo>
                  <a:pt x="386381" y="4574373"/>
                  <a:pt x="353170" y="4560144"/>
                  <a:pt x="335056" y="4602828"/>
                </a:cubicBezTo>
                <a:cubicBezTo>
                  <a:pt x="313920" y="4652628"/>
                  <a:pt x="356189" y="4670412"/>
                  <a:pt x="380342" y="4677526"/>
                </a:cubicBezTo>
                <a:cubicBezTo>
                  <a:pt x="449784" y="4702425"/>
                  <a:pt x="504126" y="4759339"/>
                  <a:pt x="564510" y="4805580"/>
                </a:cubicBezTo>
                <a:cubicBezTo>
                  <a:pt x="694332" y="4905177"/>
                  <a:pt x="836233" y="4990547"/>
                  <a:pt x="944922" y="5154171"/>
                </a:cubicBezTo>
                <a:cubicBezTo>
                  <a:pt x="809060" y="5111487"/>
                  <a:pt x="706410" y="5011889"/>
                  <a:pt x="576586" y="4994104"/>
                </a:cubicBezTo>
                <a:cubicBezTo>
                  <a:pt x="688296" y="5143500"/>
                  <a:pt x="830194" y="5243097"/>
                  <a:pt x="963036" y="5353367"/>
                </a:cubicBezTo>
                <a:cubicBezTo>
                  <a:pt x="1002286" y="5385379"/>
                  <a:pt x="1041534" y="5406721"/>
                  <a:pt x="1047572" y="5474306"/>
                </a:cubicBezTo>
                <a:cubicBezTo>
                  <a:pt x="1065688" y="5605917"/>
                  <a:pt x="1113992" y="5712629"/>
                  <a:pt x="1222682" y="5769542"/>
                </a:cubicBezTo>
                <a:cubicBezTo>
                  <a:pt x="1222682" y="5769542"/>
                  <a:pt x="1216644" y="5790884"/>
                  <a:pt x="1213626" y="5801555"/>
                </a:cubicBezTo>
                <a:cubicBezTo>
                  <a:pt x="1147203" y="5805112"/>
                  <a:pt x="1095878" y="5726858"/>
                  <a:pt x="1014361" y="5755314"/>
                </a:cubicBezTo>
                <a:cubicBezTo>
                  <a:pt x="1095878" y="5862025"/>
                  <a:pt x="1162298" y="5954508"/>
                  <a:pt x="1274008" y="6004307"/>
                </a:cubicBezTo>
                <a:cubicBezTo>
                  <a:pt x="1364582" y="6043434"/>
                  <a:pt x="1476290" y="6068335"/>
                  <a:pt x="1542711" y="6196388"/>
                </a:cubicBezTo>
                <a:cubicBezTo>
                  <a:pt x="1467232" y="6221287"/>
                  <a:pt x="1409868" y="6189274"/>
                  <a:pt x="1352504" y="6167932"/>
                </a:cubicBezTo>
                <a:cubicBezTo>
                  <a:pt x="1264950" y="6132361"/>
                  <a:pt x="1177395" y="6093234"/>
                  <a:pt x="1089840" y="6057663"/>
                </a:cubicBezTo>
                <a:cubicBezTo>
                  <a:pt x="1056628" y="6043434"/>
                  <a:pt x="1020400" y="6036320"/>
                  <a:pt x="999266" y="6100347"/>
                </a:cubicBezTo>
                <a:cubicBezTo>
                  <a:pt x="1110974" y="6114575"/>
                  <a:pt x="1177395" y="6199945"/>
                  <a:pt x="1246836" y="6281757"/>
                </a:cubicBezTo>
                <a:cubicBezTo>
                  <a:pt x="1286084" y="6327999"/>
                  <a:pt x="1319295" y="6388469"/>
                  <a:pt x="1388735" y="6367127"/>
                </a:cubicBezTo>
                <a:cubicBezTo>
                  <a:pt x="1424964" y="6356456"/>
                  <a:pt x="1449118" y="6388469"/>
                  <a:pt x="1446099" y="6431153"/>
                </a:cubicBezTo>
                <a:cubicBezTo>
                  <a:pt x="1431002" y="6580550"/>
                  <a:pt x="1518558" y="6630349"/>
                  <a:pt x="1609132" y="6658805"/>
                </a:cubicBezTo>
                <a:cubicBezTo>
                  <a:pt x="1741974" y="6701489"/>
                  <a:pt x="1859720" y="6786859"/>
                  <a:pt x="1983504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84055CF4-C075-8D8C-671D-8B59ECFAA9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8857912"/>
              </p:ext>
            </p:extLst>
          </p:nvPr>
        </p:nvGraphicFramePr>
        <p:xfrm>
          <a:off x="-1" y="0"/>
          <a:ext cx="12191999" cy="6858001"/>
        </p:xfrm>
        <a:graphic>
          <a:graphicData uri="http://schemas.openxmlformats.org/drawingml/2006/table">
            <a:tbl>
              <a:tblPr/>
              <a:tblGrid>
                <a:gridCol w="2707627">
                  <a:extLst>
                    <a:ext uri="{9D8B030D-6E8A-4147-A177-3AD203B41FA5}">
                      <a16:colId xmlns:a16="http://schemas.microsoft.com/office/drawing/2014/main" val="4201041460"/>
                    </a:ext>
                  </a:extLst>
                </a:gridCol>
                <a:gridCol w="4601430">
                  <a:extLst>
                    <a:ext uri="{9D8B030D-6E8A-4147-A177-3AD203B41FA5}">
                      <a16:colId xmlns:a16="http://schemas.microsoft.com/office/drawing/2014/main" val="1191100822"/>
                    </a:ext>
                  </a:extLst>
                </a:gridCol>
                <a:gridCol w="4882942">
                  <a:extLst>
                    <a:ext uri="{9D8B030D-6E8A-4147-A177-3AD203B41FA5}">
                      <a16:colId xmlns:a16="http://schemas.microsoft.com/office/drawing/2014/main" val="318996185"/>
                    </a:ext>
                  </a:extLst>
                </a:gridCol>
              </a:tblGrid>
              <a:tr h="84761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0" i="0" u="none" strike="noStrike">
                          <a:effectLst/>
                          <a:latin typeface="Arial" panose="020B0604020202020204" pitchFamily="34" charset="0"/>
                        </a:rPr>
                        <a:t>Resultado</a:t>
                      </a: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0" i="0" u="none" strike="noStrike">
                          <a:effectLst/>
                          <a:latin typeface="Arial" panose="020B0604020202020204" pitchFamily="34" charset="0"/>
                        </a:rPr>
                        <a:t>O que representa</a:t>
                      </a: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0" i="0" u="none" strike="noStrike">
                          <a:effectLst/>
                          <a:latin typeface="Arial" panose="020B0604020202020204" pitchFamily="34" charset="0"/>
                        </a:rPr>
                        <a:t>Como você usa</a:t>
                      </a: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232216"/>
                  </a:ext>
                </a:extLst>
              </a:tr>
              <a:tr h="200346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1" i="0" u="none" strike="noStrike">
                          <a:effectLst/>
                          <a:latin typeface="Arial" panose="020B0604020202020204" pitchFamily="34" charset="0"/>
                        </a:rPr>
                        <a:t>kS</a:t>
                      </a:r>
                      <a:endParaRPr lang="pt-BR" sz="2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0" i="0" u="none" strike="noStrike">
                          <a:effectLst/>
                          <a:latin typeface="Arial" panose="020B0604020202020204" pitchFamily="34" charset="0"/>
                        </a:rPr>
                        <a:t>Tensão necessária para vencer o atrito</a:t>
                      </a: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0" i="0" u="none" strike="noStrike" dirty="0">
                          <a:effectLst/>
                          <a:latin typeface="Arial" panose="020B0604020202020204" pitchFamily="34" charset="0"/>
                        </a:rPr>
                        <a:t>Ajuda o robô a começar a mover sem demora</a:t>
                      </a: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9330173"/>
                  </a:ext>
                </a:extLst>
              </a:tr>
              <a:tr h="200346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1" i="0" u="none" strike="noStrike">
                          <a:effectLst/>
                          <a:latin typeface="Arial" panose="020B0604020202020204" pitchFamily="34" charset="0"/>
                        </a:rPr>
                        <a:t>kV</a:t>
                      </a:r>
                      <a:endParaRPr lang="pt-BR" sz="2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0" i="0" u="none" strike="noStrike">
                          <a:effectLst/>
                          <a:latin typeface="Arial" panose="020B0604020202020204" pitchFamily="34" charset="0"/>
                        </a:rPr>
                        <a:t>Tensão necessária para manter uma velocidade</a:t>
                      </a: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0" i="0" u="none" strike="noStrike">
                          <a:effectLst/>
                          <a:latin typeface="Arial" panose="020B0604020202020204" pitchFamily="34" charset="0"/>
                        </a:rPr>
                        <a:t>Melhora a precisão da velocidade comandada</a:t>
                      </a: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5695319"/>
                  </a:ext>
                </a:extLst>
              </a:tr>
              <a:tr h="200346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1" i="0" u="none" strike="noStrike">
                          <a:effectLst/>
                          <a:latin typeface="Arial" panose="020B0604020202020204" pitchFamily="34" charset="0"/>
                        </a:rPr>
                        <a:t>kA</a:t>
                      </a:r>
                      <a:endParaRPr lang="pt-BR" sz="2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0" i="0" u="none" strike="noStrike">
                          <a:effectLst/>
                          <a:latin typeface="Arial" panose="020B0604020202020204" pitchFamily="34" charset="0"/>
                        </a:rPr>
                        <a:t>Tensão adicional durante a aceleração</a:t>
                      </a: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2700" b="0" i="0" u="none" strike="noStrike" dirty="0">
                          <a:effectLst/>
                          <a:latin typeface="Arial" panose="020B0604020202020204" pitchFamily="34" charset="0"/>
                        </a:rPr>
                        <a:t>Ajuda quando você fornece uma aceleração desejada</a:t>
                      </a:r>
                    </a:p>
                  </a:txBody>
                  <a:tcPr marL="139648" marR="139648" marT="69824" marB="6982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1126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27630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C1E5815-D54C-487F-A054-6D4930ADE3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6ED162D-3954-A075-9E53-4B97446ED3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1"/>
            <a:ext cx="7767145" cy="6870177"/>
          </a:xfrm>
          <a:prstGeom prst="rect">
            <a:avLst/>
          </a:prstGeom>
        </p:spPr>
      </p:pic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36F0DFD-0954-464F-BF12-DD2E6F6E0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208496" y="0"/>
            <a:ext cx="1983504" cy="6858000"/>
          </a:xfrm>
          <a:custGeom>
            <a:avLst/>
            <a:gdLst>
              <a:gd name="connsiteX0" fmla="*/ 0 w 1983504"/>
              <a:gd name="connsiteY0" fmla="*/ 0 h 6858000"/>
              <a:gd name="connsiteX1" fmla="*/ 1376658 w 1983504"/>
              <a:gd name="connsiteY1" fmla="*/ 0 h 6858000"/>
              <a:gd name="connsiteX2" fmla="*/ 1690650 w 1983504"/>
              <a:gd name="connsiteY2" fmla="*/ 110269 h 6858000"/>
              <a:gd name="connsiteX3" fmla="*/ 1645361 w 1983504"/>
              <a:gd name="connsiteY3" fmla="*/ 135168 h 6858000"/>
              <a:gd name="connsiteX4" fmla="*/ 1373640 w 1983504"/>
              <a:gd name="connsiteY4" fmla="*/ 71141 h 6858000"/>
              <a:gd name="connsiteX5" fmla="*/ 1319295 w 1983504"/>
              <a:gd name="connsiteY5" fmla="*/ 88927 h 6858000"/>
              <a:gd name="connsiteX6" fmla="*/ 1346468 w 1983504"/>
              <a:gd name="connsiteY6" fmla="*/ 163625 h 6858000"/>
              <a:gd name="connsiteX7" fmla="*/ 1464213 w 1983504"/>
              <a:gd name="connsiteY7" fmla="*/ 192082 h 6858000"/>
              <a:gd name="connsiteX8" fmla="*/ 1648381 w 1983504"/>
              <a:gd name="connsiteY8" fmla="*/ 373491 h 6858000"/>
              <a:gd name="connsiteX9" fmla="*/ 1370620 w 1983504"/>
              <a:gd name="connsiteY9" fmla="*/ 352148 h 6858000"/>
              <a:gd name="connsiteX10" fmla="*/ 1322314 w 1983504"/>
              <a:gd name="connsiteY10" fmla="*/ 394834 h 6858000"/>
              <a:gd name="connsiteX11" fmla="*/ 1304199 w 1983504"/>
              <a:gd name="connsiteY11" fmla="*/ 451747 h 6858000"/>
              <a:gd name="connsiteX12" fmla="*/ 1222682 w 1983504"/>
              <a:gd name="connsiteY12" fmla="*/ 359262 h 6858000"/>
              <a:gd name="connsiteX13" fmla="*/ 1153242 w 1983504"/>
              <a:gd name="connsiteY13" fmla="*/ 334364 h 6858000"/>
              <a:gd name="connsiteX14" fmla="*/ 1132108 w 1983504"/>
              <a:gd name="connsiteY14" fmla="*/ 416176 h 6858000"/>
              <a:gd name="connsiteX15" fmla="*/ 1195509 w 1983504"/>
              <a:gd name="connsiteY15" fmla="*/ 505101 h 6858000"/>
              <a:gd name="connsiteX16" fmla="*/ 1364582 w 1983504"/>
              <a:gd name="connsiteY16" fmla="*/ 558458 h 6858000"/>
              <a:gd name="connsiteX17" fmla="*/ 1183434 w 1983504"/>
              <a:gd name="connsiteY17" fmla="*/ 558458 h 6858000"/>
              <a:gd name="connsiteX18" fmla="*/ 975114 w 1983504"/>
              <a:gd name="connsiteY18" fmla="*/ 522887 h 6858000"/>
              <a:gd name="connsiteX19" fmla="*/ 754716 w 1983504"/>
              <a:gd name="connsiteY19" fmla="*/ 533558 h 6858000"/>
              <a:gd name="connsiteX20" fmla="*/ 546395 w 1983504"/>
              <a:gd name="connsiteY20" fmla="*/ 462417 h 6858000"/>
              <a:gd name="connsiteX21" fmla="*/ 335056 w 1983504"/>
              <a:gd name="connsiteY21" fmla="*/ 465975 h 6858000"/>
              <a:gd name="connsiteX22" fmla="*/ 1270988 w 1983504"/>
              <a:gd name="connsiteY22" fmla="*/ 910606 h 6858000"/>
              <a:gd name="connsiteX23" fmla="*/ 1225701 w 1983504"/>
              <a:gd name="connsiteY23" fmla="*/ 921277 h 6858000"/>
              <a:gd name="connsiteX24" fmla="*/ 1165318 w 1983504"/>
              <a:gd name="connsiteY24" fmla="*/ 949734 h 6858000"/>
              <a:gd name="connsiteX25" fmla="*/ 1210606 w 1983504"/>
              <a:gd name="connsiteY25" fmla="*/ 1006647 h 6858000"/>
              <a:gd name="connsiteX26" fmla="*/ 1455156 w 1983504"/>
              <a:gd name="connsiteY26" fmla="*/ 1113358 h 6858000"/>
              <a:gd name="connsiteX27" fmla="*/ 1515538 w 1983504"/>
              <a:gd name="connsiteY27" fmla="*/ 1220069 h 6858000"/>
              <a:gd name="connsiteX28" fmla="*/ 1440060 w 1983504"/>
              <a:gd name="connsiteY28" fmla="*/ 1209399 h 6858000"/>
              <a:gd name="connsiteX29" fmla="*/ 1373640 w 1983504"/>
              <a:gd name="connsiteY29" fmla="*/ 1230741 h 6858000"/>
              <a:gd name="connsiteX30" fmla="*/ 1400810 w 1983504"/>
              <a:gd name="connsiteY30" fmla="*/ 1365909 h 6858000"/>
              <a:gd name="connsiteX31" fmla="*/ 1748012 w 1983504"/>
              <a:gd name="connsiteY31" fmla="*/ 1540204 h 6858000"/>
              <a:gd name="connsiteX32" fmla="*/ 1778203 w 1983504"/>
              <a:gd name="connsiteY32" fmla="*/ 1597117 h 6858000"/>
              <a:gd name="connsiteX33" fmla="*/ 1735936 w 1983504"/>
              <a:gd name="connsiteY33" fmla="*/ 1636245 h 6858000"/>
              <a:gd name="connsiteX34" fmla="*/ 1624228 w 1983504"/>
              <a:gd name="connsiteY34" fmla="*/ 1657587 h 6858000"/>
              <a:gd name="connsiteX35" fmla="*/ 1781223 w 1983504"/>
              <a:gd name="connsiteY35" fmla="*/ 1849668 h 6858000"/>
              <a:gd name="connsiteX36" fmla="*/ 1838587 w 1983504"/>
              <a:gd name="connsiteY36" fmla="*/ 1903025 h 6858000"/>
              <a:gd name="connsiteX37" fmla="*/ 1938218 w 1983504"/>
              <a:gd name="connsiteY37" fmla="*/ 1984836 h 6858000"/>
              <a:gd name="connsiteX38" fmla="*/ 1938218 w 1983504"/>
              <a:gd name="connsiteY38" fmla="*/ 2013292 h 6858000"/>
              <a:gd name="connsiteX39" fmla="*/ 1805376 w 1983504"/>
              <a:gd name="connsiteY39" fmla="*/ 2102219 h 6858000"/>
              <a:gd name="connsiteX40" fmla="*/ 1563844 w 1983504"/>
              <a:gd name="connsiteY40" fmla="*/ 2077320 h 6858000"/>
              <a:gd name="connsiteX41" fmla="*/ 1920104 w 1983504"/>
              <a:gd name="connsiteY41" fmla="*/ 2208931 h 6858000"/>
              <a:gd name="connsiteX42" fmla="*/ 766792 w 1983504"/>
              <a:gd name="connsiteY42" fmla="*/ 1892353 h 6858000"/>
              <a:gd name="connsiteX43" fmla="*/ 839252 w 1983504"/>
              <a:gd name="connsiteY43" fmla="*/ 1974165 h 6858000"/>
              <a:gd name="connsiteX44" fmla="*/ 1243816 w 1983504"/>
              <a:gd name="connsiteY44" fmla="*/ 2191146 h 6858000"/>
              <a:gd name="connsiteX45" fmla="*/ 1358543 w 1983504"/>
              <a:gd name="connsiteY45" fmla="*/ 2326314 h 6858000"/>
              <a:gd name="connsiteX46" fmla="*/ 1479310 w 1983504"/>
              <a:gd name="connsiteY46" fmla="*/ 2401012 h 6858000"/>
              <a:gd name="connsiteX47" fmla="*/ 1648381 w 1983504"/>
              <a:gd name="connsiteY47" fmla="*/ 2401012 h 6858000"/>
              <a:gd name="connsiteX48" fmla="*/ 1769146 w 1983504"/>
              <a:gd name="connsiteY48" fmla="*/ 2518395 h 6858000"/>
              <a:gd name="connsiteX49" fmla="*/ 1645361 w 1983504"/>
              <a:gd name="connsiteY49" fmla="*/ 2543294 h 6858000"/>
              <a:gd name="connsiteX50" fmla="*/ 1500444 w 1983504"/>
              <a:gd name="connsiteY50" fmla="*/ 2525509 h 6858000"/>
              <a:gd name="connsiteX51" fmla="*/ 1337410 w 1983504"/>
              <a:gd name="connsiteY51" fmla="*/ 2564636 h 6858000"/>
              <a:gd name="connsiteX52" fmla="*/ 1186452 w 1983504"/>
              <a:gd name="connsiteY52" fmla="*/ 2532623 h 6858000"/>
              <a:gd name="connsiteX53" fmla="*/ 1005304 w 1983504"/>
              <a:gd name="connsiteY53" fmla="*/ 2553965 h 6858000"/>
              <a:gd name="connsiteX54" fmla="*/ 947940 w 1983504"/>
              <a:gd name="connsiteY54" fmla="*/ 2692689 h 6858000"/>
              <a:gd name="connsiteX55" fmla="*/ 929826 w 1983504"/>
              <a:gd name="connsiteY55" fmla="*/ 2703362 h 6858000"/>
              <a:gd name="connsiteX56" fmla="*/ 594701 w 1983504"/>
              <a:gd name="connsiteY56" fmla="*/ 2923898 h 6858000"/>
              <a:gd name="connsiteX57" fmla="*/ 501108 w 1983504"/>
              <a:gd name="connsiteY57" fmla="*/ 2941684 h 6858000"/>
              <a:gd name="connsiteX58" fmla="*/ 1053610 w 1983504"/>
              <a:gd name="connsiteY58" fmla="*/ 3329402 h 6858000"/>
              <a:gd name="connsiteX59" fmla="*/ 682256 w 1983504"/>
              <a:gd name="connsiteY59" fmla="*/ 3229805 h 6858000"/>
              <a:gd name="connsiteX60" fmla="*/ 630932 w 1983504"/>
              <a:gd name="connsiteY60" fmla="*/ 3393429 h 6858000"/>
              <a:gd name="connsiteX61" fmla="*/ 806041 w 1983504"/>
              <a:gd name="connsiteY61" fmla="*/ 3539269 h 6858000"/>
              <a:gd name="connsiteX62" fmla="*/ 869444 w 1983504"/>
              <a:gd name="connsiteY62" fmla="*/ 3827390 h 6858000"/>
              <a:gd name="connsiteX63" fmla="*/ 839252 w 1983504"/>
              <a:gd name="connsiteY63" fmla="*/ 4090612 h 6858000"/>
              <a:gd name="connsiteX64" fmla="*/ 763774 w 1983504"/>
              <a:gd name="connsiteY64" fmla="*/ 4172424 h 6858000"/>
              <a:gd name="connsiteX65" fmla="*/ 655085 w 1983504"/>
              <a:gd name="connsiteY65" fmla="*/ 4321821 h 6858000"/>
              <a:gd name="connsiteX66" fmla="*/ 588662 w 1983504"/>
              <a:gd name="connsiteY66" fmla="*/ 4414305 h 6858000"/>
              <a:gd name="connsiteX67" fmla="*/ 356189 w 1983504"/>
              <a:gd name="connsiteY67" fmla="*/ 4378734 h 6858000"/>
              <a:gd name="connsiteX68" fmla="*/ 667160 w 1983504"/>
              <a:gd name="connsiteY68" fmla="*/ 4613499 h 6858000"/>
              <a:gd name="connsiteX69" fmla="*/ 416573 w 1983504"/>
              <a:gd name="connsiteY69" fmla="*/ 4585042 h 6858000"/>
              <a:gd name="connsiteX70" fmla="*/ 335056 w 1983504"/>
              <a:gd name="connsiteY70" fmla="*/ 4602828 h 6858000"/>
              <a:gd name="connsiteX71" fmla="*/ 380342 w 1983504"/>
              <a:gd name="connsiteY71" fmla="*/ 4677526 h 6858000"/>
              <a:gd name="connsiteX72" fmla="*/ 564510 w 1983504"/>
              <a:gd name="connsiteY72" fmla="*/ 4805580 h 6858000"/>
              <a:gd name="connsiteX73" fmla="*/ 944922 w 1983504"/>
              <a:gd name="connsiteY73" fmla="*/ 5154171 h 6858000"/>
              <a:gd name="connsiteX74" fmla="*/ 576586 w 1983504"/>
              <a:gd name="connsiteY74" fmla="*/ 4994104 h 6858000"/>
              <a:gd name="connsiteX75" fmla="*/ 963036 w 1983504"/>
              <a:gd name="connsiteY75" fmla="*/ 5353367 h 6858000"/>
              <a:gd name="connsiteX76" fmla="*/ 1047572 w 1983504"/>
              <a:gd name="connsiteY76" fmla="*/ 5474306 h 6858000"/>
              <a:gd name="connsiteX77" fmla="*/ 1222682 w 1983504"/>
              <a:gd name="connsiteY77" fmla="*/ 5769542 h 6858000"/>
              <a:gd name="connsiteX78" fmla="*/ 1213626 w 1983504"/>
              <a:gd name="connsiteY78" fmla="*/ 5801555 h 6858000"/>
              <a:gd name="connsiteX79" fmla="*/ 1014361 w 1983504"/>
              <a:gd name="connsiteY79" fmla="*/ 5755314 h 6858000"/>
              <a:gd name="connsiteX80" fmla="*/ 1274008 w 1983504"/>
              <a:gd name="connsiteY80" fmla="*/ 6004307 h 6858000"/>
              <a:gd name="connsiteX81" fmla="*/ 1542711 w 1983504"/>
              <a:gd name="connsiteY81" fmla="*/ 6196388 h 6858000"/>
              <a:gd name="connsiteX82" fmla="*/ 1352504 w 1983504"/>
              <a:gd name="connsiteY82" fmla="*/ 6167932 h 6858000"/>
              <a:gd name="connsiteX83" fmla="*/ 1089840 w 1983504"/>
              <a:gd name="connsiteY83" fmla="*/ 6057663 h 6858000"/>
              <a:gd name="connsiteX84" fmla="*/ 999266 w 1983504"/>
              <a:gd name="connsiteY84" fmla="*/ 6100347 h 6858000"/>
              <a:gd name="connsiteX85" fmla="*/ 1246836 w 1983504"/>
              <a:gd name="connsiteY85" fmla="*/ 6281757 h 6858000"/>
              <a:gd name="connsiteX86" fmla="*/ 1388735 w 1983504"/>
              <a:gd name="connsiteY86" fmla="*/ 6367127 h 6858000"/>
              <a:gd name="connsiteX87" fmla="*/ 1446099 w 1983504"/>
              <a:gd name="connsiteY87" fmla="*/ 6431153 h 6858000"/>
              <a:gd name="connsiteX88" fmla="*/ 1609132 w 1983504"/>
              <a:gd name="connsiteY88" fmla="*/ 6658805 h 6858000"/>
              <a:gd name="connsiteX89" fmla="*/ 1983504 w 1983504"/>
              <a:gd name="connsiteY89" fmla="*/ 6858000 h 6858000"/>
              <a:gd name="connsiteX90" fmla="*/ 0 w 1983504"/>
              <a:gd name="connsiteY90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983504" h="6858000">
                <a:moveTo>
                  <a:pt x="0" y="0"/>
                </a:moveTo>
                <a:lnTo>
                  <a:pt x="1376658" y="0"/>
                </a:lnTo>
                <a:cubicBezTo>
                  <a:pt x="1482328" y="35571"/>
                  <a:pt x="1584980" y="78255"/>
                  <a:pt x="1690650" y="110269"/>
                </a:cubicBezTo>
                <a:cubicBezTo>
                  <a:pt x="1675553" y="145839"/>
                  <a:pt x="1660458" y="138725"/>
                  <a:pt x="1645361" y="135168"/>
                </a:cubicBezTo>
                <a:cubicBezTo>
                  <a:pt x="1554788" y="120941"/>
                  <a:pt x="1461194" y="110269"/>
                  <a:pt x="1373640" y="71141"/>
                </a:cubicBezTo>
                <a:cubicBezTo>
                  <a:pt x="1352504" y="64027"/>
                  <a:pt x="1328352" y="64027"/>
                  <a:pt x="1319295" y="88927"/>
                </a:cubicBezTo>
                <a:cubicBezTo>
                  <a:pt x="1304199" y="124497"/>
                  <a:pt x="1325332" y="145839"/>
                  <a:pt x="1346468" y="163625"/>
                </a:cubicBezTo>
                <a:cubicBezTo>
                  <a:pt x="1382696" y="195638"/>
                  <a:pt x="1424964" y="188525"/>
                  <a:pt x="1464213" y="192082"/>
                </a:cubicBezTo>
                <a:cubicBezTo>
                  <a:pt x="1572902" y="209867"/>
                  <a:pt x="1624228" y="259665"/>
                  <a:pt x="1648381" y="373491"/>
                </a:cubicBezTo>
                <a:cubicBezTo>
                  <a:pt x="1554788" y="327250"/>
                  <a:pt x="1461194" y="384162"/>
                  <a:pt x="1370620" y="352148"/>
                </a:cubicBezTo>
                <a:cubicBezTo>
                  <a:pt x="1346468" y="345034"/>
                  <a:pt x="1310237" y="355706"/>
                  <a:pt x="1322314" y="394834"/>
                </a:cubicBezTo>
                <a:cubicBezTo>
                  <a:pt x="1334390" y="430405"/>
                  <a:pt x="1373640" y="458860"/>
                  <a:pt x="1304199" y="451747"/>
                </a:cubicBezTo>
                <a:cubicBezTo>
                  <a:pt x="1252873" y="448189"/>
                  <a:pt x="1237778" y="405504"/>
                  <a:pt x="1222682" y="359262"/>
                </a:cubicBezTo>
                <a:cubicBezTo>
                  <a:pt x="1210606" y="334364"/>
                  <a:pt x="1177395" y="320135"/>
                  <a:pt x="1153242" y="334364"/>
                </a:cubicBezTo>
                <a:cubicBezTo>
                  <a:pt x="1123051" y="348592"/>
                  <a:pt x="1132108" y="387720"/>
                  <a:pt x="1132108" y="416176"/>
                </a:cubicBezTo>
                <a:cubicBezTo>
                  <a:pt x="1129088" y="469532"/>
                  <a:pt x="1153242" y="494431"/>
                  <a:pt x="1195509" y="505101"/>
                </a:cubicBezTo>
                <a:cubicBezTo>
                  <a:pt x="1246836" y="519330"/>
                  <a:pt x="1298160" y="537116"/>
                  <a:pt x="1364582" y="558458"/>
                </a:cubicBezTo>
                <a:cubicBezTo>
                  <a:pt x="1292122" y="594028"/>
                  <a:pt x="1237778" y="586915"/>
                  <a:pt x="1183434" y="558458"/>
                </a:cubicBezTo>
                <a:cubicBezTo>
                  <a:pt x="1117012" y="526444"/>
                  <a:pt x="1029458" y="483759"/>
                  <a:pt x="975114" y="522887"/>
                </a:cubicBezTo>
                <a:cubicBezTo>
                  <a:pt x="893597" y="579800"/>
                  <a:pt x="827176" y="544229"/>
                  <a:pt x="754716" y="533558"/>
                </a:cubicBezTo>
                <a:cubicBezTo>
                  <a:pt x="603758" y="512216"/>
                  <a:pt x="697352" y="480203"/>
                  <a:pt x="546395" y="462417"/>
                </a:cubicBezTo>
                <a:cubicBezTo>
                  <a:pt x="486012" y="455303"/>
                  <a:pt x="422610" y="426847"/>
                  <a:pt x="335056" y="465975"/>
                </a:cubicBezTo>
                <a:cubicBezTo>
                  <a:pt x="730563" y="672284"/>
                  <a:pt x="917750" y="658055"/>
                  <a:pt x="1270988" y="910606"/>
                </a:cubicBezTo>
                <a:cubicBezTo>
                  <a:pt x="1255893" y="935506"/>
                  <a:pt x="1240798" y="924835"/>
                  <a:pt x="1225701" y="921277"/>
                </a:cubicBezTo>
                <a:cubicBezTo>
                  <a:pt x="1201548" y="917720"/>
                  <a:pt x="1171356" y="903491"/>
                  <a:pt x="1165318" y="949734"/>
                </a:cubicBezTo>
                <a:cubicBezTo>
                  <a:pt x="1162298" y="985305"/>
                  <a:pt x="1180415" y="1003089"/>
                  <a:pt x="1210606" y="1006647"/>
                </a:cubicBezTo>
                <a:cubicBezTo>
                  <a:pt x="1298160" y="1020875"/>
                  <a:pt x="1376658" y="1070674"/>
                  <a:pt x="1455156" y="1113358"/>
                </a:cubicBezTo>
                <a:cubicBezTo>
                  <a:pt x="1491385" y="1131144"/>
                  <a:pt x="1530634" y="1156043"/>
                  <a:pt x="1515538" y="1220069"/>
                </a:cubicBezTo>
                <a:cubicBezTo>
                  <a:pt x="1485348" y="1237855"/>
                  <a:pt x="1464213" y="1212955"/>
                  <a:pt x="1440060" y="1209399"/>
                </a:cubicBezTo>
                <a:cubicBezTo>
                  <a:pt x="1415907" y="1205842"/>
                  <a:pt x="1358543" y="1220069"/>
                  <a:pt x="1373640" y="1230741"/>
                </a:cubicBezTo>
                <a:cubicBezTo>
                  <a:pt x="1443080" y="1269868"/>
                  <a:pt x="1316276" y="1365909"/>
                  <a:pt x="1400810" y="1365909"/>
                </a:cubicBezTo>
                <a:cubicBezTo>
                  <a:pt x="1539691" y="1365909"/>
                  <a:pt x="1615170" y="1536647"/>
                  <a:pt x="1748012" y="1540204"/>
                </a:cubicBezTo>
                <a:cubicBezTo>
                  <a:pt x="1769146" y="1540204"/>
                  <a:pt x="1778203" y="1572219"/>
                  <a:pt x="1778203" y="1597117"/>
                </a:cubicBezTo>
                <a:cubicBezTo>
                  <a:pt x="1778203" y="1629132"/>
                  <a:pt x="1757070" y="1632688"/>
                  <a:pt x="1735936" y="1636245"/>
                </a:cubicBezTo>
                <a:cubicBezTo>
                  <a:pt x="1702725" y="1639802"/>
                  <a:pt x="1666496" y="1597117"/>
                  <a:pt x="1624228" y="1657587"/>
                </a:cubicBezTo>
                <a:cubicBezTo>
                  <a:pt x="1702725" y="1693158"/>
                  <a:pt x="1784242" y="1728729"/>
                  <a:pt x="1781223" y="1849668"/>
                </a:cubicBezTo>
                <a:cubicBezTo>
                  <a:pt x="1781223" y="1881683"/>
                  <a:pt x="1814434" y="1895910"/>
                  <a:pt x="1838587" y="1903025"/>
                </a:cubicBezTo>
                <a:cubicBezTo>
                  <a:pt x="1880854" y="1917252"/>
                  <a:pt x="1914065" y="1938595"/>
                  <a:pt x="1938218" y="1984836"/>
                </a:cubicBezTo>
                <a:cubicBezTo>
                  <a:pt x="1938218" y="1995507"/>
                  <a:pt x="1938218" y="2002622"/>
                  <a:pt x="1938218" y="2013292"/>
                </a:cubicBezTo>
                <a:cubicBezTo>
                  <a:pt x="1932180" y="2123562"/>
                  <a:pt x="1871798" y="2120004"/>
                  <a:pt x="1805376" y="2102219"/>
                </a:cubicBezTo>
                <a:cubicBezTo>
                  <a:pt x="1726878" y="2080877"/>
                  <a:pt x="1648381" y="2038192"/>
                  <a:pt x="1563844" y="2077320"/>
                </a:cubicBezTo>
                <a:cubicBezTo>
                  <a:pt x="1681592" y="2130676"/>
                  <a:pt x="1811414" y="2134233"/>
                  <a:pt x="1920104" y="2208931"/>
                </a:cubicBezTo>
                <a:cubicBezTo>
                  <a:pt x="1515538" y="2223159"/>
                  <a:pt x="1159280" y="1984836"/>
                  <a:pt x="766792" y="1892353"/>
                </a:cubicBezTo>
                <a:cubicBezTo>
                  <a:pt x="778869" y="1952823"/>
                  <a:pt x="812080" y="1967051"/>
                  <a:pt x="839252" y="1974165"/>
                </a:cubicBezTo>
                <a:cubicBezTo>
                  <a:pt x="984170" y="2020407"/>
                  <a:pt x="1110974" y="2112891"/>
                  <a:pt x="1243816" y="2191146"/>
                </a:cubicBezTo>
                <a:cubicBezTo>
                  <a:pt x="1298160" y="2223159"/>
                  <a:pt x="1337410" y="2258731"/>
                  <a:pt x="1358543" y="2326314"/>
                </a:cubicBezTo>
                <a:cubicBezTo>
                  <a:pt x="1376658" y="2390340"/>
                  <a:pt x="1412888" y="2418796"/>
                  <a:pt x="1479310" y="2401012"/>
                </a:cubicBezTo>
                <a:cubicBezTo>
                  <a:pt x="1533654" y="2386784"/>
                  <a:pt x="1591018" y="2393898"/>
                  <a:pt x="1648381" y="2401012"/>
                </a:cubicBezTo>
                <a:cubicBezTo>
                  <a:pt x="1711782" y="2408126"/>
                  <a:pt x="1784242" y="2479267"/>
                  <a:pt x="1769146" y="2518395"/>
                </a:cubicBezTo>
                <a:cubicBezTo>
                  <a:pt x="1738956" y="2582422"/>
                  <a:pt x="1687630" y="2550408"/>
                  <a:pt x="1645361" y="2543294"/>
                </a:cubicBezTo>
                <a:cubicBezTo>
                  <a:pt x="1594036" y="2536181"/>
                  <a:pt x="1500444" y="2518395"/>
                  <a:pt x="1500444" y="2525509"/>
                </a:cubicBezTo>
                <a:cubicBezTo>
                  <a:pt x="1467232" y="2685576"/>
                  <a:pt x="1391754" y="2564636"/>
                  <a:pt x="1337410" y="2564636"/>
                </a:cubicBezTo>
                <a:cubicBezTo>
                  <a:pt x="1286084" y="2564636"/>
                  <a:pt x="1234759" y="2546851"/>
                  <a:pt x="1186452" y="2532623"/>
                </a:cubicBezTo>
                <a:cubicBezTo>
                  <a:pt x="1123051" y="2514837"/>
                  <a:pt x="1065688" y="2546851"/>
                  <a:pt x="1005304" y="2553965"/>
                </a:cubicBezTo>
                <a:cubicBezTo>
                  <a:pt x="950960" y="2561080"/>
                  <a:pt x="981150" y="2653563"/>
                  <a:pt x="947940" y="2692689"/>
                </a:cubicBezTo>
                <a:cubicBezTo>
                  <a:pt x="941903" y="2703362"/>
                  <a:pt x="935864" y="2703362"/>
                  <a:pt x="929826" y="2703362"/>
                </a:cubicBezTo>
                <a:cubicBezTo>
                  <a:pt x="911711" y="2980812"/>
                  <a:pt x="594701" y="2913227"/>
                  <a:pt x="594701" y="2923898"/>
                </a:cubicBezTo>
                <a:cubicBezTo>
                  <a:pt x="567529" y="2941684"/>
                  <a:pt x="534318" y="2899000"/>
                  <a:pt x="501108" y="2941684"/>
                </a:cubicBezTo>
                <a:cubicBezTo>
                  <a:pt x="643007" y="3137322"/>
                  <a:pt x="860386" y="3183563"/>
                  <a:pt x="1053610" y="3329402"/>
                </a:cubicBezTo>
                <a:cubicBezTo>
                  <a:pt x="893597" y="3379202"/>
                  <a:pt x="800002" y="3208463"/>
                  <a:pt x="682256" y="3229805"/>
                </a:cubicBezTo>
                <a:cubicBezTo>
                  <a:pt x="624893" y="3283162"/>
                  <a:pt x="796984" y="3368530"/>
                  <a:pt x="630932" y="3393429"/>
                </a:cubicBezTo>
                <a:cubicBezTo>
                  <a:pt x="703390" y="3439672"/>
                  <a:pt x="754716" y="3485914"/>
                  <a:pt x="806041" y="3539269"/>
                </a:cubicBezTo>
                <a:cubicBezTo>
                  <a:pt x="893597" y="3635309"/>
                  <a:pt x="911711" y="3699337"/>
                  <a:pt x="869444" y="3827390"/>
                </a:cubicBezTo>
                <a:cubicBezTo>
                  <a:pt x="842270" y="3912759"/>
                  <a:pt x="803022" y="3991015"/>
                  <a:pt x="839252" y="4090612"/>
                </a:cubicBezTo>
                <a:cubicBezTo>
                  <a:pt x="863405" y="4158196"/>
                  <a:pt x="854347" y="4204438"/>
                  <a:pt x="763774" y="4172424"/>
                </a:cubicBezTo>
                <a:cubicBezTo>
                  <a:pt x="667160" y="4140411"/>
                  <a:pt x="630932" y="4200882"/>
                  <a:pt x="655085" y="4321821"/>
                </a:cubicBezTo>
                <a:cubicBezTo>
                  <a:pt x="670179" y="4400076"/>
                  <a:pt x="655085" y="4424975"/>
                  <a:pt x="588662" y="4414305"/>
                </a:cubicBezTo>
                <a:cubicBezTo>
                  <a:pt x="516204" y="4403633"/>
                  <a:pt x="446764" y="4353835"/>
                  <a:pt x="356189" y="4378734"/>
                </a:cubicBezTo>
                <a:cubicBezTo>
                  <a:pt x="428648" y="4521016"/>
                  <a:pt x="582626" y="4478331"/>
                  <a:pt x="667160" y="4613499"/>
                </a:cubicBezTo>
                <a:cubicBezTo>
                  <a:pt x="567529" y="4613499"/>
                  <a:pt x="489031" y="4613499"/>
                  <a:pt x="416573" y="4585042"/>
                </a:cubicBezTo>
                <a:cubicBezTo>
                  <a:pt x="386381" y="4574373"/>
                  <a:pt x="353170" y="4560144"/>
                  <a:pt x="335056" y="4602828"/>
                </a:cubicBezTo>
                <a:cubicBezTo>
                  <a:pt x="313920" y="4652628"/>
                  <a:pt x="356189" y="4670412"/>
                  <a:pt x="380342" y="4677526"/>
                </a:cubicBezTo>
                <a:cubicBezTo>
                  <a:pt x="449784" y="4702425"/>
                  <a:pt x="504126" y="4759339"/>
                  <a:pt x="564510" y="4805580"/>
                </a:cubicBezTo>
                <a:cubicBezTo>
                  <a:pt x="694332" y="4905177"/>
                  <a:pt x="836233" y="4990547"/>
                  <a:pt x="944922" y="5154171"/>
                </a:cubicBezTo>
                <a:cubicBezTo>
                  <a:pt x="809060" y="5111487"/>
                  <a:pt x="706410" y="5011889"/>
                  <a:pt x="576586" y="4994104"/>
                </a:cubicBezTo>
                <a:cubicBezTo>
                  <a:pt x="688296" y="5143500"/>
                  <a:pt x="830194" y="5243097"/>
                  <a:pt x="963036" y="5353367"/>
                </a:cubicBezTo>
                <a:cubicBezTo>
                  <a:pt x="1002286" y="5385379"/>
                  <a:pt x="1041534" y="5406721"/>
                  <a:pt x="1047572" y="5474306"/>
                </a:cubicBezTo>
                <a:cubicBezTo>
                  <a:pt x="1065688" y="5605917"/>
                  <a:pt x="1113992" y="5712629"/>
                  <a:pt x="1222682" y="5769542"/>
                </a:cubicBezTo>
                <a:cubicBezTo>
                  <a:pt x="1222682" y="5769542"/>
                  <a:pt x="1216644" y="5790884"/>
                  <a:pt x="1213626" y="5801555"/>
                </a:cubicBezTo>
                <a:cubicBezTo>
                  <a:pt x="1147203" y="5805112"/>
                  <a:pt x="1095878" y="5726858"/>
                  <a:pt x="1014361" y="5755314"/>
                </a:cubicBezTo>
                <a:cubicBezTo>
                  <a:pt x="1095878" y="5862025"/>
                  <a:pt x="1162298" y="5954508"/>
                  <a:pt x="1274008" y="6004307"/>
                </a:cubicBezTo>
                <a:cubicBezTo>
                  <a:pt x="1364582" y="6043434"/>
                  <a:pt x="1476290" y="6068335"/>
                  <a:pt x="1542711" y="6196388"/>
                </a:cubicBezTo>
                <a:cubicBezTo>
                  <a:pt x="1467232" y="6221287"/>
                  <a:pt x="1409868" y="6189274"/>
                  <a:pt x="1352504" y="6167932"/>
                </a:cubicBezTo>
                <a:cubicBezTo>
                  <a:pt x="1264950" y="6132361"/>
                  <a:pt x="1177395" y="6093234"/>
                  <a:pt x="1089840" y="6057663"/>
                </a:cubicBezTo>
                <a:cubicBezTo>
                  <a:pt x="1056628" y="6043434"/>
                  <a:pt x="1020400" y="6036320"/>
                  <a:pt x="999266" y="6100347"/>
                </a:cubicBezTo>
                <a:cubicBezTo>
                  <a:pt x="1110974" y="6114575"/>
                  <a:pt x="1177395" y="6199945"/>
                  <a:pt x="1246836" y="6281757"/>
                </a:cubicBezTo>
                <a:cubicBezTo>
                  <a:pt x="1286084" y="6327999"/>
                  <a:pt x="1319295" y="6388469"/>
                  <a:pt x="1388735" y="6367127"/>
                </a:cubicBezTo>
                <a:cubicBezTo>
                  <a:pt x="1424964" y="6356456"/>
                  <a:pt x="1449118" y="6388469"/>
                  <a:pt x="1446099" y="6431153"/>
                </a:cubicBezTo>
                <a:cubicBezTo>
                  <a:pt x="1431002" y="6580550"/>
                  <a:pt x="1518558" y="6630349"/>
                  <a:pt x="1609132" y="6658805"/>
                </a:cubicBezTo>
                <a:cubicBezTo>
                  <a:pt x="1741974" y="6701489"/>
                  <a:pt x="1859720" y="6786859"/>
                  <a:pt x="1983504" y="6858000"/>
                </a:cubicBezTo>
                <a:lnTo>
                  <a:pt x="0" y="6858000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1103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E3EFE33-8D89-2DE5-F23F-F5649F09A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6106"/>
            <a:ext cx="12192000" cy="650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2720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32129E6-2000-DA7D-3B6E-7A35D55DD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668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5023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C6295D-6829-1CF4-3214-C74DC7629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pt-BR" sz="2800" dirty="0"/>
              <a:t>Gráfico ficou muito bom para validar que o </a:t>
            </a:r>
            <a:r>
              <a:rPr lang="pt-BR" sz="2800" dirty="0" err="1"/>
              <a:t>SysId</a:t>
            </a:r>
            <a:r>
              <a:rPr lang="pt-BR" sz="2800" dirty="0"/>
              <a:t> está funcionando como planejado.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B2E8BF-9E3D-99D5-F052-A817D0CD1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pt-BR" dirty="0"/>
              <a:t>~74s–80s    QUASISTATIC REVERSE</a:t>
            </a:r>
          </a:p>
          <a:p>
            <a:pPr marL="0" indent="0" algn="ctr">
              <a:buNone/>
            </a:pPr>
            <a:r>
              <a:rPr lang="pt-BR" dirty="0"/>
              <a:t>             0 → -2 V lentamente</a:t>
            </a:r>
          </a:p>
          <a:p>
            <a:pPr marL="0" indent="0" algn="ctr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~95s–100s   DYNAMIC REVERSE</a:t>
            </a:r>
          </a:p>
          <a:p>
            <a:pPr marL="0" indent="0" algn="ctr">
              <a:buNone/>
            </a:pPr>
            <a:r>
              <a:rPr lang="pt-BR" dirty="0"/>
              <a:t>             salto para -2 V</a:t>
            </a:r>
          </a:p>
          <a:p>
            <a:pPr marL="0" indent="0" algn="ctr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~108s–113s  QUASISTATIC FORWARD</a:t>
            </a:r>
          </a:p>
          <a:p>
            <a:pPr marL="0" indent="0" algn="ctr">
              <a:buNone/>
            </a:pPr>
            <a:r>
              <a:rPr lang="pt-BR" dirty="0"/>
              <a:t>             0 → +2 V lentamente</a:t>
            </a:r>
          </a:p>
          <a:p>
            <a:pPr marL="0" indent="0" algn="ctr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~116s–121s  DYNAMIC FORWARD</a:t>
            </a:r>
          </a:p>
          <a:p>
            <a:pPr marL="0" indent="0" algn="ctr">
              <a:buNone/>
            </a:pPr>
            <a:r>
              <a:rPr lang="pt-BR" dirty="0"/>
              <a:t>             salto para +2 V</a:t>
            </a:r>
          </a:p>
        </p:txBody>
      </p:sp>
    </p:spTree>
    <p:extLst>
      <p:ext uri="{BB962C8B-B14F-4D97-AF65-F5344CB8AC3E}">
        <p14:creationId xmlns:p14="http://schemas.microsoft.com/office/powerpoint/2010/main" val="34890889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F8536A-602D-D4A1-C1E3-9DE6B96FA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t-BR" sz="2800" dirty="0"/>
              <a:t>O ponto mais importante é que </a:t>
            </a:r>
            <a:r>
              <a:rPr lang="pt-BR" sz="2800" dirty="0" err="1"/>
              <a:t>RequestedVolts</a:t>
            </a:r>
            <a:r>
              <a:rPr lang="pt-BR" sz="2800" dirty="0"/>
              <a:t> e os </a:t>
            </a:r>
            <a:r>
              <a:rPr lang="pt-BR" sz="2800" dirty="0" err="1"/>
              <a:t>DriveAppliedVolts</a:t>
            </a:r>
            <a:r>
              <a:rPr lang="pt-BR" sz="2800" dirty="0"/>
              <a:t> dos módulos praticamente ficam sobrepostos. Ou seja: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6C74ACF-4E21-648D-63C6-E41C15AC29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pt-BR" dirty="0" err="1"/>
              <a:t>SysId</a:t>
            </a:r>
            <a:r>
              <a:rPr lang="pt-BR" dirty="0"/>
              <a:t> pede tensão </a:t>
            </a:r>
          </a:p>
          <a:p>
            <a:pPr marL="0" indent="0" algn="ctr">
              <a:buNone/>
            </a:pPr>
            <a:r>
              <a:rPr lang="pt-BR" dirty="0"/>
              <a:t>↓ </a:t>
            </a:r>
          </a:p>
          <a:p>
            <a:pPr marL="0" indent="0" algn="ctr">
              <a:buNone/>
            </a:pPr>
            <a:r>
              <a:rPr lang="pt-BR" dirty="0"/>
              <a:t>Drive recebe </a:t>
            </a:r>
          </a:p>
          <a:p>
            <a:pPr marL="0" indent="0" algn="ctr">
              <a:buNone/>
            </a:pPr>
            <a:r>
              <a:rPr lang="pt-BR" dirty="0"/>
              <a:t>↓</a:t>
            </a:r>
          </a:p>
          <a:p>
            <a:pPr marL="0" indent="0" algn="ctr">
              <a:buNone/>
            </a:pPr>
            <a:r>
              <a:rPr lang="pt-BR" dirty="0"/>
              <a:t> proteção libera </a:t>
            </a:r>
          </a:p>
          <a:p>
            <a:pPr marL="0" indent="0" algn="ctr">
              <a:buNone/>
            </a:pPr>
            <a:r>
              <a:rPr lang="pt-BR" dirty="0"/>
              <a:t>↓ </a:t>
            </a:r>
          </a:p>
          <a:p>
            <a:pPr marL="0" indent="0" algn="ctr">
              <a:buNone/>
            </a:pPr>
            <a:r>
              <a:rPr lang="pt-BR" dirty="0"/>
              <a:t>motores recebem aproximadamente a tensão esperada</a:t>
            </a:r>
          </a:p>
        </p:txBody>
      </p:sp>
    </p:spTree>
    <p:extLst>
      <p:ext uri="{BB962C8B-B14F-4D97-AF65-F5344CB8AC3E}">
        <p14:creationId xmlns:p14="http://schemas.microsoft.com/office/powerpoint/2010/main" val="28763434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BEB70F-2EAE-4607-BE48-930D0FD22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E8307AD-18D9-6656-6A19-596A38F10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02489B-4480-040D-8ABF-3F94D9E458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643B28-CE2C-4B84-A0A4-459B91AD79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B21BADE-7A8F-16F6-85A7-53CD1AA77B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48587"/>
            <a:ext cx="9144000" cy="2387600"/>
          </a:xfrm>
        </p:spPr>
        <p:txBody>
          <a:bodyPr>
            <a:normAutofit/>
          </a:bodyPr>
          <a:lstStyle/>
          <a:p>
            <a:r>
              <a:rPr lang="pt-BR" sz="6400" dirty="0"/>
              <a:t>Realize o Teste com robô no chão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1C79CFE-760D-0B67-E327-3276094535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20338"/>
            <a:ext cx="9144000" cy="1563686"/>
          </a:xfrm>
        </p:spPr>
        <p:txBody>
          <a:bodyPr>
            <a:normAutofit/>
          </a:bodyPr>
          <a:lstStyle/>
          <a:p>
            <a:r>
              <a:rPr lang="pt-BR" dirty="0"/>
              <a:t>Com o atrito para verificarmos o comportamento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F03064B-481E-7532-CA94-7D5197EDC7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97686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935</Words>
  <Application>Microsoft Office PowerPoint</Application>
  <PresentationFormat>Widescreen</PresentationFormat>
  <Paragraphs>207</Paragraphs>
  <Slides>21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Consolas</vt:lpstr>
      <vt:lpstr>Tema do Office</vt:lpstr>
      <vt:lpstr>SysID</vt:lpstr>
      <vt:lpstr>E depois vamos comparar:</vt:lpstr>
      <vt:lpstr>Module.java</vt:lpstr>
      <vt:lpstr>Apresentação do PowerPoint</vt:lpstr>
      <vt:lpstr>DriveSysId.java</vt:lpstr>
      <vt:lpstr>O fluxo será:</vt:lpstr>
      <vt:lpstr>Botões mapeados para testes.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Realize o Teste com robô na bancada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Gráfico ficou muito bom para validar que o SysId está funcionando como planejado.</vt:lpstr>
      <vt:lpstr>O ponto mais importante é que RequestedVolts e os DriveAppliedVolts dos módulos praticamente ficam sobrepostos. Ou seja:</vt:lpstr>
      <vt:lpstr>Realize o Teste com robô no chão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Fabio Henrique Trevezane</dc:creator>
  <cp:lastModifiedBy>Fabio Henrique Trevezane</cp:lastModifiedBy>
  <cp:revision>19</cp:revision>
  <dcterms:created xsi:type="dcterms:W3CDTF">2026-09-22T21:11:49Z</dcterms:created>
  <dcterms:modified xsi:type="dcterms:W3CDTF">2026-09-22T22:25:53Z</dcterms:modified>
</cp:coreProperties>
</file>