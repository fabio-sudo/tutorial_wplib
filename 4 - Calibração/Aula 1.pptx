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60" r:id="rId6"/>
    <p:sldId id="258" r:id="rId7"/>
    <p:sldId id="261" r:id="rId8"/>
    <p:sldId id="268" r:id="rId9"/>
    <p:sldId id="262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1043D7-769F-4CA7-9E44-51FA26C67D0C}" type="doc">
      <dgm:prSet loTypeId="urn:microsoft.com/office/officeart/2005/8/layout/hierarchy1" loCatId="hierarchy" qsTypeId="urn:microsoft.com/office/officeart/2005/8/quickstyle/simple1#20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8F1525E3-C641-48BA-81E6-DAB9CAC7CDFA}">
      <dgm:prSet/>
      <dgm:spPr/>
      <dgm:t>
        <a:bodyPr/>
        <a:lstStyle/>
        <a:p>
          <a:r>
            <a:rPr lang="pt-BR"/>
            <a:t>Faça os testes para cada modulo </a:t>
          </a:r>
          <a:endParaRPr lang="en-US"/>
        </a:p>
      </dgm:t>
    </dgm:pt>
    <dgm:pt modelId="{9AD9030B-7021-4BE5-B405-0CB297D0DA4D}" type="parTrans" cxnId="{F32A2087-37AE-409F-AADE-BAED0303E6DF}">
      <dgm:prSet/>
      <dgm:spPr/>
      <dgm:t>
        <a:bodyPr/>
        <a:lstStyle/>
        <a:p>
          <a:endParaRPr lang="en-US"/>
        </a:p>
      </dgm:t>
    </dgm:pt>
    <dgm:pt modelId="{29341D40-7AB2-47D1-B814-B08CB5DBE146}" type="sibTrans" cxnId="{F32A2087-37AE-409F-AADE-BAED0303E6DF}">
      <dgm:prSet/>
      <dgm:spPr/>
      <dgm:t>
        <a:bodyPr/>
        <a:lstStyle/>
        <a:p>
          <a:endParaRPr lang="en-US"/>
        </a:p>
      </dgm:t>
    </dgm:pt>
    <dgm:pt modelId="{09E345A1-1BEF-4AD1-A7AE-9DCC60330BD8}">
      <dgm:prSet/>
      <dgm:spPr/>
      <dgm:t>
        <a:bodyPr/>
        <a:lstStyle/>
        <a:p>
          <a:r>
            <a:rPr lang="pt-BR"/>
            <a:t>Depois realize os testes de todos</a:t>
          </a:r>
          <a:endParaRPr lang="en-US"/>
        </a:p>
      </dgm:t>
    </dgm:pt>
    <dgm:pt modelId="{B7B6FF9C-398B-421C-BB18-EC38D642BF38}" type="parTrans" cxnId="{548DD071-4A77-4EBC-A4EE-3B3E40B06B14}">
      <dgm:prSet/>
      <dgm:spPr/>
      <dgm:t>
        <a:bodyPr/>
        <a:lstStyle/>
        <a:p>
          <a:endParaRPr lang="en-US"/>
        </a:p>
      </dgm:t>
    </dgm:pt>
    <dgm:pt modelId="{EA36810C-C1FC-4774-8D64-67936F3B02C0}" type="sibTrans" cxnId="{548DD071-4A77-4EBC-A4EE-3B3E40B06B14}">
      <dgm:prSet/>
      <dgm:spPr/>
      <dgm:t>
        <a:bodyPr/>
        <a:lstStyle/>
        <a:p>
          <a:endParaRPr lang="en-US"/>
        </a:p>
      </dgm:t>
    </dgm:pt>
    <dgm:pt modelId="{6893AE9B-22E0-455C-B524-0492E04CF9BC}" type="pres">
      <dgm:prSet presAssocID="{7C1043D7-769F-4CA7-9E44-51FA26C67D0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FD358AF-17F9-47BC-BA7C-C965F1B1A3BB}" type="pres">
      <dgm:prSet presAssocID="{8F1525E3-C641-48BA-81E6-DAB9CAC7CDFA}" presName="hierRoot1" presStyleCnt="0"/>
      <dgm:spPr/>
    </dgm:pt>
    <dgm:pt modelId="{248973C8-3E4D-4F6C-A324-366EBDCF9FCF}" type="pres">
      <dgm:prSet presAssocID="{8F1525E3-C641-48BA-81E6-DAB9CAC7CDFA}" presName="composite" presStyleCnt="0"/>
      <dgm:spPr/>
    </dgm:pt>
    <dgm:pt modelId="{9EF93D45-53AD-43B9-A158-30C289BCC812}" type="pres">
      <dgm:prSet presAssocID="{8F1525E3-C641-48BA-81E6-DAB9CAC7CDFA}" presName="background" presStyleLbl="node0" presStyleIdx="0" presStyleCnt="2"/>
      <dgm:spPr/>
    </dgm:pt>
    <dgm:pt modelId="{47575E1D-CC3D-4D13-AA7E-8DD15955083E}" type="pres">
      <dgm:prSet presAssocID="{8F1525E3-C641-48BA-81E6-DAB9CAC7CDFA}" presName="text" presStyleLbl="fgAcc0" presStyleIdx="0" presStyleCnt="2">
        <dgm:presLayoutVars>
          <dgm:chPref val="3"/>
        </dgm:presLayoutVars>
      </dgm:prSet>
      <dgm:spPr/>
    </dgm:pt>
    <dgm:pt modelId="{C1A92519-384B-4C00-8A78-857C2A7FEA9F}" type="pres">
      <dgm:prSet presAssocID="{8F1525E3-C641-48BA-81E6-DAB9CAC7CDFA}" presName="hierChild2" presStyleCnt="0"/>
      <dgm:spPr/>
    </dgm:pt>
    <dgm:pt modelId="{51E894F6-B51E-451D-8149-B5172F0853E6}" type="pres">
      <dgm:prSet presAssocID="{09E345A1-1BEF-4AD1-A7AE-9DCC60330BD8}" presName="hierRoot1" presStyleCnt="0"/>
      <dgm:spPr/>
    </dgm:pt>
    <dgm:pt modelId="{EABBD90B-FABD-4169-88B6-9A1B805663F1}" type="pres">
      <dgm:prSet presAssocID="{09E345A1-1BEF-4AD1-A7AE-9DCC60330BD8}" presName="composite" presStyleCnt="0"/>
      <dgm:spPr/>
    </dgm:pt>
    <dgm:pt modelId="{AE36DDE2-05C6-4795-BEAF-8D9A67E30312}" type="pres">
      <dgm:prSet presAssocID="{09E345A1-1BEF-4AD1-A7AE-9DCC60330BD8}" presName="background" presStyleLbl="node0" presStyleIdx="1" presStyleCnt="2"/>
      <dgm:spPr/>
    </dgm:pt>
    <dgm:pt modelId="{860C9194-7A20-4C72-9772-9D2F63ACA739}" type="pres">
      <dgm:prSet presAssocID="{09E345A1-1BEF-4AD1-A7AE-9DCC60330BD8}" presName="text" presStyleLbl="fgAcc0" presStyleIdx="1" presStyleCnt="2">
        <dgm:presLayoutVars>
          <dgm:chPref val="3"/>
        </dgm:presLayoutVars>
      </dgm:prSet>
      <dgm:spPr/>
    </dgm:pt>
    <dgm:pt modelId="{C1DD0C62-C592-4C54-8379-72DDE70D5096}" type="pres">
      <dgm:prSet presAssocID="{09E345A1-1BEF-4AD1-A7AE-9DCC60330BD8}" presName="hierChild2" presStyleCnt="0"/>
      <dgm:spPr/>
    </dgm:pt>
  </dgm:ptLst>
  <dgm:cxnLst>
    <dgm:cxn modelId="{3BD64F60-0E3B-4AFF-ABE6-3585D3D03E1A}" type="presOf" srcId="{09E345A1-1BEF-4AD1-A7AE-9DCC60330BD8}" destId="{860C9194-7A20-4C72-9772-9D2F63ACA739}" srcOrd="0" destOrd="0" presId="urn:microsoft.com/office/officeart/2005/8/layout/hierarchy1"/>
    <dgm:cxn modelId="{548DD071-4A77-4EBC-A4EE-3B3E40B06B14}" srcId="{7C1043D7-769F-4CA7-9E44-51FA26C67D0C}" destId="{09E345A1-1BEF-4AD1-A7AE-9DCC60330BD8}" srcOrd="1" destOrd="0" parTransId="{B7B6FF9C-398B-421C-BB18-EC38D642BF38}" sibTransId="{EA36810C-C1FC-4774-8D64-67936F3B02C0}"/>
    <dgm:cxn modelId="{F32A2087-37AE-409F-AADE-BAED0303E6DF}" srcId="{7C1043D7-769F-4CA7-9E44-51FA26C67D0C}" destId="{8F1525E3-C641-48BA-81E6-DAB9CAC7CDFA}" srcOrd="0" destOrd="0" parTransId="{9AD9030B-7021-4BE5-B405-0CB297D0DA4D}" sibTransId="{29341D40-7AB2-47D1-B814-B08CB5DBE146}"/>
    <dgm:cxn modelId="{3DF124A9-517D-4E36-8C7C-D0831BAC9F5E}" type="presOf" srcId="{8F1525E3-C641-48BA-81E6-DAB9CAC7CDFA}" destId="{47575E1D-CC3D-4D13-AA7E-8DD15955083E}" srcOrd="0" destOrd="0" presId="urn:microsoft.com/office/officeart/2005/8/layout/hierarchy1"/>
    <dgm:cxn modelId="{C1626FDB-CE3F-475D-9C1E-5F993113004E}" type="presOf" srcId="{7C1043D7-769F-4CA7-9E44-51FA26C67D0C}" destId="{6893AE9B-22E0-455C-B524-0492E04CF9BC}" srcOrd="0" destOrd="0" presId="urn:microsoft.com/office/officeart/2005/8/layout/hierarchy1"/>
    <dgm:cxn modelId="{25A578C0-F882-414F-B773-5887E01E257C}" type="presParOf" srcId="{6893AE9B-22E0-455C-B524-0492E04CF9BC}" destId="{BFD358AF-17F9-47BC-BA7C-C965F1B1A3BB}" srcOrd="0" destOrd="0" presId="urn:microsoft.com/office/officeart/2005/8/layout/hierarchy1"/>
    <dgm:cxn modelId="{334C1720-DFEE-4947-82F6-9627F4A21AC0}" type="presParOf" srcId="{BFD358AF-17F9-47BC-BA7C-C965F1B1A3BB}" destId="{248973C8-3E4D-4F6C-A324-366EBDCF9FCF}" srcOrd="0" destOrd="0" presId="urn:microsoft.com/office/officeart/2005/8/layout/hierarchy1"/>
    <dgm:cxn modelId="{C1207589-369A-461F-9209-B7B1F197880E}" type="presParOf" srcId="{248973C8-3E4D-4F6C-A324-366EBDCF9FCF}" destId="{9EF93D45-53AD-43B9-A158-30C289BCC812}" srcOrd="0" destOrd="0" presId="urn:microsoft.com/office/officeart/2005/8/layout/hierarchy1"/>
    <dgm:cxn modelId="{57EC9B01-0D91-408D-9757-5896CBA6D1E0}" type="presParOf" srcId="{248973C8-3E4D-4F6C-A324-366EBDCF9FCF}" destId="{47575E1D-CC3D-4D13-AA7E-8DD15955083E}" srcOrd="1" destOrd="0" presId="urn:microsoft.com/office/officeart/2005/8/layout/hierarchy1"/>
    <dgm:cxn modelId="{2D0CD69D-1FD4-491B-A105-0F93F2A3CDB4}" type="presParOf" srcId="{BFD358AF-17F9-47BC-BA7C-C965F1B1A3BB}" destId="{C1A92519-384B-4C00-8A78-857C2A7FEA9F}" srcOrd="1" destOrd="0" presId="urn:microsoft.com/office/officeart/2005/8/layout/hierarchy1"/>
    <dgm:cxn modelId="{D32FDD76-7B17-4972-9CEB-EAE70122FF20}" type="presParOf" srcId="{6893AE9B-22E0-455C-B524-0492E04CF9BC}" destId="{51E894F6-B51E-451D-8149-B5172F0853E6}" srcOrd="1" destOrd="0" presId="urn:microsoft.com/office/officeart/2005/8/layout/hierarchy1"/>
    <dgm:cxn modelId="{810E647C-B2B2-41C5-95B1-68BB51A8C4EA}" type="presParOf" srcId="{51E894F6-B51E-451D-8149-B5172F0853E6}" destId="{EABBD90B-FABD-4169-88B6-9A1B805663F1}" srcOrd="0" destOrd="0" presId="urn:microsoft.com/office/officeart/2005/8/layout/hierarchy1"/>
    <dgm:cxn modelId="{0AB3E275-7114-4DC6-AD3B-BEF2F3CE931E}" type="presParOf" srcId="{EABBD90B-FABD-4169-88B6-9A1B805663F1}" destId="{AE36DDE2-05C6-4795-BEAF-8D9A67E30312}" srcOrd="0" destOrd="0" presId="urn:microsoft.com/office/officeart/2005/8/layout/hierarchy1"/>
    <dgm:cxn modelId="{372B1313-B961-4B94-94C0-1F767F12B553}" type="presParOf" srcId="{EABBD90B-FABD-4169-88B6-9A1B805663F1}" destId="{860C9194-7A20-4C72-9772-9D2F63ACA739}" srcOrd="1" destOrd="0" presId="urn:microsoft.com/office/officeart/2005/8/layout/hierarchy1"/>
    <dgm:cxn modelId="{E2D9ACC0-34D2-4733-997C-4467606B8836}" type="presParOf" srcId="{51E894F6-B51E-451D-8149-B5172F0853E6}" destId="{C1DD0C62-C592-4C54-8379-72DDE70D509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F93D45-53AD-43B9-A158-30C289BCC812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75E1D-CC3D-4D13-AA7E-8DD15955083E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900" kern="1200"/>
            <a:t>Faça os testes para cada modulo </a:t>
          </a:r>
          <a:endParaRPr lang="en-US" sz="4900" kern="1200"/>
        </a:p>
      </dsp:txBody>
      <dsp:txXfrm>
        <a:off x="696297" y="538547"/>
        <a:ext cx="4171627" cy="2590157"/>
      </dsp:txXfrm>
    </dsp:sp>
    <dsp:sp modelId="{AE36DDE2-05C6-4795-BEAF-8D9A67E30312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C9194-7A20-4C72-9772-9D2F63ACA739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900" kern="1200"/>
            <a:t>Depois realize os testes de todos</a:t>
          </a:r>
          <a:endParaRPr lang="en-US" sz="4900" kern="1200"/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74F40-E8C6-4670-718B-5723D4DE2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95EEDB-0EC5-AFB5-EA1C-5B0EA4838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073A1E-0E8E-1A13-1691-4269A8999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00AF-6D76-4896-9A26-E875BBA81372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623C05-0070-7E0F-F484-7049B607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8AF145-2A02-374E-75A6-96D2047E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00-9A6C-43E9-B85B-3044862509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9582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E3521-BAF2-4CE2-2DD5-5C8D0D02C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200A08-3755-C968-7F6C-E52190E90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64E5F2-F32D-C63B-C7E6-BAA766CC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00AF-6D76-4896-9A26-E875BBA81372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50930E-FD52-49EB-3B32-8280D6B21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BFF6AE-3DF0-AEA6-B63C-F66F361EC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00-9A6C-43E9-B85B-3044862509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0862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84740-E3CF-7044-4E84-3AB8F71FA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3C60E2-A737-A059-0039-C48C3E24B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A6E830-8645-9A63-E819-1726D143D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00AF-6D76-4896-9A26-E875BBA81372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92A137-2149-07EE-A718-333440297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C491F0-BA49-2336-F445-9A1093C8B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00-9A6C-43E9-B85B-3044862509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104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6B70F-42CD-7141-DBC7-2AE54EF1A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907D5D-811B-CDCD-8196-CD7F9AC8B7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B25D1D-3A06-BD11-FF06-3820501EA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477D5B-3C4F-2D65-4770-CEDCA47FF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00AF-6D76-4896-9A26-E875BBA81372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0B6BA3-9F3E-DF6F-2F28-79AF030A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5E63FC-27AD-0B41-9F03-03C77237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00-9A6C-43E9-B85B-3044862509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5635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6EAF5-3A98-608D-2FAF-F7320D9CE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BFA404-151A-F5B4-4074-28A55FA74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598969-0A64-5FED-CEA7-19449B592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629B09-A0A1-D13B-6173-BEFCA9DB8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6AFEC3D-E7A0-E737-8480-1DB9A207A0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82548E9-EF75-F3C6-6C02-DB6EC32A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00AF-6D76-4896-9A26-E875BBA81372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095D21-86DF-DD56-35B1-14D6EB54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952C594-0890-B68D-5996-EBF463529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00-9A6C-43E9-B85B-3044862509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F84E2D-1593-C37E-4BEA-0F87B1856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BA54478-33AC-BB79-B68E-8E5D50D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00AF-6D76-4896-9A26-E875BBA81372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F3712CD-F9F9-9803-9F3B-628352736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1BBF0DA-5024-0966-0F34-29921F473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00-9A6C-43E9-B85B-3044862509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89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EEFDCC-F87E-865E-06ED-CAE96D1C8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00AF-6D76-4896-9A26-E875BBA81372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5D50263-1148-637C-74AD-AD8DB4248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21B1A7-236C-1400-2B0F-CE47468B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00-9A6C-43E9-B85B-3044862509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149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978110-9CD2-E90F-6818-1CDDDB2D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20D404-3544-F630-4466-781B4E0CA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3F34BE2-982F-9485-34C6-EACF13C47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1FE474-0C3A-B1D9-1A99-844DD989B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00AF-6D76-4896-9A26-E875BBA81372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620367-584B-ADB4-00E8-CBB363F0F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A3DED4-FA80-0B5D-600E-3ADA5A182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00-9A6C-43E9-B85B-3044862509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241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77F6B-7DB7-DD66-8815-42DA86BD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DE4C9F6-7821-24A9-D389-B35CEE734A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EAFE47-AA38-7270-F5B7-9D3B59B16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9B2D69-B0A6-950D-F9B1-069179B4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00AF-6D76-4896-9A26-E875BBA81372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EA6838-D780-51D7-964D-A241EFBF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DDC9B6-08F1-06B5-B2A2-38E15411F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00-9A6C-43E9-B85B-3044862509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60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5593E-B214-E911-8F56-71417232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4C5DB7-362A-4A3E-A772-DAF16BBC2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862ED5-47C6-1479-EF82-649BB4942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00AF-6D76-4896-9A26-E875BBA81372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DDDED2-CF9D-118D-3FBC-DC09335E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CBED79-DB00-C675-7532-7CDC0414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00-9A6C-43E9-B85B-3044862509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8847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67534A-3E2E-EA50-C07C-B50DB1743C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83A8290-210B-01DF-32F3-ED93B7049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08ED9A-3FAC-F7D8-1BA0-45C80083D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900AF-6D76-4896-9A26-E875BBA81372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58583B-ADB5-F7FD-1B90-B925645C9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CDF083-19E6-6098-EB4D-C799BE05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00-9A6C-43E9-B85B-3044862509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53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7F99338-0B16-5AF0-44FA-2480B7B33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BFAB45-B06E-C0FB-8ECB-4379D0B05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84F015-EF80-B1F5-BFDB-6224FEFBB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9900AF-6D76-4896-9A26-E875BBA81372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C7A571-10CD-46C1-780C-68B4CCA95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0FC000-4915-1B23-C05D-E2B974720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F2E00-9A6C-43E9-B85B-3044862509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391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C606D-3F84-F0CE-2329-32F00A97B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Calibração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315190-678D-3853-BD76-08CB3AD199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Phoenix</a:t>
            </a:r>
          </a:p>
        </p:txBody>
      </p:sp>
    </p:spTree>
    <p:extLst>
      <p:ext uri="{BB962C8B-B14F-4D97-AF65-F5344CB8AC3E}">
        <p14:creationId xmlns:p14="http://schemas.microsoft.com/office/powerpoint/2010/main" val="3861753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7B24DF4-7AA5-E151-0ECE-009CD66D1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466"/>
            <a:ext cx="12192000" cy="661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519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3FB942B-FF4A-6EED-3F43-D3E7EC2BF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40"/>
            <a:ext cx="12192000" cy="655312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E05D4413-7F11-FC54-34D7-475DAA1B4A82}"/>
              </a:ext>
            </a:extLst>
          </p:cNvPr>
          <p:cNvSpPr/>
          <p:nvPr/>
        </p:nvSpPr>
        <p:spPr>
          <a:xfrm rot="14262096">
            <a:off x="650742" y="986525"/>
            <a:ext cx="578069" cy="5465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6DF32C46-5435-E3D9-70DC-36A6D5FAC2CF}"/>
              </a:ext>
            </a:extLst>
          </p:cNvPr>
          <p:cNvSpPr/>
          <p:nvPr/>
        </p:nvSpPr>
        <p:spPr>
          <a:xfrm>
            <a:off x="1524000" y="5381297"/>
            <a:ext cx="1219200" cy="893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2038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3" name="Rectangle 202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9" name="Picture 198" descr="Setas brancas pintadas no asfalto">
            <a:extLst>
              <a:ext uri="{FF2B5EF4-FFF2-40B4-BE49-F238E27FC236}">
                <a16:creationId xmlns:a16="http://schemas.microsoft.com/office/drawing/2014/main" id="{1D9954CF-46B0-66DA-836D-34EAE36016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3" b="1398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05" name="Rectangle 204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D262F3-B5F8-14E7-0ABB-C9CD343A6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16600" b="1" dirty="0">
                <a:solidFill>
                  <a:srgbClr val="FFFFFF"/>
                </a:solidFill>
              </a:rPr>
              <a:t>Turn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9F895A-E08B-22FC-34BF-DDDBBFAB0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751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57A80-6867-96C1-AEA4-AAED9C3D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 o robô </a:t>
            </a:r>
            <a:r>
              <a:rPr lang="pt-BR" b="1" dirty="0"/>
              <a:t>suspenso</a:t>
            </a:r>
            <a:r>
              <a:rPr lang="pt-BR" dirty="0"/>
              <a:t>, faça: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A54D63-84F3-8394-FEA8-03C6E2FBF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Habilite </a:t>
            </a:r>
            <a:r>
              <a:rPr lang="pt-BR" dirty="0" err="1"/>
              <a:t>Teleop</a:t>
            </a:r>
            <a:r>
              <a:rPr lang="pt-BR" dirty="0"/>
              <a:t>. </a:t>
            </a:r>
          </a:p>
          <a:p>
            <a:pPr lvl="0"/>
            <a:r>
              <a:rPr lang="pt-BR" dirty="0"/>
              <a:t>Joystick esquerdo para </a:t>
            </a:r>
            <a:r>
              <a:rPr lang="pt-BR" b="1" dirty="0"/>
              <a:t>frente</a:t>
            </a:r>
            <a:r>
              <a:rPr lang="pt-BR" dirty="0"/>
              <a:t> e segure aproximadamente 2 segundos. </a:t>
            </a:r>
          </a:p>
          <a:p>
            <a:pPr lvl="0"/>
            <a:r>
              <a:rPr lang="pt-BR" dirty="0"/>
              <a:t>Depois joystick esquerdo para </a:t>
            </a:r>
            <a:r>
              <a:rPr lang="pt-BR" b="1" dirty="0"/>
              <a:t>direita</a:t>
            </a:r>
            <a:r>
              <a:rPr lang="pt-BR" dirty="0"/>
              <a:t> e segure 2 segundos. </a:t>
            </a:r>
          </a:p>
          <a:p>
            <a:pPr lvl="0"/>
            <a:r>
              <a:rPr lang="pt-BR" dirty="0"/>
              <a:t>Volte para </a:t>
            </a:r>
            <a:r>
              <a:rPr lang="pt-BR" b="1" dirty="0"/>
              <a:t>frente</a:t>
            </a:r>
            <a:r>
              <a:rPr lang="pt-BR" dirty="0"/>
              <a:t>. </a:t>
            </a:r>
          </a:p>
          <a:p>
            <a:pPr lvl="0"/>
            <a:r>
              <a:rPr lang="pt-BR" dirty="0"/>
              <a:t>Repita isso umas 3 vezes. </a:t>
            </a:r>
          </a:p>
          <a:p>
            <a:pPr lvl="0"/>
            <a:r>
              <a:rPr lang="pt-BR" dirty="0"/>
              <a:t>Desabilite e tire um print do gráfico inteiro.</a:t>
            </a:r>
          </a:p>
          <a:p>
            <a:pPr marL="0" indent="0">
              <a:buNone/>
            </a:pPr>
            <a:r>
              <a:rPr lang="pt-BR" dirty="0"/>
              <a:t>Envie para uma IA para ela te dar um diagnostico.</a:t>
            </a:r>
          </a:p>
        </p:txBody>
      </p:sp>
    </p:spTree>
    <p:extLst>
      <p:ext uri="{BB962C8B-B14F-4D97-AF65-F5344CB8AC3E}">
        <p14:creationId xmlns:p14="http://schemas.microsoft.com/office/powerpoint/2010/main" val="3842193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D376C-3483-F6A6-A328-DB4ACF4D5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cada curva vai mostrar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632E2A-ABAA-F6F9-8CD2-522DF4300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pt-BR" dirty="0" err="1"/>
              <a:t>TurnSetpoint</a:t>
            </a:r>
            <a:r>
              <a:rPr lang="pt-BR" dirty="0"/>
              <a:t> "Quero que a roda vá para 1.57 </a:t>
            </a:r>
            <a:r>
              <a:rPr lang="pt-BR" dirty="0" err="1"/>
              <a:t>rad</a:t>
            </a:r>
            <a:r>
              <a:rPr lang="pt-BR" dirty="0"/>
              <a:t> (90°)" </a:t>
            </a:r>
          </a:p>
          <a:p>
            <a:pPr marL="0" indent="0" algn="ctr">
              <a:buNone/>
            </a:pPr>
            <a:r>
              <a:rPr lang="pt-BR" dirty="0"/>
              <a:t>↓ </a:t>
            </a:r>
          </a:p>
          <a:p>
            <a:pPr marL="0" indent="0" algn="ctr">
              <a:buNone/>
            </a:pPr>
            <a:r>
              <a:rPr lang="pt-BR" dirty="0" err="1"/>
              <a:t>Steer</a:t>
            </a:r>
            <a:r>
              <a:rPr lang="pt-BR" dirty="0"/>
              <a:t> gira </a:t>
            </a:r>
          </a:p>
          <a:p>
            <a:pPr marL="0" indent="0" algn="ctr">
              <a:buNone/>
            </a:pPr>
            <a:r>
              <a:rPr lang="pt-BR" dirty="0"/>
              <a:t>↓ </a:t>
            </a:r>
          </a:p>
          <a:p>
            <a:pPr marL="0" indent="0" algn="ctr">
              <a:buNone/>
            </a:pPr>
            <a:r>
              <a:rPr lang="pt-BR" dirty="0" err="1"/>
              <a:t>TurnPositionRad</a:t>
            </a:r>
            <a:r>
              <a:rPr lang="pt-BR" dirty="0"/>
              <a:t> "Estou atualmente em 1.55 </a:t>
            </a:r>
            <a:r>
              <a:rPr lang="pt-BR" dirty="0" err="1"/>
              <a:t>rad</a:t>
            </a:r>
            <a:r>
              <a:rPr lang="pt-BR" dirty="0"/>
              <a:t>" </a:t>
            </a:r>
          </a:p>
          <a:p>
            <a:pPr marL="0" indent="0" algn="ctr">
              <a:buNone/>
            </a:pPr>
            <a:r>
              <a:rPr lang="pt-BR" dirty="0"/>
              <a:t>↓ </a:t>
            </a:r>
          </a:p>
          <a:p>
            <a:pPr marL="0" indent="0" algn="ctr">
              <a:buNone/>
            </a:pPr>
            <a:r>
              <a:rPr lang="pt-BR" dirty="0" err="1"/>
              <a:t>TurnErrorRad</a:t>
            </a:r>
            <a:r>
              <a:rPr lang="pt-BR" dirty="0"/>
              <a:t> "Meu erro é 0.02 </a:t>
            </a:r>
            <a:r>
              <a:rPr lang="pt-BR" dirty="0" err="1"/>
              <a:t>rad</a:t>
            </a:r>
            <a:r>
              <a:rPr lang="pt-BR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756043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1AE60-D635-14C9-4A89-C724A9931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analisar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4B0115-F5F8-5895-7081-3A0674AB9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81175"/>
          </a:xfrm>
        </p:spPr>
        <p:txBody>
          <a:bodyPr/>
          <a:lstStyle/>
          <a:p>
            <a:r>
              <a:rPr lang="pt-BR" dirty="0"/>
              <a:t>Vermelho = </a:t>
            </a:r>
            <a:r>
              <a:rPr lang="pt-BR" dirty="0" err="1"/>
              <a:t>TurnPositionRad</a:t>
            </a:r>
            <a:r>
              <a:rPr lang="pt-BR" dirty="0"/>
              <a:t> posição REAL do módulo </a:t>
            </a:r>
          </a:p>
          <a:p>
            <a:r>
              <a:rPr lang="pt-BR" dirty="0"/>
              <a:t>Amarelo = </a:t>
            </a:r>
            <a:r>
              <a:rPr lang="pt-BR" dirty="0" err="1"/>
              <a:t>TurnPositionSetpointRad</a:t>
            </a:r>
            <a:r>
              <a:rPr lang="pt-BR" dirty="0"/>
              <a:t> posição que PEDIMOS </a:t>
            </a:r>
          </a:p>
          <a:p>
            <a:r>
              <a:rPr lang="pt-BR" dirty="0"/>
              <a:t>Azul = </a:t>
            </a:r>
            <a:r>
              <a:rPr lang="pt-BR" dirty="0" err="1"/>
              <a:t>TurnErrorRad</a:t>
            </a:r>
            <a:r>
              <a:rPr lang="pt-BR" dirty="0"/>
              <a:t> diferença entre pedido e real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2AC1BFA-3348-2720-2E1B-35E74A490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06800"/>
            <a:ext cx="8953569" cy="292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443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3AC53F-B88E-2D50-58F0-6D36F57F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25195"/>
            <a:ext cx="3986155" cy="2806506"/>
          </a:xfrm>
        </p:spPr>
        <p:txBody>
          <a:bodyPr anchor="b">
            <a:normAutofit/>
          </a:bodyPr>
          <a:lstStyle/>
          <a:p>
            <a:r>
              <a:rPr lang="pt-BR" sz="4000"/>
              <a:t>Analise da IA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2ED564F-5E63-F876-9AF5-3A53C9F15E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83"/>
          <a:stretch>
            <a:fillRect/>
          </a:stretch>
        </p:blipFill>
        <p:spPr>
          <a:xfrm>
            <a:off x="5186554" y="163646"/>
            <a:ext cx="6806703" cy="2623097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9356AF1-70A2-8402-AC2A-8391FF8B5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55" y="3526300"/>
            <a:ext cx="3986155" cy="2588458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3C50C6F-F68C-51E2-4B90-113B8B2FDC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53" r="3179"/>
          <a:stretch>
            <a:fillRect/>
          </a:stretch>
        </p:blipFill>
        <p:spPr>
          <a:xfrm>
            <a:off x="5186554" y="2956875"/>
            <a:ext cx="6806703" cy="335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40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B1773FE-135B-F6E1-C420-8E7A1B68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61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88161A-175D-57EC-AE89-565428312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Drive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D3E107-4E56-2E62-965E-DFE609CE6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97101" y="4078423"/>
            <a:ext cx="4978399" cy="2058657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Graphic 6" descr="Carro">
            <a:extLst>
              <a:ext uri="{FF2B5EF4-FFF2-40B4-BE49-F238E27FC236}">
                <a16:creationId xmlns:a16="http://schemas.microsoft.com/office/drawing/2014/main" id="{19EC353B-20DE-AD99-81D1-695D1A223A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Carro">
            <a:extLst>
              <a:ext uri="{FF2B5EF4-FFF2-40B4-BE49-F238E27FC236}">
                <a16:creationId xmlns:a16="http://schemas.microsoft.com/office/drawing/2014/main" id="{B562D3E2-8D97-4559-9F56-A82B50D7E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98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D0BC8-7BEA-52C9-9763-A560BD5C8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AdvantageScope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861968-BB01-4618-F20A-D1D695828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pt-BR" dirty="0" err="1"/>
              <a:t>DriveVelocitySetpoint</a:t>
            </a:r>
            <a:r>
              <a:rPr lang="pt-BR" dirty="0"/>
              <a:t> </a:t>
            </a:r>
          </a:p>
          <a:p>
            <a:r>
              <a:rPr lang="pt-BR" dirty="0" err="1"/>
              <a:t>DriveVelocityMeasured</a:t>
            </a:r>
            <a:r>
              <a:rPr lang="pt-BR" dirty="0"/>
              <a:t> </a:t>
            </a:r>
          </a:p>
          <a:p>
            <a:r>
              <a:rPr lang="pt-BR" dirty="0" err="1"/>
              <a:t>DriveVelocityError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1A4E7B-59B1-B60C-F3A8-36E2B8143E6C}"/>
              </a:ext>
            </a:extLst>
          </p:cNvPr>
          <p:cNvSpPr txBox="1"/>
          <p:nvPr/>
        </p:nvSpPr>
        <p:spPr>
          <a:xfrm>
            <a:off x="5588000" y="175014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Setpoint</a:t>
            </a:r>
            <a:r>
              <a:rPr lang="pt-BR" dirty="0"/>
              <a:t> </a:t>
            </a:r>
          </a:p>
          <a:p>
            <a:r>
              <a:rPr lang="pt-BR" dirty="0"/>
              <a:t>→ velocidade que queremos na roda </a:t>
            </a:r>
          </a:p>
          <a:p>
            <a:r>
              <a:rPr lang="pt-BR" dirty="0" err="1"/>
              <a:t>Measured</a:t>
            </a:r>
            <a:r>
              <a:rPr lang="pt-BR" dirty="0"/>
              <a:t> </a:t>
            </a:r>
          </a:p>
          <a:p>
            <a:r>
              <a:rPr lang="pt-BR" dirty="0"/>
              <a:t>→ velocidade que a roda realmente atingiu </a:t>
            </a:r>
          </a:p>
          <a:p>
            <a:r>
              <a:rPr lang="pt-BR" dirty="0"/>
              <a:t>Error </a:t>
            </a:r>
          </a:p>
          <a:p>
            <a:r>
              <a:rPr lang="pt-BR" dirty="0"/>
              <a:t>→ diferença entre as duas</a:t>
            </a:r>
          </a:p>
        </p:txBody>
      </p:sp>
    </p:spTree>
    <p:extLst>
      <p:ext uri="{BB962C8B-B14F-4D97-AF65-F5344CB8AC3E}">
        <p14:creationId xmlns:p14="http://schemas.microsoft.com/office/powerpoint/2010/main" val="3653813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712541-344F-7983-4105-46843A50DA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947E5217-2037-679B-D147-AA1162500B6F}"/>
              </a:ext>
            </a:extLst>
          </p:cNvPr>
          <p:cNvSpPr/>
          <p:nvPr/>
        </p:nvSpPr>
        <p:spPr>
          <a:xfrm>
            <a:off x="7294179" y="5675586"/>
            <a:ext cx="945931" cy="777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9150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813D1-BA6B-40B4-A101-04BB89445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A3DFA5-2D7B-4989-8ED7-8321EC114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53E34A-B5D3-BD15-3227-696DFDB4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6" y="900622"/>
            <a:ext cx="3629555" cy="18935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Analise da IA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8EDA89A-A8D0-D065-3FB5-869F0DD13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1966" y="2965593"/>
            <a:ext cx="3629555" cy="2760681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180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698CFC17-6AB1-F3D9-8E26-0EC2D10F84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186548" y="823160"/>
            <a:ext cx="6320441" cy="2528176"/>
          </a:xfrm>
          <a:prstGeom prst="rect">
            <a:avLst/>
          </a:prstGeom>
        </p:spPr>
      </p:pic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7626DD9B-FE2A-1577-95A1-061B3BABD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717" y="3498320"/>
            <a:ext cx="6320441" cy="222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92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D4CC1BF-E2F8-DCD7-8A4C-387212282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65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F7E4D51-38E8-AEB8-A86D-15A68275C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pt-BR" sz="7200">
                <a:solidFill>
                  <a:schemeClr val="bg1"/>
                </a:solidFill>
              </a:rPr>
              <a:t>Analisando todos os módulos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0E1733-D8D5-5824-62AF-B71C10D82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523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E942C78-AC1F-864C-6721-AFD508496E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7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24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F8D2BA-AEC5-2796-BAF6-83701969E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pt-BR" sz="4800"/>
              <a:t>Realize o teste de um por vez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D5F28C4-A1C7-89E7-1030-C575406363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662142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3049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181</Words>
  <Application>Microsoft Office PowerPoint</Application>
  <PresentationFormat>Widescreen</PresentationFormat>
  <Paragraphs>40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Tema do Office</vt:lpstr>
      <vt:lpstr>Calibração</vt:lpstr>
      <vt:lpstr>Apresentação do PowerPoint</vt:lpstr>
      <vt:lpstr>Apresentação do PowerPoint</vt:lpstr>
      <vt:lpstr>Turn</vt:lpstr>
      <vt:lpstr>Com o robô suspenso, faça:</vt:lpstr>
      <vt:lpstr>O que cada curva vai mostrar</vt:lpstr>
      <vt:lpstr>Como analisar</vt:lpstr>
      <vt:lpstr>Analise da IA</vt:lpstr>
      <vt:lpstr>Apresentação do PowerPoint</vt:lpstr>
      <vt:lpstr>Drive</vt:lpstr>
      <vt:lpstr>AdvantageScope</vt:lpstr>
      <vt:lpstr>Apresentação do PowerPoint</vt:lpstr>
      <vt:lpstr>Analise da IA</vt:lpstr>
      <vt:lpstr>Apresentação do PowerPoint</vt:lpstr>
      <vt:lpstr>Analisando todos os módulos</vt:lpstr>
      <vt:lpstr>Apresentação do PowerPoint</vt:lpstr>
      <vt:lpstr>Realize o teste de um por vez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7</cp:revision>
  <dcterms:created xsi:type="dcterms:W3CDTF">2026-09-21T16:09:56Z</dcterms:created>
  <dcterms:modified xsi:type="dcterms:W3CDTF">2026-09-21T17:59:03Z</dcterms:modified>
</cp:coreProperties>
</file>