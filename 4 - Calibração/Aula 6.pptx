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69" r:id="rId16"/>
    <p:sldId id="270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1DC682-D421-485D-A3C9-2477A6B4BAF7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E3CF27C-A0C3-4544-8B52-C05503B79BFC}">
      <dgm:prSet/>
      <dgm:spPr/>
      <dgm:t>
        <a:bodyPr/>
        <a:lstStyle/>
        <a:p>
          <a:r>
            <a:rPr lang="pt-BR"/>
            <a:t>START + L1 → todas deveriam ficar em </a:t>
          </a:r>
          <a:r>
            <a:rPr lang="pt-BR" b="1"/>
            <a:t>0°</a:t>
          </a:r>
          <a:endParaRPr lang="en-US"/>
        </a:p>
      </dgm:t>
    </dgm:pt>
    <dgm:pt modelId="{968E64A2-17A4-4E36-B0DC-E0522591BE76}" type="parTrans" cxnId="{782E950E-A201-4EC6-9D3E-5568B33F8294}">
      <dgm:prSet/>
      <dgm:spPr/>
      <dgm:t>
        <a:bodyPr/>
        <a:lstStyle/>
        <a:p>
          <a:endParaRPr lang="en-US"/>
        </a:p>
      </dgm:t>
    </dgm:pt>
    <dgm:pt modelId="{2F5C38C1-4EC2-47A1-A0AF-E72DD1E6060C}" type="sibTrans" cxnId="{782E950E-A201-4EC6-9D3E-5568B33F8294}">
      <dgm:prSet/>
      <dgm:spPr/>
      <dgm:t>
        <a:bodyPr/>
        <a:lstStyle/>
        <a:p>
          <a:endParaRPr lang="en-US"/>
        </a:p>
      </dgm:t>
    </dgm:pt>
    <dgm:pt modelId="{A401875E-7834-4DC5-8DA6-4AD7C2064BB1}">
      <dgm:prSet/>
      <dgm:spPr/>
      <dgm:t>
        <a:bodyPr/>
        <a:lstStyle/>
        <a:p>
          <a:r>
            <a:rPr lang="pt-BR"/>
            <a:t>START + R1 → todas em </a:t>
          </a:r>
          <a:r>
            <a:rPr lang="pt-BR" b="1"/>
            <a:t>45°</a:t>
          </a:r>
          <a:endParaRPr lang="en-US"/>
        </a:p>
      </dgm:t>
    </dgm:pt>
    <dgm:pt modelId="{B2144264-7DCA-45E8-BDFF-D769BEFF3D7F}" type="parTrans" cxnId="{F43A27E6-4F8F-457C-955F-D154722A4B77}">
      <dgm:prSet/>
      <dgm:spPr/>
      <dgm:t>
        <a:bodyPr/>
        <a:lstStyle/>
        <a:p>
          <a:endParaRPr lang="en-US"/>
        </a:p>
      </dgm:t>
    </dgm:pt>
    <dgm:pt modelId="{AF2B25F7-454F-4CDE-B912-7AD1853E64F7}" type="sibTrans" cxnId="{F43A27E6-4F8F-457C-955F-D154722A4B77}">
      <dgm:prSet/>
      <dgm:spPr/>
      <dgm:t>
        <a:bodyPr/>
        <a:lstStyle/>
        <a:p>
          <a:endParaRPr lang="en-US"/>
        </a:p>
      </dgm:t>
    </dgm:pt>
    <dgm:pt modelId="{28A4F339-BE7D-40A3-A3F0-F22530457457}">
      <dgm:prSet/>
      <dgm:spPr/>
      <dgm:t>
        <a:bodyPr/>
        <a:lstStyle/>
        <a:p>
          <a:r>
            <a:rPr lang="pt-BR"/>
            <a:t>START + L2 → todas em </a:t>
          </a:r>
          <a:r>
            <a:rPr lang="pt-BR" b="1"/>
            <a:t>90°</a:t>
          </a:r>
          <a:endParaRPr lang="en-US"/>
        </a:p>
      </dgm:t>
    </dgm:pt>
    <dgm:pt modelId="{3BF5DEBB-D108-4DAF-994A-297695478369}" type="parTrans" cxnId="{A3D9E7AD-40F6-46E6-A7EE-9825DB1999C1}">
      <dgm:prSet/>
      <dgm:spPr/>
      <dgm:t>
        <a:bodyPr/>
        <a:lstStyle/>
        <a:p>
          <a:endParaRPr lang="en-US"/>
        </a:p>
      </dgm:t>
    </dgm:pt>
    <dgm:pt modelId="{A00438F2-A3A0-485C-829F-BF3FB392E433}" type="sibTrans" cxnId="{A3D9E7AD-40F6-46E6-A7EE-9825DB1999C1}">
      <dgm:prSet/>
      <dgm:spPr/>
      <dgm:t>
        <a:bodyPr/>
        <a:lstStyle/>
        <a:p>
          <a:endParaRPr lang="en-US"/>
        </a:p>
      </dgm:t>
    </dgm:pt>
    <dgm:pt modelId="{73302C0B-B3B8-43E2-B558-BB07E79A8F3C}">
      <dgm:prSet/>
      <dgm:spPr/>
      <dgm:t>
        <a:bodyPr/>
        <a:lstStyle/>
        <a:p>
          <a:r>
            <a:rPr lang="pt-BR"/>
            <a:t>START + R2 → todas em </a:t>
          </a:r>
          <a:r>
            <a:rPr lang="pt-BR" b="1"/>
            <a:t>180°</a:t>
          </a:r>
          <a:endParaRPr lang="en-US"/>
        </a:p>
      </dgm:t>
    </dgm:pt>
    <dgm:pt modelId="{C8D367EA-7DD5-41F2-B112-959A8FDFD030}" type="parTrans" cxnId="{18FEE24B-F522-4A1D-97EA-5537B4C18120}">
      <dgm:prSet/>
      <dgm:spPr/>
      <dgm:t>
        <a:bodyPr/>
        <a:lstStyle/>
        <a:p>
          <a:endParaRPr lang="en-US"/>
        </a:p>
      </dgm:t>
    </dgm:pt>
    <dgm:pt modelId="{A8AC73D4-4EF5-4DB9-87C9-2EA29A26939A}" type="sibTrans" cxnId="{18FEE24B-F522-4A1D-97EA-5537B4C18120}">
      <dgm:prSet/>
      <dgm:spPr/>
      <dgm:t>
        <a:bodyPr/>
        <a:lstStyle/>
        <a:p>
          <a:endParaRPr lang="en-US"/>
        </a:p>
      </dgm:t>
    </dgm:pt>
    <dgm:pt modelId="{D729C3D2-0E79-4D2B-A1E2-C63F6019CFD9}" type="pres">
      <dgm:prSet presAssocID="{5F1DC682-D421-485D-A3C9-2477A6B4BAF7}" presName="linear" presStyleCnt="0">
        <dgm:presLayoutVars>
          <dgm:animLvl val="lvl"/>
          <dgm:resizeHandles val="exact"/>
        </dgm:presLayoutVars>
      </dgm:prSet>
      <dgm:spPr/>
    </dgm:pt>
    <dgm:pt modelId="{661F5153-4C15-4BE2-AC44-11AA7B5BCA9E}" type="pres">
      <dgm:prSet presAssocID="{6E3CF27C-A0C3-4544-8B52-C05503B79BFC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7ACFB144-0092-4882-83BB-EA8FBD6853CA}" type="pres">
      <dgm:prSet presAssocID="{2F5C38C1-4EC2-47A1-A0AF-E72DD1E6060C}" presName="spacer" presStyleCnt="0"/>
      <dgm:spPr/>
    </dgm:pt>
    <dgm:pt modelId="{89F768A2-AB90-4585-91B8-005B6BF59A72}" type="pres">
      <dgm:prSet presAssocID="{A401875E-7834-4DC5-8DA6-4AD7C2064BB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BFBD004-AB79-442F-B864-716B04D2758A}" type="pres">
      <dgm:prSet presAssocID="{AF2B25F7-454F-4CDE-B912-7AD1853E64F7}" presName="spacer" presStyleCnt="0"/>
      <dgm:spPr/>
    </dgm:pt>
    <dgm:pt modelId="{0E87267C-3F07-41A7-B549-587AA6A59C6D}" type="pres">
      <dgm:prSet presAssocID="{28A4F339-BE7D-40A3-A3F0-F2253045745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86D2AF00-A256-474D-ACF3-F9D73C002264}" type="pres">
      <dgm:prSet presAssocID="{A00438F2-A3A0-485C-829F-BF3FB392E433}" presName="spacer" presStyleCnt="0"/>
      <dgm:spPr/>
    </dgm:pt>
    <dgm:pt modelId="{D067A40B-FB54-476B-9748-100CF953E2AD}" type="pres">
      <dgm:prSet presAssocID="{73302C0B-B3B8-43E2-B558-BB07E79A8F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82E950E-A201-4EC6-9D3E-5568B33F8294}" srcId="{5F1DC682-D421-485D-A3C9-2477A6B4BAF7}" destId="{6E3CF27C-A0C3-4544-8B52-C05503B79BFC}" srcOrd="0" destOrd="0" parTransId="{968E64A2-17A4-4E36-B0DC-E0522591BE76}" sibTransId="{2F5C38C1-4EC2-47A1-A0AF-E72DD1E6060C}"/>
    <dgm:cxn modelId="{913E2226-C1E1-4C6B-A5AE-72C13BD9D6CB}" type="presOf" srcId="{73302C0B-B3B8-43E2-B558-BB07E79A8F3C}" destId="{D067A40B-FB54-476B-9748-100CF953E2AD}" srcOrd="0" destOrd="0" presId="urn:microsoft.com/office/officeart/2005/8/layout/vList2"/>
    <dgm:cxn modelId="{23A04730-6A83-4994-BBEA-65203B9DB9DF}" type="presOf" srcId="{6E3CF27C-A0C3-4544-8B52-C05503B79BFC}" destId="{661F5153-4C15-4BE2-AC44-11AA7B5BCA9E}" srcOrd="0" destOrd="0" presId="urn:microsoft.com/office/officeart/2005/8/layout/vList2"/>
    <dgm:cxn modelId="{D379954B-6C97-403D-93C4-FBAA1F3B3891}" type="presOf" srcId="{A401875E-7834-4DC5-8DA6-4AD7C2064BB1}" destId="{89F768A2-AB90-4585-91B8-005B6BF59A72}" srcOrd="0" destOrd="0" presId="urn:microsoft.com/office/officeart/2005/8/layout/vList2"/>
    <dgm:cxn modelId="{18FEE24B-F522-4A1D-97EA-5537B4C18120}" srcId="{5F1DC682-D421-485D-A3C9-2477A6B4BAF7}" destId="{73302C0B-B3B8-43E2-B558-BB07E79A8F3C}" srcOrd="3" destOrd="0" parTransId="{C8D367EA-7DD5-41F2-B112-959A8FDFD030}" sibTransId="{A8AC73D4-4EF5-4DB9-87C9-2EA29A26939A}"/>
    <dgm:cxn modelId="{7411CA73-C866-4810-BB26-28EB4B51BDCE}" type="presOf" srcId="{28A4F339-BE7D-40A3-A3F0-F22530457457}" destId="{0E87267C-3F07-41A7-B549-587AA6A59C6D}" srcOrd="0" destOrd="0" presId="urn:microsoft.com/office/officeart/2005/8/layout/vList2"/>
    <dgm:cxn modelId="{FD761F9B-F17A-4241-A819-4F4471A66B82}" type="presOf" srcId="{5F1DC682-D421-485D-A3C9-2477A6B4BAF7}" destId="{D729C3D2-0E79-4D2B-A1E2-C63F6019CFD9}" srcOrd="0" destOrd="0" presId="urn:microsoft.com/office/officeart/2005/8/layout/vList2"/>
    <dgm:cxn modelId="{A3D9E7AD-40F6-46E6-A7EE-9825DB1999C1}" srcId="{5F1DC682-D421-485D-A3C9-2477A6B4BAF7}" destId="{28A4F339-BE7D-40A3-A3F0-F22530457457}" srcOrd="2" destOrd="0" parTransId="{3BF5DEBB-D108-4DAF-994A-297695478369}" sibTransId="{A00438F2-A3A0-485C-829F-BF3FB392E433}"/>
    <dgm:cxn modelId="{F43A27E6-4F8F-457C-955F-D154722A4B77}" srcId="{5F1DC682-D421-485D-A3C9-2477A6B4BAF7}" destId="{A401875E-7834-4DC5-8DA6-4AD7C2064BB1}" srcOrd="1" destOrd="0" parTransId="{B2144264-7DCA-45E8-BDFF-D769BEFF3D7F}" sibTransId="{AF2B25F7-454F-4CDE-B912-7AD1853E64F7}"/>
    <dgm:cxn modelId="{5068AB33-27B5-439E-8698-AFD7E5FEDB18}" type="presParOf" srcId="{D729C3D2-0E79-4D2B-A1E2-C63F6019CFD9}" destId="{661F5153-4C15-4BE2-AC44-11AA7B5BCA9E}" srcOrd="0" destOrd="0" presId="urn:microsoft.com/office/officeart/2005/8/layout/vList2"/>
    <dgm:cxn modelId="{ED733EF5-BB7A-4654-B11D-193D91A1B75E}" type="presParOf" srcId="{D729C3D2-0E79-4D2B-A1E2-C63F6019CFD9}" destId="{7ACFB144-0092-4882-83BB-EA8FBD6853CA}" srcOrd="1" destOrd="0" presId="urn:microsoft.com/office/officeart/2005/8/layout/vList2"/>
    <dgm:cxn modelId="{17FEA66B-63B8-4360-B877-303A4A820C52}" type="presParOf" srcId="{D729C3D2-0E79-4D2B-A1E2-C63F6019CFD9}" destId="{89F768A2-AB90-4585-91B8-005B6BF59A72}" srcOrd="2" destOrd="0" presId="urn:microsoft.com/office/officeart/2005/8/layout/vList2"/>
    <dgm:cxn modelId="{744802CD-DB1A-48C2-8C93-6377AB6916C0}" type="presParOf" srcId="{D729C3D2-0E79-4D2B-A1E2-C63F6019CFD9}" destId="{FBFBD004-AB79-442F-B864-716B04D2758A}" srcOrd="3" destOrd="0" presId="urn:microsoft.com/office/officeart/2005/8/layout/vList2"/>
    <dgm:cxn modelId="{60D4B605-B5B1-455C-8E9F-BA6DDFC582A8}" type="presParOf" srcId="{D729C3D2-0E79-4D2B-A1E2-C63F6019CFD9}" destId="{0E87267C-3F07-41A7-B549-587AA6A59C6D}" srcOrd="4" destOrd="0" presId="urn:microsoft.com/office/officeart/2005/8/layout/vList2"/>
    <dgm:cxn modelId="{BE20A54A-BF59-445A-8AD1-CA7BCA67DFFD}" type="presParOf" srcId="{D729C3D2-0E79-4D2B-A1E2-C63F6019CFD9}" destId="{86D2AF00-A256-474D-ACF3-F9D73C002264}" srcOrd="5" destOrd="0" presId="urn:microsoft.com/office/officeart/2005/8/layout/vList2"/>
    <dgm:cxn modelId="{DEFB42A8-28EE-4E57-BBFF-34F57F16F6BE}" type="presParOf" srcId="{D729C3D2-0E79-4D2B-A1E2-C63F6019CFD9}" destId="{D067A40B-FB54-476B-9748-100CF953E2A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1F5153-4C15-4BE2-AC44-11AA7B5BCA9E}">
      <dsp:nvSpPr>
        <dsp:cNvPr id="0" name=""/>
        <dsp:cNvSpPr/>
      </dsp:nvSpPr>
      <dsp:spPr>
        <a:xfrm>
          <a:off x="0" y="42799"/>
          <a:ext cx="6666833" cy="12729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START + L1 → todas deveriam ficar em </a:t>
          </a:r>
          <a:r>
            <a:rPr lang="pt-BR" sz="3200" b="1" kern="1200"/>
            <a:t>0°</a:t>
          </a:r>
          <a:endParaRPr lang="en-US" sz="3200" kern="1200"/>
        </a:p>
      </dsp:txBody>
      <dsp:txXfrm>
        <a:off x="62141" y="104940"/>
        <a:ext cx="6542551" cy="1148678"/>
      </dsp:txXfrm>
    </dsp:sp>
    <dsp:sp modelId="{89F768A2-AB90-4585-91B8-005B6BF59A72}">
      <dsp:nvSpPr>
        <dsp:cNvPr id="0" name=""/>
        <dsp:cNvSpPr/>
      </dsp:nvSpPr>
      <dsp:spPr>
        <a:xfrm>
          <a:off x="0" y="1407919"/>
          <a:ext cx="6666833" cy="1272960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START + R1 → todas em </a:t>
          </a:r>
          <a:r>
            <a:rPr lang="pt-BR" sz="3200" b="1" kern="1200"/>
            <a:t>45°</a:t>
          </a:r>
          <a:endParaRPr lang="en-US" sz="3200" kern="1200"/>
        </a:p>
      </dsp:txBody>
      <dsp:txXfrm>
        <a:off x="62141" y="1470060"/>
        <a:ext cx="6542551" cy="1148678"/>
      </dsp:txXfrm>
    </dsp:sp>
    <dsp:sp modelId="{0E87267C-3F07-41A7-B549-587AA6A59C6D}">
      <dsp:nvSpPr>
        <dsp:cNvPr id="0" name=""/>
        <dsp:cNvSpPr/>
      </dsp:nvSpPr>
      <dsp:spPr>
        <a:xfrm>
          <a:off x="0" y="2773040"/>
          <a:ext cx="6666833" cy="1272960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START + L2 → todas em </a:t>
          </a:r>
          <a:r>
            <a:rPr lang="pt-BR" sz="3200" b="1" kern="1200"/>
            <a:t>90°</a:t>
          </a:r>
          <a:endParaRPr lang="en-US" sz="3200" kern="1200"/>
        </a:p>
      </dsp:txBody>
      <dsp:txXfrm>
        <a:off x="62141" y="2835181"/>
        <a:ext cx="6542551" cy="1148678"/>
      </dsp:txXfrm>
    </dsp:sp>
    <dsp:sp modelId="{D067A40B-FB54-476B-9748-100CF953E2AD}">
      <dsp:nvSpPr>
        <dsp:cNvPr id="0" name=""/>
        <dsp:cNvSpPr/>
      </dsp:nvSpPr>
      <dsp:spPr>
        <a:xfrm>
          <a:off x="0" y="4138160"/>
          <a:ext cx="6666833" cy="1272960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200" kern="1200"/>
            <a:t>START + R2 → todas em </a:t>
          </a:r>
          <a:r>
            <a:rPr lang="pt-BR" sz="3200" b="1" kern="1200"/>
            <a:t>180°</a:t>
          </a:r>
          <a:endParaRPr lang="en-US" sz="3200" kern="1200"/>
        </a:p>
      </dsp:txBody>
      <dsp:txXfrm>
        <a:off x="62141" y="4200301"/>
        <a:ext cx="6542551" cy="11486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304A2C-5916-45F6-520B-A439B2EB0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B53CF27-8A8C-B433-B0CB-07167AE87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65BCF7-419C-DE44-45C2-87B0971F9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689038-09C1-92DD-72FD-2C89CF1AB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9C8BB9-6A57-E1D9-5620-57FC4D533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566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6332B8-67C3-6638-AF57-C205E5051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3C5E2E-835A-C454-7897-C74CC319E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FDEDA8-E8B5-C5B0-7E41-E94B43531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E6B358-C119-7561-6351-993E1EF02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93D4C64-0BC2-451B-D07C-9E4EDF330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5483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B058CC-50E5-8E8C-BA8B-7DC9335B3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1630ED-B4C1-ECCD-FAB1-89403E359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64F7321-7B4D-984B-8AC8-E185B2A01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934F32E-1B2B-A726-C599-3A91A5513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935713-6074-3680-581E-BE189125F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9046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2258E9-AD23-4C0C-B309-DA72A751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37241C-A300-DC50-AB1E-EBCD9B976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3320C1F-90CF-38E9-E79E-649C33D10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8373E2C-4B11-F749-CD29-2777B1E70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32900A3-65E8-53B0-1B5D-C134B6F2C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87B3BF1-C3A9-BB45-BED9-A4BB554B4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559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D030A3-F6EA-AB37-D988-D8EEB89E3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CFD0FC9-E6F4-9DDD-180F-1F593ECF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47C4002-DEE2-76DB-85B0-8A501E301B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A02FD13-CA78-DDA2-49DF-2807B9F5C9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56C2D6C-3DC7-498E-0CA9-39CE87F86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BC369B5-A716-A325-1244-0B5EE0DC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B8253A3-BADA-1F65-B071-91B3D33DF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4406C0E-A31D-7D81-55B3-55079F57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8710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CBBB2C-F316-0114-F32D-5F9ADD4BA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96C933E-CB1B-CDFB-6B38-1210E5744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D0FA18F-3BE8-11AF-756B-915EB6A32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47CFC34-522C-5B53-7507-16C7CE67F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7437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4AEC977-70D4-55AF-FB16-61AF978A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3B66C9-8713-ED4B-2960-D25ECF8C2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F37AED2-9538-73D6-F1B0-46B5D732A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1888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095D45-D7D1-66C7-B2F4-03DC88AD0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DDF5BF-4833-9342-40CF-D6FF2D211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4CD9E72-030D-A068-BAA9-56506F6D8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36C9C2A-65F5-D3F0-D7DF-D7F6986C5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A410E1F-B54F-805F-CB13-1909C520B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F591249-925F-A0AB-E0C8-0065CB33F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0358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281FAA-C082-2590-75CB-57A44F5A7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FA04CDC-CA57-9ECA-A0C3-A2005857ED5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793DA1A-B7E4-91C8-848A-AA4F6ABE67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DA9F51-1CAD-B3FE-6ED9-4F654FF80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A06E589-BEA0-B524-E780-967DBDDDC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161B67B-2A90-37E0-BEB2-1D41C6212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6521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0D9B8-1963-DADF-B7E2-357BA5904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7C64B61-D9CB-347A-DBF1-946ABC527D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D4A4A1-00AB-DCB3-2758-DA2B46FCC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9A1008-860D-C0B6-3EF4-1BFDE45FA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11ECB-2A31-BBE4-1176-6D45014D2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3163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6C71B6C-454F-7DB6-882F-DF2D6EA2B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A810D4F-EC71-8B19-27BC-BE33EF7E29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C2D4F3D-68F2-7E0C-1C80-839C1671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F4F75E-1EF3-1943-843E-1E9389C1A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11C3648-67BE-BF1C-F5B4-3CA38BC3F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67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F87B160-B7DE-C3C7-AB34-273F06A4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E87C1F-958E-7938-4141-413C7C8B0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F4F8718-717A-202F-2738-A7FFA6DC38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5149D5-B420-4744-8090-67F27462E7E7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3ACF0F4-1AAC-5197-0F64-95E53855C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BFAAE5D-83F2-FBCE-402F-02F244C3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5601-B7D5-4EDB-B5A3-37E3C4DD58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5561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7ABBC-364C-A7D3-A791-488E07F9D8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Calibração da </a:t>
            </a:r>
            <a:r>
              <a:rPr lang="pt-BR" dirty="0" err="1"/>
              <a:t>Stear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AA7854A-6192-82A5-8819-C334EF1162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2307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B3564-754C-29F0-1A48-F2C9689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Calibration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028C3919-D97B-3493-A180-14ACB974AA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51749"/>
            <a:ext cx="3841794" cy="4351338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200EABC3-5010-E7E5-A6A8-A898CADC1594}"/>
              </a:ext>
            </a:extLst>
          </p:cNvPr>
          <p:cNvSpPr txBox="1"/>
          <p:nvPr/>
        </p:nvSpPr>
        <p:spPr>
          <a:xfrm>
            <a:off x="5344160" y="352725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Primeiro vamos apenas a parte dos ângulos </a:t>
            </a:r>
            <a:r>
              <a:rPr lang="pt-BR" b="1" dirty="0">
                <a:latin typeface="Courier New" panose="02070309020205020404" pitchFamily="49" charset="0"/>
              </a:rPr>
              <a:t>0°, 45°, 90° e 180°</a:t>
            </a:r>
            <a:r>
              <a:rPr lang="pt-BR" b="1" dirty="0"/>
              <a:t>.</a:t>
            </a:r>
            <a:r>
              <a:rPr lang="pt-BR" dirty="0"/>
              <a:t> Validamos ela. Depois acrescentamos as velocidades. Depois fazemos rotação pura.</a:t>
            </a:r>
          </a:p>
        </p:txBody>
      </p:sp>
    </p:spTree>
    <p:extLst>
      <p:ext uri="{BB962C8B-B14F-4D97-AF65-F5344CB8AC3E}">
        <p14:creationId xmlns:p14="http://schemas.microsoft.com/office/powerpoint/2010/main" val="3070491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1C4E6A-0C59-7F1C-2333-3BA8FF60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1761"/>
            <a:ext cx="5234348" cy="629920"/>
          </a:xfrm>
        </p:spPr>
        <p:txBody>
          <a:bodyPr>
            <a:normAutofit fontScale="90000"/>
          </a:bodyPr>
          <a:lstStyle/>
          <a:p>
            <a:r>
              <a:rPr lang="pt-BR" dirty="0"/>
              <a:t>Drive.java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E6D60E5-871C-2714-5B57-B9C67569B9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63223"/>
            <a:ext cx="6072550" cy="5994777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779E8FB-EC3A-AA46-D6DD-3A15523789C1}"/>
              </a:ext>
            </a:extLst>
          </p:cNvPr>
          <p:cNvSpPr txBox="1"/>
          <p:nvPr/>
        </p:nvSpPr>
        <p:spPr>
          <a:xfrm>
            <a:off x="6311900" y="3116072"/>
            <a:ext cx="6202680" cy="2271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🆕 Indica que estamos fazendo um teste direto de ângulo.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calibrationSteerMode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🆕 Ângulo que os quatro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Steers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deverão alcançar.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calibrationSteerAngleRad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🆕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720B76A-D981-3236-1BB9-C437AFDD810A}"/>
              </a:ext>
            </a:extLst>
          </p:cNvPr>
          <p:cNvSpPr txBox="1"/>
          <p:nvPr/>
        </p:nvSpPr>
        <p:spPr>
          <a:xfrm>
            <a:off x="6230620" y="2261436"/>
            <a:ext cx="6365240" cy="628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🆕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🆕 MODO DE CALIBRAÇÃO DIRETA DO STEER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🆕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2685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60C3336-3DA4-515D-FFA0-B26AE0771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29417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C9F77A7-0189-0E55-EB2D-0FFB3814C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179" y="1120120"/>
            <a:ext cx="5016183" cy="5458587"/>
          </a:xfrm>
          <a:prstGeom prst="rect">
            <a:avLst/>
          </a:prstGeom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C5723CFA-5794-08DC-BC8E-A7506BC34F85}"/>
              </a:ext>
            </a:extLst>
          </p:cNvPr>
          <p:cNvSpPr/>
          <p:nvPr/>
        </p:nvSpPr>
        <p:spPr>
          <a:xfrm>
            <a:off x="1292772" y="2564524"/>
            <a:ext cx="1534511" cy="10720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081B3E3A-0AA4-969E-C581-D22234746E1C}"/>
              </a:ext>
            </a:extLst>
          </p:cNvPr>
          <p:cNvSpPr/>
          <p:nvPr/>
        </p:nvSpPr>
        <p:spPr>
          <a:xfrm>
            <a:off x="5151120" y="5130800"/>
            <a:ext cx="2695203" cy="13411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Novo bloco vai ficar antes do </a:t>
            </a:r>
            <a:r>
              <a:rPr lang="pt-BR" dirty="0" err="1"/>
              <a:t>else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73251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9CC5062-C2B2-3487-7957-8E75BFAC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passa a ser</a:t>
            </a:r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C3712AA3-1E89-16BA-F2B3-A09DED1406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3865996" cy="435133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01966D7-D341-CC14-331E-D96E4C736674}"/>
              </a:ext>
            </a:extLst>
          </p:cNvPr>
          <p:cNvSpPr txBox="1"/>
          <p:nvPr/>
        </p:nvSpPr>
        <p:spPr>
          <a:xfrm>
            <a:off x="5917324" y="3825766"/>
            <a:ext cx="2866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Aula 6 – </a:t>
            </a:r>
            <a:r>
              <a:rPr lang="pt-BR" dirty="0" err="1"/>
              <a:t>Assets</a:t>
            </a:r>
            <a:r>
              <a:rPr lang="pt-BR" dirty="0"/>
              <a:t> = Drive.java</a:t>
            </a:r>
          </a:p>
        </p:txBody>
      </p:sp>
    </p:spTree>
    <p:extLst>
      <p:ext uri="{BB962C8B-B14F-4D97-AF65-F5344CB8AC3E}">
        <p14:creationId xmlns:p14="http://schemas.microsoft.com/office/powerpoint/2010/main" val="3749963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6335ACC-2923-88A8-1269-B13AB1BBA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6583679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328A92F-2FEC-5D61-2B43-632FAA78A651}"/>
              </a:ext>
            </a:extLst>
          </p:cNvPr>
          <p:cNvSpPr txBox="1"/>
          <p:nvPr/>
        </p:nvSpPr>
        <p:spPr>
          <a:xfrm>
            <a:off x="6699295" y="0"/>
            <a:ext cx="5005025" cy="70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SWERVE CALIBRATION COMMANDS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Classe utilizada SOMENTE no projeto de calibração.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Objetivo: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criar testes determinísticos para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Swerve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sem depender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da posição do joystick.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Aqui teremos testes de: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1 - Ângulo dos módulos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0°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45°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90°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180°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2 - Velocidade do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+0.25 m/s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-0.25 m/s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+0.50 m/s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-0.50 m/s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+1.00 m/s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-1.00 m/s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3 - Rotação pura do robô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+0.50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rad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-0.50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rad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Todos os testes possuem: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- valor conhecido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- tempo conhecido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- parada automática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- logs no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AdvantageKit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1280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29CD82-85F2-0E5A-20E6-170E08E4A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Código está em assets é muito extenso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F28A4E-205A-CF15-32A6-ABEDE4F046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Aula 6 _ assets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701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D27BCCB-5E66-157E-73F1-03F39B7F7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33241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87FB029-3076-9514-135E-357C60ADAAD8}"/>
              </a:ext>
            </a:extLst>
          </p:cNvPr>
          <p:cNvSpPr txBox="1"/>
          <p:nvPr/>
        </p:nvSpPr>
        <p:spPr>
          <a:xfrm>
            <a:off x="5833241" y="3205734"/>
            <a:ext cx="6096000" cy="446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🆕 Comandos de calibração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Swerve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frc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calibration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SwerveCalibrationCommands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254627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6D168A1-9628-BAD4-2C6F-F16017CC0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75283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D2B9FBEC-ED8E-1256-FA95-EADA146B50E7}"/>
              </a:ext>
            </a:extLst>
          </p:cNvPr>
          <p:cNvSpPr txBox="1"/>
          <p:nvPr/>
        </p:nvSpPr>
        <p:spPr>
          <a:xfrm>
            <a:off x="5875283" y="132544"/>
            <a:ext cx="6096000" cy="665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CALIBRAÇÃO DO SWERVE - ÂNGULO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START + L1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STEER = 0°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leftBumper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SwerveCalibrationCommands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steer0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START + R1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STEER = 45°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rightBumper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SwerveCalibrationCommands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steer45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</a:t>
            </a:r>
          </a:p>
        </p:txBody>
      </p:sp>
    </p:spTree>
    <p:extLst>
      <p:ext uri="{BB962C8B-B14F-4D97-AF65-F5344CB8AC3E}">
        <p14:creationId xmlns:p14="http://schemas.microsoft.com/office/powerpoint/2010/main" val="271659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F0E82F3-E8DD-1B03-FB0F-17F1F7D2CCB4}"/>
              </a:ext>
            </a:extLst>
          </p:cNvPr>
          <p:cNvSpPr txBox="1"/>
          <p:nvPr/>
        </p:nvSpPr>
        <p:spPr>
          <a:xfrm>
            <a:off x="345440" y="192601"/>
            <a:ext cx="6096000" cy="64727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START + L2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STEER = 90°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leftTrigger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SwerveCalibrationCommands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steer90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START + R2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STEER = 180°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rightTrigger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SwerveCalibrationCommands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steer180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</p:txBody>
      </p:sp>
    </p:spTree>
    <p:extLst>
      <p:ext uri="{BB962C8B-B14F-4D97-AF65-F5344CB8AC3E}">
        <p14:creationId xmlns:p14="http://schemas.microsoft.com/office/powerpoint/2010/main" val="1255006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E681C7-A787-B301-AB2C-552F98879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pt-BR" sz="4000">
                <a:solidFill>
                  <a:srgbClr val="FFFFFF"/>
                </a:solidFill>
              </a:rPr>
              <a:t>Realize o teste</a:t>
            </a:r>
          </a:p>
        </p:txBody>
      </p:sp>
      <p:graphicFrame>
        <p:nvGraphicFramePr>
          <p:cNvPr id="5" name="Espaço Reservado para Conteúdo 2">
            <a:extLst>
              <a:ext uri="{FF2B5EF4-FFF2-40B4-BE49-F238E27FC236}">
                <a16:creationId xmlns:a16="http://schemas.microsoft.com/office/drawing/2014/main" id="{EE2E581A-A0A2-7B5C-07CD-814703E0FE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575537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98325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C7C9B3F-3E74-CA8B-3855-C9F07BF5A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259"/>
            <a:ext cx="12192000" cy="6533481"/>
          </a:xfrm>
          <a:prstGeom prst="rect">
            <a:avLst/>
          </a:prstGeom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1AD16390-9AA7-B29C-7F26-34EBDA67CAAF}"/>
              </a:ext>
            </a:extLst>
          </p:cNvPr>
          <p:cNvSpPr/>
          <p:nvPr/>
        </p:nvSpPr>
        <p:spPr>
          <a:xfrm>
            <a:off x="1437341" y="5012466"/>
            <a:ext cx="1312433" cy="9251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56037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9E4A933-4BB3-25D3-C88A-80168DFBC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259"/>
            <a:ext cx="12192000" cy="6767482"/>
          </a:xfrm>
          <a:prstGeom prst="rect">
            <a:avLst/>
          </a:prstGeom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E45232AE-E235-15F5-B405-DC6BC2D0DCE3}"/>
              </a:ext>
            </a:extLst>
          </p:cNvPr>
          <p:cNvSpPr/>
          <p:nvPr/>
        </p:nvSpPr>
        <p:spPr>
          <a:xfrm>
            <a:off x="7645101" y="5124226"/>
            <a:ext cx="1312433" cy="9251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0324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92CD783-A65C-C459-7E8B-E4FA62EAC1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640080"/>
            <a:ext cx="6251110" cy="3566160"/>
          </a:xfrm>
        </p:spPr>
        <p:txBody>
          <a:bodyPr anchor="b">
            <a:normAutofit/>
          </a:bodyPr>
          <a:lstStyle/>
          <a:p>
            <a:pPr algn="l"/>
            <a:r>
              <a:rPr lang="pt-BR" sz="5400"/>
              <a:t>Robô no chão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B5D643B-2A0E-D9CF-966B-AACA22014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0" y="4636008"/>
            <a:ext cx="6251111" cy="1572768"/>
          </a:xfrm>
        </p:spPr>
        <p:txBody>
          <a:bodyPr>
            <a:normAutofit/>
          </a:bodyPr>
          <a:lstStyle/>
          <a:p>
            <a:pPr algn="l"/>
            <a:endParaRPr lang="pt-BR"/>
          </a:p>
        </p:txBody>
      </p:sp>
      <p:pic>
        <p:nvPicPr>
          <p:cNvPr id="5" name="Picture 4" descr="Um robô cinza com botões coloridos">
            <a:extLst>
              <a:ext uri="{FF2B5EF4-FFF2-40B4-BE49-F238E27FC236}">
                <a16:creationId xmlns:a16="http://schemas.microsoft.com/office/drawing/2014/main" id="{49DA84F1-4A68-85DD-90A9-BB6897AD46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194" r="3873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5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76F15EC-A9C6-D3F8-9861-2B48F8F2C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6022428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15084964-967D-B31D-DD3F-075C1E8452CA}"/>
              </a:ext>
            </a:extLst>
          </p:cNvPr>
          <p:cNvSpPr txBox="1"/>
          <p:nvPr/>
        </p:nvSpPr>
        <p:spPr>
          <a:xfrm>
            <a:off x="6169573" y="415691"/>
            <a:ext cx="6096000" cy="2272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leftStick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SwerveCalibrationCommands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rotatePositive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drive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5669603-6274-B276-6011-531942247E07}"/>
              </a:ext>
            </a:extLst>
          </p:cNvPr>
          <p:cNvSpPr txBox="1"/>
          <p:nvPr/>
        </p:nvSpPr>
        <p:spPr>
          <a:xfrm>
            <a:off x="6151793" y="4060371"/>
            <a:ext cx="6131560" cy="209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rightStick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SwerveCalibrationCommands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rotateNegative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drive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);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);</a:t>
            </a:r>
          </a:p>
        </p:txBody>
      </p:sp>
    </p:spTree>
    <p:extLst>
      <p:ext uri="{BB962C8B-B14F-4D97-AF65-F5344CB8AC3E}">
        <p14:creationId xmlns:p14="http://schemas.microsoft.com/office/powerpoint/2010/main" val="1307709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7C3AC66-0163-4F27-778E-556DE5FC1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BE314659-084E-E0B9-7023-67EFAE489FF4}"/>
              </a:ext>
            </a:extLst>
          </p:cNvPr>
          <p:cNvSpPr/>
          <p:nvPr/>
        </p:nvSpPr>
        <p:spPr>
          <a:xfrm>
            <a:off x="1731981" y="5550946"/>
            <a:ext cx="1312433" cy="9251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4044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EB5944B-934F-0BE6-785D-DF92EE24C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856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AD38506-2A90-9440-E860-CB8D169C1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69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800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D8805B-7DC5-07EF-8209-D990A89C2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pt-BR" sz="4800" dirty="0"/>
              <a:t>Calibração Turn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666BC9-F6CF-8AF5-FD27-AEB02F678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pt-BR" sz="2400"/>
              <a:t>Pelo gráfico, no comando positivo você pede aproximadamente +0,50 rad/s por ~2 s. O YawPositionRad sai de cerca de 0,05 rad e vai até aproximadamente 0,98 rad, uma variação de ~`0,93 rad, ou cerca de **53°**. Como no teste anterior o Pigeon estava medindo perto de 0,47 rad/s, isso bate muito bem: 0,47 × 2 ≈ 0,94 rad`.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1808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0A9C5F-77C1-3C7F-763C-41AF298120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Teste Drive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99C2CA-8D3A-36E5-1863-014C288239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6672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992369-90A6-1A1E-EE92-F9881CFB7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EF13FA-4B1E-2078-289B-9E6E32CD4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1. Marque a posição inicial no chão.</a:t>
            </a:r>
          </a:p>
          <a:p>
            <a:r>
              <a:rPr lang="pt-BR" dirty="0"/>
              <a:t>2. Zero </a:t>
            </a:r>
            <a:r>
              <a:rPr lang="pt-BR" dirty="0" err="1"/>
              <a:t>Heading</a:t>
            </a:r>
            <a:r>
              <a:rPr lang="pt-BR" dirty="0"/>
              <a:t>.</a:t>
            </a:r>
          </a:p>
          <a:p>
            <a:r>
              <a:rPr lang="pt-BR" dirty="0"/>
              <a:t>3. Coloque </a:t>
            </a:r>
            <a:r>
              <a:rPr lang="pt-BR" dirty="0" err="1"/>
              <a:t>Robot</a:t>
            </a:r>
            <a:r>
              <a:rPr lang="pt-BR" dirty="0"/>
              <a:t>/Pose no </a:t>
            </a:r>
            <a:r>
              <a:rPr lang="pt-BR" dirty="0" err="1"/>
              <a:t>AdvantageScope</a:t>
            </a:r>
            <a:r>
              <a:rPr lang="pt-BR" dirty="0"/>
              <a:t>.</a:t>
            </a:r>
          </a:p>
          <a:p>
            <a:r>
              <a:rPr lang="pt-BR" dirty="0"/>
              <a:t>4. Ande exatamente 2,00 m em linha reta.</a:t>
            </a:r>
          </a:p>
          <a:p>
            <a:r>
              <a:rPr lang="pt-BR" dirty="0"/>
              <a:t>5. Pare.</a:t>
            </a:r>
          </a:p>
          <a:p>
            <a:r>
              <a:rPr lang="pt-BR" dirty="0"/>
              <a:t>6. </a:t>
            </a:r>
            <a:r>
              <a:rPr lang="pt-BR"/>
              <a:t>Compare a distância física com Pose X/Y.</a:t>
            </a:r>
          </a:p>
          <a:p>
            <a:pPr marL="0" indent="0">
              <a:buNone/>
            </a:pP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34074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807</Words>
  <Application>Microsoft Office PowerPoint</Application>
  <PresentationFormat>Widescreen</PresentationFormat>
  <Paragraphs>162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Consolas</vt:lpstr>
      <vt:lpstr>Courier New</vt:lpstr>
      <vt:lpstr>Tema do Office</vt:lpstr>
      <vt:lpstr>Calibração da Stear</vt:lpstr>
      <vt:lpstr>Calibration</vt:lpstr>
      <vt:lpstr>Drive.java</vt:lpstr>
      <vt:lpstr>Apresentação do PowerPoint</vt:lpstr>
      <vt:lpstr>Estrutura passa a ser</vt:lpstr>
      <vt:lpstr>Apresentação do PowerPoint</vt:lpstr>
      <vt:lpstr>Código está em assets é muito extenso</vt:lpstr>
      <vt:lpstr>Apresentação do PowerPoint</vt:lpstr>
      <vt:lpstr>Apresentação do PowerPoint</vt:lpstr>
      <vt:lpstr>Apresentação do PowerPoint</vt:lpstr>
      <vt:lpstr>Realize o teste</vt:lpstr>
      <vt:lpstr>Apresentação do PowerPoint</vt:lpstr>
      <vt:lpstr>Apresentação do PowerPoint</vt:lpstr>
      <vt:lpstr>Robô no chão</vt:lpstr>
      <vt:lpstr>Apresentação do PowerPoint</vt:lpstr>
      <vt:lpstr>Apresentação do PowerPoint</vt:lpstr>
      <vt:lpstr>Apresentação do PowerPoint</vt:lpstr>
      <vt:lpstr>Apresentação do PowerPoint</vt:lpstr>
      <vt:lpstr>Calibração Turn</vt:lpstr>
      <vt:lpstr>Teste Drive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Henrique Trevezane</dc:creator>
  <cp:lastModifiedBy>Fabio Henrique Trevezane</cp:lastModifiedBy>
  <cp:revision>14</cp:revision>
  <dcterms:created xsi:type="dcterms:W3CDTF">2026-09-24T18:57:13Z</dcterms:created>
  <dcterms:modified xsi:type="dcterms:W3CDTF">2026-09-28T21:29:43Z</dcterms:modified>
</cp:coreProperties>
</file>